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85" r:id="rId2"/>
    <p:sldId id="325" r:id="rId3"/>
    <p:sldId id="488" r:id="rId4"/>
    <p:sldId id="490" r:id="rId5"/>
    <p:sldId id="491" r:id="rId6"/>
    <p:sldId id="633" r:id="rId7"/>
    <p:sldId id="492" r:id="rId8"/>
    <p:sldId id="324" r:id="rId9"/>
    <p:sldId id="634" r:id="rId10"/>
    <p:sldId id="493" r:id="rId11"/>
    <p:sldId id="496" r:id="rId12"/>
    <p:sldId id="330" r:id="rId13"/>
    <p:sldId id="497" r:id="rId14"/>
    <p:sldId id="331" r:id="rId15"/>
    <p:sldId id="332" r:id="rId16"/>
    <p:sldId id="333" r:id="rId17"/>
    <p:sldId id="498" r:id="rId18"/>
    <p:sldId id="499" r:id="rId19"/>
    <p:sldId id="635" r:id="rId20"/>
    <p:sldId id="622" r:id="rId21"/>
    <p:sldId id="500" r:id="rId22"/>
    <p:sldId id="334" r:id="rId23"/>
    <p:sldId id="544" r:id="rId24"/>
    <p:sldId id="341" r:id="rId25"/>
    <p:sldId id="545" r:id="rId26"/>
    <p:sldId id="546" r:id="rId27"/>
    <p:sldId id="547" r:id="rId28"/>
    <p:sldId id="548" r:id="rId29"/>
    <p:sldId id="549" r:id="rId30"/>
    <p:sldId id="550" r:id="rId31"/>
    <p:sldId id="339" r:id="rId32"/>
    <p:sldId id="551" r:id="rId33"/>
    <p:sldId id="552" r:id="rId34"/>
    <p:sldId id="553" r:id="rId35"/>
    <p:sldId id="554" r:id="rId36"/>
    <p:sldId id="555" r:id="rId37"/>
    <p:sldId id="556" r:id="rId38"/>
    <p:sldId id="623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BE2F6-7049-DC4B-5A84-8BD29DD673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030B4C-47B8-0318-51E8-88FDE32591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E124C-BD07-40DF-A505-3BC90B563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DA881-DE0A-492B-8B87-051E6A30EB99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D56876-9FE8-C3BB-D46A-B77FC70D0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847CE-A886-B350-24EE-57C5F428D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DA4D2-21D6-4563-A674-1E52540B5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89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7B414-1FA7-37FB-D9E2-965AABB01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EFE01-368A-B11E-27AC-E29C290A07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4B9D9-5AB8-74A7-7D60-C70741D4C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DA881-DE0A-492B-8B87-051E6A30EB99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1772A0-4A87-3923-E415-703E18AE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032D3-49B3-DE13-D59B-DC9F208F1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DA4D2-21D6-4563-A674-1E52540B5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292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850DC-B3AC-F466-C593-207DEFEFD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EABECD-8ED8-EF0C-A113-C9F6D7CE2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FFE63-C8B6-402A-21CA-04D561473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DA881-DE0A-492B-8B87-051E6A30EB99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A3F68-9F3D-3EFE-441E-8E0BEF5FC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AC763-A119-EAB9-A185-C82D96151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DA4D2-21D6-4563-A674-1E52540B5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850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60797-8865-6CE1-0628-3877DC763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959C9-5489-6FB0-791A-A6B26A3BC6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0E389A-C13C-F8C5-5B21-DD0AF719D4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A8281-AD80-1AF9-0713-B1570541A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DA881-DE0A-492B-8B87-051E6A30EB99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B63D03-065D-2B9D-AA96-5B7ECB4EB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870170-BA4C-0394-DEF1-E1A1392FB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DA4D2-21D6-4563-A674-1E52540B5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964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A45B8-A1D9-89E3-E456-7A1540484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B91E4D-6A73-8DCF-8C4F-8B194645F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94B031-11B7-ED15-0359-2C10716C09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6B4072-452B-428B-1739-B2A5D46DCE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4BA945-899E-B9BC-0937-A3A713350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6D5DF5-0EEB-4C06-CEB2-8048113EE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DA881-DE0A-492B-8B87-051E6A30EB99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821DBF-E8D3-1F01-82A1-FDA49EA27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F9D210-DE0D-DF43-041B-1D1586B11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DA4D2-21D6-4563-A674-1E52540B5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545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AFDD3-016B-E7AC-B9E7-FD848E875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0E38E6-E4B0-D1CC-B2DC-30F689185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DA881-DE0A-492B-8B87-051E6A30EB99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63BE6B-1447-BDEE-48B8-367541E51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1C8EB5-A84A-602E-0C8A-5360AF7B9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DA4D2-21D6-4563-A674-1E52540B5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591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DBA6E0-A039-0500-2E07-786F40630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DA881-DE0A-492B-8B87-051E6A30EB99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031F44-FC08-0617-A4F8-879B9CC76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3D3FD-357D-23F6-EAA1-DB867E920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DA4D2-21D6-4563-A674-1E52540B5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293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E2AD0-78ED-B0AB-77F8-98C128D42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ED432-850B-45D2-8A9A-FFCDF7EB8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BFCBF3-376A-67DF-C7B3-181E0431A0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4EA0A1-7E4F-4219-1B15-E0F452E26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DA881-DE0A-492B-8B87-051E6A30EB99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CB8658-5E3D-B7E1-E957-4EF85B4FE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0D1BDB-A8D8-CC27-4F8D-D9943C923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DA4D2-21D6-4563-A674-1E52540B5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33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515A8-F59D-50D1-70E4-BDFADCBA2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C80EB9-28EB-CF4A-9E09-F720AE6355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91ECBA-9406-63FF-700C-87A6F69447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20CCFC-96B0-929E-5E5C-221104540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DA881-DE0A-492B-8B87-051E6A30EB99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A982DF-15A4-954C-2996-493933986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19DF6F-E1A4-BA4D-EA22-7B3D30EBF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DA4D2-21D6-4563-A674-1E52540B5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395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04E2A-FD6C-86B7-6BDB-3ABAE2520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FE2B58-0F67-7875-8564-162E920CDA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A02CD-94FC-C705-08AA-B622DAE02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DA881-DE0A-492B-8B87-051E6A30EB99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58157-96B3-8F5F-EBCC-078F75759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70F8D-EA2E-2258-4924-AA062DED3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DA4D2-21D6-4563-A674-1E52540B5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427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FD4C86-1511-383E-0475-540E8E44BD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5B7853-9606-9468-A0D0-DD8E04B35C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AC4F4-E5D5-F62C-F03F-90B8753D5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DA881-DE0A-492B-8B87-051E6A30EB99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14E67-3905-3C11-69FC-EECEF4B0D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1B7AB-F4BD-CF7B-8B0D-E1DC6F173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DA4D2-21D6-4563-A674-1E52540B5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411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BF9FBF-C2A6-F3F6-4FF4-CBE5EF975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6B7C0A-E72C-6959-F9FC-93D9C2101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B1077-0A7D-2481-4520-461387F72D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6DA881-DE0A-492B-8B87-051E6A30EB99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FDBFF-76EB-7736-EB9B-8417955E15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54EA4-08B2-5587-7A00-247B3D6F23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DDA4D2-21D6-4563-A674-1E52540B5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690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7.gi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0.pn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1.png"/><Relationship Id="rId7" Type="http://schemas.openxmlformats.org/officeDocument/2006/relationships/image" Target="../media/image1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0.png"/><Relationship Id="rId7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5.png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0.png"/><Relationship Id="rId7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5.png"/><Relationship Id="rId10" Type="http://schemas.openxmlformats.org/officeDocument/2006/relationships/image" Target="../media/image23.png"/><Relationship Id="rId4" Type="http://schemas.openxmlformats.org/officeDocument/2006/relationships/image" Target="../media/image21.png"/><Relationship Id="rId9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0.png"/><Relationship Id="rId7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3.png"/><Relationship Id="rId5" Type="http://schemas.openxmlformats.org/officeDocument/2006/relationships/image" Target="../media/image21.png"/><Relationship Id="rId10" Type="http://schemas.openxmlformats.org/officeDocument/2006/relationships/image" Target="../media/image22.png"/><Relationship Id="rId4" Type="http://schemas.openxmlformats.org/officeDocument/2006/relationships/image" Target="../media/image24.png"/><Relationship Id="rId9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4.png"/><Relationship Id="rId7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30.png"/><Relationship Id="rId7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5.png"/><Relationship Id="rId9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4.png"/><Relationship Id="rId7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7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8.png"/><Relationship Id="rId7" Type="http://schemas.openxmlformats.org/officeDocument/2006/relationships/image" Target="../media/image37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9.png"/><Relationship Id="rId10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6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38.png"/><Relationship Id="rId7" Type="http://schemas.openxmlformats.org/officeDocument/2006/relationships/image" Target="../media/image37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33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38.png"/><Relationship Id="rId7" Type="http://schemas.openxmlformats.org/officeDocument/2006/relationships/image" Target="../media/image37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33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33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C78186-D365-AAB5-1776-ED8CC4BADDE0}"/>
              </a:ext>
            </a:extLst>
          </p:cNvPr>
          <p:cNvSpPr txBox="1"/>
          <p:nvPr/>
        </p:nvSpPr>
        <p:spPr>
          <a:xfrm>
            <a:off x="187287" y="444959"/>
            <a:ext cx="7176388" cy="55789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latin typeface="Arial Rounded MT Bold" panose="020F0704030504030204" pitchFamily="34" charset="7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>
                <a:latin typeface="Arial Rounded MT Bold" panose="020F0704030504030204" pitchFamily="34" charset="77"/>
              </a:rPr>
              <a:t>The whole tutorial in a nutshell (only pictures and intuitions)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>
                <a:latin typeface="Arial Rounded MT Bold" panose="020F0704030504030204" pitchFamily="34" charset="77"/>
              </a:rPr>
              <a:t>Quick probability warmup (Bayes, MLE, EM)</a:t>
            </a:r>
          </a:p>
          <a:p>
            <a:pPr marL="742950" lvl="1" indent="-285750">
              <a:buFontTx/>
              <a:buChar char="-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Arial Rounded MT Bold" panose="020F0704030504030204" pitchFamily="34" charset="77"/>
              </a:rPr>
              <a:t>Bayes</a:t>
            </a:r>
          </a:p>
          <a:p>
            <a:pPr marL="742950" lvl="1" indent="-285750">
              <a:buFontTx/>
              <a:buChar char="-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Arial Rounded MT Bold" panose="020F0704030504030204" pitchFamily="34" charset="77"/>
              </a:rPr>
              <a:t>Maximum likelihood estimation (MLE)</a:t>
            </a:r>
          </a:p>
          <a:p>
            <a:pPr marL="742950" lvl="1" indent="-285750">
              <a:buFontTx/>
              <a:buChar char="-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Arial Rounded MT Bold" panose="020F0704030504030204" pitchFamily="34" charset="77"/>
              </a:rPr>
              <a:t>Expectation maximization (EM)</a:t>
            </a:r>
          </a:p>
          <a:p>
            <a:pPr lvl="1"/>
            <a:endParaRPr lang="en-US" dirty="0">
              <a:latin typeface="Arial Rounded MT Bold" panose="020F0704030504030204" pitchFamily="34" charset="7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>
                <a:latin typeface="Arial Rounded MT Bold" panose="020F0704030504030204" pitchFamily="34" charset="77"/>
              </a:rPr>
              <a:t>Latent variable models: AE, VAE and visualization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>
                <a:latin typeface="Arial Rounded MT Bold" panose="020F0704030504030204" pitchFamily="34" charset="77"/>
              </a:rPr>
              <a:t>Hierarchical VAE to Diffusion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>
                <a:latin typeface="Arial Rounded MT Bold" panose="020F0704030504030204" pitchFamily="34" charset="77"/>
              </a:rPr>
              <a:t>Diffusion take 2: Score based models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>
                <a:latin typeface="Arial Rounded MT Bold" panose="020F0704030504030204" pitchFamily="34" charset="77"/>
              </a:rPr>
              <a:t>GAN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>
                <a:latin typeface="Arial Rounded MT Bold" panose="020F0704030504030204" pitchFamily="34" charset="77"/>
              </a:rPr>
              <a:t>Normalizing flows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>
                <a:latin typeface="Arial Rounded MT Bold" panose="020F0704030504030204" pitchFamily="34" charset="77"/>
              </a:rPr>
              <a:t>Wrap up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dirty="0">
              <a:latin typeface="Arial Rounded MT Bold" panose="020F0704030504030204" pitchFamily="34" charset="7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976CAA-98DE-B650-317E-0A7D9DA6C55F}"/>
              </a:ext>
            </a:extLst>
          </p:cNvPr>
          <p:cNvSpPr txBox="1"/>
          <p:nvPr/>
        </p:nvSpPr>
        <p:spPr>
          <a:xfrm>
            <a:off x="276411" y="260293"/>
            <a:ext cx="1249894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Roadmap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929BF-BF17-4609-9920-98BA3587A914}"/>
              </a:ext>
            </a:extLst>
          </p:cNvPr>
          <p:cNvSpPr txBox="1"/>
          <p:nvPr/>
        </p:nvSpPr>
        <p:spPr>
          <a:xfrm>
            <a:off x="10074930" y="834081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30m</a:t>
            </a:r>
            <a:endParaRPr lang="en-US" sz="1400" dirty="0">
              <a:solidFill>
                <a:srgbClr val="C00000"/>
              </a:solidFill>
              <a:latin typeface="Arial Rounded MT Bold" panose="020F0704030504030204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903486-A779-AC31-3FE7-4DA061F7EF85}"/>
              </a:ext>
            </a:extLst>
          </p:cNvPr>
          <p:cNvSpPr txBox="1"/>
          <p:nvPr/>
        </p:nvSpPr>
        <p:spPr>
          <a:xfrm>
            <a:off x="10074930" y="1210845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30m</a:t>
            </a:r>
            <a:endParaRPr lang="en-US" sz="1400" dirty="0">
              <a:solidFill>
                <a:srgbClr val="C00000"/>
              </a:solidFill>
              <a:latin typeface="Arial Rounded MT Bold" panose="020F0704030504030204" pitchFamily="34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6245B7-DA9A-B37D-EAE4-0BE8CC6ED256}"/>
              </a:ext>
            </a:extLst>
          </p:cNvPr>
          <p:cNvSpPr txBox="1"/>
          <p:nvPr/>
        </p:nvSpPr>
        <p:spPr>
          <a:xfrm>
            <a:off x="10074930" y="2679932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45m</a:t>
            </a:r>
            <a:endParaRPr lang="en-US" sz="1400" dirty="0">
              <a:solidFill>
                <a:srgbClr val="C00000"/>
              </a:solidFill>
              <a:latin typeface="Arial Rounded MT Bold" panose="020F0704030504030204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F1110E-F92A-D273-C9D1-A61800231490}"/>
              </a:ext>
            </a:extLst>
          </p:cNvPr>
          <p:cNvSpPr txBox="1"/>
          <p:nvPr/>
        </p:nvSpPr>
        <p:spPr>
          <a:xfrm>
            <a:off x="10051962" y="3088287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60m</a:t>
            </a:r>
            <a:endParaRPr lang="en-US" sz="1400" dirty="0">
              <a:solidFill>
                <a:srgbClr val="C00000"/>
              </a:solidFill>
              <a:latin typeface="Arial Rounded MT Bold" panose="020F0704030504030204" pitchFamily="34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B66BB9-9CE3-96AE-85A9-636A519DD140}"/>
              </a:ext>
            </a:extLst>
          </p:cNvPr>
          <p:cNvSpPr txBox="1"/>
          <p:nvPr/>
        </p:nvSpPr>
        <p:spPr>
          <a:xfrm>
            <a:off x="10063446" y="3521357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30m</a:t>
            </a:r>
            <a:endParaRPr lang="en-US" sz="1400" dirty="0">
              <a:solidFill>
                <a:srgbClr val="C00000"/>
              </a:solidFill>
              <a:latin typeface="Arial Rounded MT Bold" panose="020F0704030504030204" pitchFamily="34" charset="7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F9B653-57D4-6A5D-D56F-0A8ACA74497B}"/>
              </a:ext>
            </a:extLst>
          </p:cNvPr>
          <p:cNvSpPr txBox="1"/>
          <p:nvPr/>
        </p:nvSpPr>
        <p:spPr>
          <a:xfrm>
            <a:off x="10063446" y="3873671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15m</a:t>
            </a:r>
            <a:endParaRPr lang="en-US" sz="1400" dirty="0">
              <a:solidFill>
                <a:srgbClr val="C00000"/>
              </a:solidFill>
              <a:latin typeface="Arial Rounded MT Bold" panose="020F0704030504030204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91FF15-2E2A-8124-F888-09EC5BCBBF7B}"/>
              </a:ext>
            </a:extLst>
          </p:cNvPr>
          <p:cNvSpPr txBox="1"/>
          <p:nvPr/>
        </p:nvSpPr>
        <p:spPr>
          <a:xfrm>
            <a:off x="10051962" y="4243003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15m</a:t>
            </a:r>
            <a:endParaRPr lang="en-US" sz="1400" dirty="0">
              <a:solidFill>
                <a:srgbClr val="C00000"/>
              </a:solidFill>
              <a:latin typeface="Arial Rounded MT Bold" panose="020F0704030504030204" pitchFamily="34" charset="7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FB1214-C8B2-B053-E198-144031CB36B1}"/>
              </a:ext>
            </a:extLst>
          </p:cNvPr>
          <p:cNvSpPr txBox="1"/>
          <p:nvPr/>
        </p:nvSpPr>
        <p:spPr>
          <a:xfrm>
            <a:off x="10051962" y="4595317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10m</a:t>
            </a:r>
            <a:endParaRPr lang="en-US" sz="1400" dirty="0">
              <a:solidFill>
                <a:srgbClr val="C00000"/>
              </a:solidFill>
              <a:latin typeface="Arial Rounded MT Bold" panose="020F0704030504030204" pitchFamily="34" charset="77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6B9CA01-126A-5736-4890-F762850454EE}"/>
              </a:ext>
            </a:extLst>
          </p:cNvPr>
          <p:cNvCxnSpPr>
            <a:cxnSpLocks/>
          </p:cNvCxnSpPr>
          <p:nvPr/>
        </p:nvCxnSpPr>
        <p:spPr>
          <a:xfrm flipH="1">
            <a:off x="9600788" y="5098931"/>
            <a:ext cx="155823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545DF47-95EC-163F-EDA0-6B48B193A8C5}"/>
              </a:ext>
            </a:extLst>
          </p:cNvPr>
          <p:cNvSpPr txBox="1"/>
          <p:nvPr/>
        </p:nvSpPr>
        <p:spPr>
          <a:xfrm>
            <a:off x="9774290" y="5169407"/>
            <a:ext cx="1211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~ 4 hours</a:t>
            </a:r>
            <a:endParaRPr lang="en-US" sz="1400" dirty="0">
              <a:solidFill>
                <a:srgbClr val="C00000"/>
              </a:solidFill>
              <a:latin typeface="Arial Rounded MT Bold" panose="020F070403050403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4954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C56F4C1-AEEE-28F0-FF16-AC42497211EF}"/>
              </a:ext>
            </a:extLst>
          </p:cNvPr>
          <p:cNvSpPr txBox="1"/>
          <p:nvPr/>
        </p:nvSpPr>
        <p:spPr>
          <a:xfrm>
            <a:off x="327747" y="1127706"/>
            <a:ext cx="5840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What is  p( ball is red if the ball is picked from B1)?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CA69E6-4B03-AD00-4AA0-71829A1754FF}"/>
              </a:ext>
            </a:extLst>
          </p:cNvPr>
          <p:cNvSpPr txBox="1"/>
          <p:nvPr/>
        </p:nvSpPr>
        <p:spPr>
          <a:xfrm>
            <a:off x="276411" y="260293"/>
            <a:ext cx="2993512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Balls and Bins and Bayes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0732E6-E675-E95B-D938-440316BA091F}"/>
              </a:ext>
            </a:extLst>
          </p:cNvPr>
          <p:cNvSpPr txBox="1"/>
          <p:nvPr/>
        </p:nvSpPr>
        <p:spPr>
          <a:xfrm>
            <a:off x="327747" y="1676210"/>
            <a:ext cx="2474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p( X = red  |   B = 1) = </a:t>
            </a:r>
          </a:p>
        </p:txBody>
      </p:sp>
      <p:sp>
        <p:nvSpPr>
          <p:cNvPr id="26" name="Left Bracket 25">
            <a:extLst>
              <a:ext uri="{FF2B5EF4-FFF2-40B4-BE49-F238E27FC236}">
                <a16:creationId xmlns:a16="http://schemas.microsoft.com/office/drawing/2014/main" id="{E33A55E0-8393-F6DE-E4AA-FBAE14ABA747}"/>
              </a:ext>
            </a:extLst>
          </p:cNvPr>
          <p:cNvSpPr/>
          <p:nvPr/>
        </p:nvSpPr>
        <p:spPr>
          <a:xfrm rot="16200000">
            <a:off x="6833767" y="-45646"/>
            <a:ext cx="1544595" cy="2336904"/>
          </a:xfrm>
          <a:prstGeom prst="leftBracket">
            <a:avLst>
              <a:gd name="adj" fmla="val 25183"/>
            </a:avLst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Left Bracket 26">
            <a:extLst>
              <a:ext uri="{FF2B5EF4-FFF2-40B4-BE49-F238E27FC236}">
                <a16:creationId xmlns:a16="http://schemas.microsoft.com/office/drawing/2014/main" id="{C52BBCAF-7B8E-A148-F02D-9DC5B4C5D837}"/>
              </a:ext>
            </a:extLst>
          </p:cNvPr>
          <p:cNvSpPr/>
          <p:nvPr/>
        </p:nvSpPr>
        <p:spPr>
          <a:xfrm rot="16200000">
            <a:off x="9974840" y="-45646"/>
            <a:ext cx="1544595" cy="2336904"/>
          </a:xfrm>
          <a:prstGeom prst="leftBracket">
            <a:avLst>
              <a:gd name="adj" fmla="val 25183"/>
            </a:avLst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8F1A509-E0AA-BE85-6B89-98E71427245A}"/>
              </a:ext>
            </a:extLst>
          </p:cNvPr>
          <p:cNvSpPr/>
          <p:nvPr/>
        </p:nvSpPr>
        <p:spPr>
          <a:xfrm>
            <a:off x="7637574" y="1076739"/>
            <a:ext cx="345989" cy="35834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D9BF895-EDDA-6ED0-DB88-44A6BD00E8AC}"/>
              </a:ext>
            </a:extLst>
          </p:cNvPr>
          <p:cNvSpPr/>
          <p:nvPr/>
        </p:nvSpPr>
        <p:spPr>
          <a:xfrm>
            <a:off x="7193925" y="1118232"/>
            <a:ext cx="345989" cy="35834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266C4F7-F766-9D52-6B41-E366154528ED}"/>
              </a:ext>
            </a:extLst>
          </p:cNvPr>
          <p:cNvSpPr/>
          <p:nvPr/>
        </p:nvSpPr>
        <p:spPr>
          <a:xfrm>
            <a:off x="6888052" y="1485524"/>
            <a:ext cx="345989" cy="35834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A2D6EB1-8F1B-D898-42EE-B1066550DF81}"/>
              </a:ext>
            </a:extLst>
          </p:cNvPr>
          <p:cNvSpPr/>
          <p:nvPr/>
        </p:nvSpPr>
        <p:spPr>
          <a:xfrm>
            <a:off x="10041820" y="1497038"/>
            <a:ext cx="345989" cy="35834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B6AB0AB-8C51-460C-D47C-DAD9B5F2B41D}"/>
              </a:ext>
            </a:extLst>
          </p:cNvPr>
          <p:cNvSpPr/>
          <p:nvPr/>
        </p:nvSpPr>
        <p:spPr>
          <a:xfrm>
            <a:off x="7877910" y="1502885"/>
            <a:ext cx="345989" cy="35834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754FCAA-9093-DD8C-B308-CD7D3A124B7F}"/>
              </a:ext>
            </a:extLst>
          </p:cNvPr>
          <p:cNvSpPr/>
          <p:nvPr/>
        </p:nvSpPr>
        <p:spPr>
          <a:xfrm>
            <a:off x="7424831" y="678674"/>
            <a:ext cx="345989" cy="35834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42D3670-0A83-1099-59B7-E15ED3DEE195}"/>
              </a:ext>
            </a:extLst>
          </p:cNvPr>
          <p:cNvSpPr/>
          <p:nvPr/>
        </p:nvSpPr>
        <p:spPr>
          <a:xfrm>
            <a:off x="7433069" y="1497039"/>
            <a:ext cx="345989" cy="35834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C389688-E0DD-64EB-3C21-8CDA1F681D5C}"/>
              </a:ext>
            </a:extLst>
          </p:cNvPr>
          <p:cNvSpPr/>
          <p:nvPr/>
        </p:nvSpPr>
        <p:spPr>
          <a:xfrm>
            <a:off x="10519614" y="1477545"/>
            <a:ext cx="345989" cy="35834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7EE317F-24F2-9CCB-3845-CD6457FC0C66}"/>
              </a:ext>
            </a:extLst>
          </p:cNvPr>
          <p:cNvSpPr/>
          <p:nvPr/>
        </p:nvSpPr>
        <p:spPr>
          <a:xfrm>
            <a:off x="10747137" y="1108894"/>
            <a:ext cx="345989" cy="35834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BF3D2D8-2786-05D6-EB8E-6E528BE8D55D}"/>
              </a:ext>
            </a:extLst>
          </p:cNvPr>
          <p:cNvSpPr/>
          <p:nvPr/>
        </p:nvSpPr>
        <p:spPr>
          <a:xfrm>
            <a:off x="10997408" y="1470247"/>
            <a:ext cx="345989" cy="35834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1F3C410-1D02-45A3-BCA3-FCB7C0393308}"/>
              </a:ext>
            </a:extLst>
          </p:cNvPr>
          <p:cNvSpPr/>
          <p:nvPr/>
        </p:nvSpPr>
        <p:spPr>
          <a:xfrm>
            <a:off x="10287028" y="1098972"/>
            <a:ext cx="345989" cy="35834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F8A0011-8AF6-6210-9B3E-DB83464882FA}"/>
              </a:ext>
            </a:extLst>
          </p:cNvPr>
          <p:cNvSpPr/>
          <p:nvPr/>
        </p:nvSpPr>
        <p:spPr>
          <a:xfrm>
            <a:off x="10460022" y="709429"/>
            <a:ext cx="345989" cy="35834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DE5063D-167C-74BC-C1E8-6A6750EE4DD1}"/>
              </a:ext>
            </a:extLst>
          </p:cNvPr>
          <p:cNvSpPr txBox="1"/>
          <p:nvPr/>
        </p:nvSpPr>
        <p:spPr>
          <a:xfrm>
            <a:off x="10376367" y="135212"/>
            <a:ext cx="489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B2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339E98-9A51-EF53-3F57-1F67755B1178}"/>
              </a:ext>
            </a:extLst>
          </p:cNvPr>
          <p:cNvSpPr txBox="1"/>
          <p:nvPr/>
        </p:nvSpPr>
        <p:spPr>
          <a:xfrm>
            <a:off x="7295296" y="130893"/>
            <a:ext cx="489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B1</a:t>
            </a:r>
          </a:p>
        </p:txBody>
      </p:sp>
    </p:spTree>
    <p:extLst>
      <p:ext uri="{BB962C8B-B14F-4D97-AF65-F5344CB8AC3E}">
        <p14:creationId xmlns:p14="http://schemas.microsoft.com/office/powerpoint/2010/main" val="747683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C56F4C1-AEEE-28F0-FF16-AC42497211EF}"/>
              </a:ext>
            </a:extLst>
          </p:cNvPr>
          <p:cNvSpPr txBox="1"/>
          <p:nvPr/>
        </p:nvSpPr>
        <p:spPr>
          <a:xfrm>
            <a:off x="327747" y="1127706"/>
            <a:ext cx="5840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What is  p( ball is red if the ball is picked from B1)?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0732E6-E675-E95B-D938-440316BA091F}"/>
              </a:ext>
            </a:extLst>
          </p:cNvPr>
          <p:cNvSpPr txBox="1"/>
          <p:nvPr/>
        </p:nvSpPr>
        <p:spPr>
          <a:xfrm>
            <a:off x="327747" y="1676210"/>
            <a:ext cx="2474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p( X = red  |   B = 1) = </a:t>
            </a:r>
          </a:p>
        </p:txBody>
      </p:sp>
      <p:sp>
        <p:nvSpPr>
          <p:cNvPr id="26" name="Left Bracket 25">
            <a:extLst>
              <a:ext uri="{FF2B5EF4-FFF2-40B4-BE49-F238E27FC236}">
                <a16:creationId xmlns:a16="http://schemas.microsoft.com/office/drawing/2014/main" id="{E33A55E0-8393-F6DE-E4AA-FBAE14ABA747}"/>
              </a:ext>
            </a:extLst>
          </p:cNvPr>
          <p:cNvSpPr/>
          <p:nvPr/>
        </p:nvSpPr>
        <p:spPr>
          <a:xfrm rot="16200000">
            <a:off x="6833767" y="-45646"/>
            <a:ext cx="1544595" cy="2336904"/>
          </a:xfrm>
          <a:prstGeom prst="leftBracket">
            <a:avLst>
              <a:gd name="adj" fmla="val 25183"/>
            </a:avLst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Left Bracket 26">
            <a:extLst>
              <a:ext uri="{FF2B5EF4-FFF2-40B4-BE49-F238E27FC236}">
                <a16:creationId xmlns:a16="http://schemas.microsoft.com/office/drawing/2014/main" id="{C52BBCAF-7B8E-A148-F02D-9DC5B4C5D837}"/>
              </a:ext>
            </a:extLst>
          </p:cNvPr>
          <p:cNvSpPr/>
          <p:nvPr/>
        </p:nvSpPr>
        <p:spPr>
          <a:xfrm rot="16200000">
            <a:off x="9974840" y="-45646"/>
            <a:ext cx="1544595" cy="2336904"/>
          </a:xfrm>
          <a:prstGeom prst="leftBracket">
            <a:avLst>
              <a:gd name="adj" fmla="val 25183"/>
            </a:avLst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8F1A509-E0AA-BE85-6B89-98E71427245A}"/>
              </a:ext>
            </a:extLst>
          </p:cNvPr>
          <p:cNvSpPr/>
          <p:nvPr/>
        </p:nvSpPr>
        <p:spPr>
          <a:xfrm>
            <a:off x="7637574" y="1076739"/>
            <a:ext cx="345989" cy="35834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D9BF895-EDDA-6ED0-DB88-44A6BD00E8AC}"/>
              </a:ext>
            </a:extLst>
          </p:cNvPr>
          <p:cNvSpPr/>
          <p:nvPr/>
        </p:nvSpPr>
        <p:spPr>
          <a:xfrm>
            <a:off x="7193925" y="1118232"/>
            <a:ext cx="345989" cy="35834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266C4F7-F766-9D52-6B41-E366154528ED}"/>
              </a:ext>
            </a:extLst>
          </p:cNvPr>
          <p:cNvSpPr/>
          <p:nvPr/>
        </p:nvSpPr>
        <p:spPr>
          <a:xfrm>
            <a:off x="6888052" y="1485524"/>
            <a:ext cx="345989" cy="35834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A2D6EB1-8F1B-D898-42EE-B1066550DF81}"/>
              </a:ext>
            </a:extLst>
          </p:cNvPr>
          <p:cNvSpPr/>
          <p:nvPr/>
        </p:nvSpPr>
        <p:spPr>
          <a:xfrm>
            <a:off x="10041820" y="1497038"/>
            <a:ext cx="345989" cy="35834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B6AB0AB-8C51-460C-D47C-DAD9B5F2B41D}"/>
              </a:ext>
            </a:extLst>
          </p:cNvPr>
          <p:cNvSpPr/>
          <p:nvPr/>
        </p:nvSpPr>
        <p:spPr>
          <a:xfrm>
            <a:off x="7877910" y="1502885"/>
            <a:ext cx="345989" cy="35834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754FCAA-9093-DD8C-B308-CD7D3A124B7F}"/>
              </a:ext>
            </a:extLst>
          </p:cNvPr>
          <p:cNvSpPr/>
          <p:nvPr/>
        </p:nvSpPr>
        <p:spPr>
          <a:xfrm>
            <a:off x="7424831" y="678674"/>
            <a:ext cx="345989" cy="35834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42D3670-0A83-1099-59B7-E15ED3DEE195}"/>
              </a:ext>
            </a:extLst>
          </p:cNvPr>
          <p:cNvSpPr/>
          <p:nvPr/>
        </p:nvSpPr>
        <p:spPr>
          <a:xfrm>
            <a:off x="7433069" y="1497039"/>
            <a:ext cx="345989" cy="35834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C389688-E0DD-64EB-3C21-8CDA1F681D5C}"/>
              </a:ext>
            </a:extLst>
          </p:cNvPr>
          <p:cNvSpPr/>
          <p:nvPr/>
        </p:nvSpPr>
        <p:spPr>
          <a:xfrm>
            <a:off x="10519614" y="1477545"/>
            <a:ext cx="345989" cy="35834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7EE317F-24F2-9CCB-3845-CD6457FC0C66}"/>
              </a:ext>
            </a:extLst>
          </p:cNvPr>
          <p:cNvSpPr/>
          <p:nvPr/>
        </p:nvSpPr>
        <p:spPr>
          <a:xfrm>
            <a:off x="10747137" y="1108894"/>
            <a:ext cx="345989" cy="35834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BF3D2D8-2786-05D6-EB8E-6E528BE8D55D}"/>
              </a:ext>
            </a:extLst>
          </p:cNvPr>
          <p:cNvSpPr/>
          <p:nvPr/>
        </p:nvSpPr>
        <p:spPr>
          <a:xfrm>
            <a:off x="10997408" y="1470247"/>
            <a:ext cx="345989" cy="35834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1F3C410-1D02-45A3-BCA3-FCB7C0393308}"/>
              </a:ext>
            </a:extLst>
          </p:cNvPr>
          <p:cNvSpPr/>
          <p:nvPr/>
        </p:nvSpPr>
        <p:spPr>
          <a:xfrm>
            <a:off x="10287028" y="1098972"/>
            <a:ext cx="345989" cy="35834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F8A0011-8AF6-6210-9B3E-DB83464882FA}"/>
              </a:ext>
            </a:extLst>
          </p:cNvPr>
          <p:cNvSpPr/>
          <p:nvPr/>
        </p:nvSpPr>
        <p:spPr>
          <a:xfrm>
            <a:off x="10460022" y="709429"/>
            <a:ext cx="345989" cy="35834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DE5063D-167C-74BC-C1E8-6A6750EE4DD1}"/>
              </a:ext>
            </a:extLst>
          </p:cNvPr>
          <p:cNvSpPr txBox="1"/>
          <p:nvPr/>
        </p:nvSpPr>
        <p:spPr>
          <a:xfrm>
            <a:off x="10376367" y="135212"/>
            <a:ext cx="489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B2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339E98-9A51-EF53-3F57-1F67755B1178}"/>
              </a:ext>
            </a:extLst>
          </p:cNvPr>
          <p:cNvSpPr txBox="1"/>
          <p:nvPr/>
        </p:nvSpPr>
        <p:spPr>
          <a:xfrm>
            <a:off x="7295296" y="130893"/>
            <a:ext cx="489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B1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02C07B-AC21-593E-9B7E-CC2CD82C2066}"/>
              </a:ext>
            </a:extLst>
          </p:cNvPr>
          <p:cNvSpPr txBox="1"/>
          <p:nvPr/>
        </p:nvSpPr>
        <p:spPr>
          <a:xfrm>
            <a:off x="327747" y="3244334"/>
            <a:ext cx="2532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p( B = 1  |   X = red ) =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314E89-6D01-EA59-4DD2-DD66EA9DF435}"/>
              </a:ext>
            </a:extLst>
          </p:cNvPr>
          <p:cNvSpPr txBox="1"/>
          <p:nvPr/>
        </p:nvSpPr>
        <p:spPr>
          <a:xfrm>
            <a:off x="327747" y="2875002"/>
            <a:ext cx="5726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What is  p ( bin is B1 if the ball you picked is red )?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AAE04B-566A-C594-7C1E-58629A844C94}"/>
              </a:ext>
            </a:extLst>
          </p:cNvPr>
          <p:cNvSpPr txBox="1"/>
          <p:nvPr/>
        </p:nvSpPr>
        <p:spPr>
          <a:xfrm>
            <a:off x="276411" y="260293"/>
            <a:ext cx="2993512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Balls and Bins and Bayes</a:t>
            </a:r>
          </a:p>
        </p:txBody>
      </p:sp>
    </p:spTree>
    <p:extLst>
      <p:ext uri="{BB962C8B-B14F-4D97-AF65-F5344CB8AC3E}">
        <p14:creationId xmlns:p14="http://schemas.microsoft.com/office/powerpoint/2010/main" val="2502822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C56F4C1-AEEE-28F0-FF16-AC42497211EF}"/>
              </a:ext>
            </a:extLst>
          </p:cNvPr>
          <p:cNvSpPr txBox="1"/>
          <p:nvPr/>
        </p:nvSpPr>
        <p:spPr>
          <a:xfrm>
            <a:off x="327747" y="1127706"/>
            <a:ext cx="5840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What is  p( ball is red if the ball is picked from B1)?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0732E6-E675-E95B-D938-440316BA091F}"/>
              </a:ext>
            </a:extLst>
          </p:cNvPr>
          <p:cNvSpPr txBox="1"/>
          <p:nvPr/>
        </p:nvSpPr>
        <p:spPr>
          <a:xfrm>
            <a:off x="327747" y="1676210"/>
            <a:ext cx="2474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p( X = red  |   B = 1) = </a:t>
            </a:r>
          </a:p>
        </p:txBody>
      </p:sp>
      <p:sp>
        <p:nvSpPr>
          <p:cNvPr id="26" name="Left Bracket 25">
            <a:extLst>
              <a:ext uri="{FF2B5EF4-FFF2-40B4-BE49-F238E27FC236}">
                <a16:creationId xmlns:a16="http://schemas.microsoft.com/office/drawing/2014/main" id="{E33A55E0-8393-F6DE-E4AA-FBAE14ABA747}"/>
              </a:ext>
            </a:extLst>
          </p:cNvPr>
          <p:cNvSpPr/>
          <p:nvPr/>
        </p:nvSpPr>
        <p:spPr>
          <a:xfrm rot="16200000">
            <a:off x="6833767" y="-45646"/>
            <a:ext cx="1544595" cy="2336904"/>
          </a:xfrm>
          <a:prstGeom prst="leftBracket">
            <a:avLst>
              <a:gd name="adj" fmla="val 25183"/>
            </a:avLst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Left Bracket 26">
            <a:extLst>
              <a:ext uri="{FF2B5EF4-FFF2-40B4-BE49-F238E27FC236}">
                <a16:creationId xmlns:a16="http://schemas.microsoft.com/office/drawing/2014/main" id="{C52BBCAF-7B8E-A148-F02D-9DC5B4C5D837}"/>
              </a:ext>
            </a:extLst>
          </p:cNvPr>
          <p:cNvSpPr/>
          <p:nvPr/>
        </p:nvSpPr>
        <p:spPr>
          <a:xfrm rot="16200000">
            <a:off x="9974840" y="-45646"/>
            <a:ext cx="1544595" cy="2336904"/>
          </a:xfrm>
          <a:prstGeom prst="leftBracket">
            <a:avLst>
              <a:gd name="adj" fmla="val 25183"/>
            </a:avLst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8F1A509-E0AA-BE85-6B89-98E71427245A}"/>
              </a:ext>
            </a:extLst>
          </p:cNvPr>
          <p:cNvSpPr/>
          <p:nvPr/>
        </p:nvSpPr>
        <p:spPr>
          <a:xfrm>
            <a:off x="7637574" y="1076739"/>
            <a:ext cx="345989" cy="35834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D9BF895-EDDA-6ED0-DB88-44A6BD00E8AC}"/>
              </a:ext>
            </a:extLst>
          </p:cNvPr>
          <p:cNvSpPr/>
          <p:nvPr/>
        </p:nvSpPr>
        <p:spPr>
          <a:xfrm>
            <a:off x="7193925" y="1118232"/>
            <a:ext cx="345989" cy="35834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266C4F7-F766-9D52-6B41-E366154528ED}"/>
              </a:ext>
            </a:extLst>
          </p:cNvPr>
          <p:cNvSpPr/>
          <p:nvPr/>
        </p:nvSpPr>
        <p:spPr>
          <a:xfrm>
            <a:off x="6888052" y="1485524"/>
            <a:ext cx="345989" cy="35834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A2D6EB1-8F1B-D898-42EE-B1066550DF81}"/>
              </a:ext>
            </a:extLst>
          </p:cNvPr>
          <p:cNvSpPr/>
          <p:nvPr/>
        </p:nvSpPr>
        <p:spPr>
          <a:xfrm>
            <a:off x="10041820" y="1497038"/>
            <a:ext cx="345989" cy="35834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B6AB0AB-8C51-460C-D47C-DAD9B5F2B41D}"/>
              </a:ext>
            </a:extLst>
          </p:cNvPr>
          <p:cNvSpPr/>
          <p:nvPr/>
        </p:nvSpPr>
        <p:spPr>
          <a:xfrm>
            <a:off x="7877910" y="1502885"/>
            <a:ext cx="345989" cy="35834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754FCAA-9093-DD8C-B308-CD7D3A124B7F}"/>
              </a:ext>
            </a:extLst>
          </p:cNvPr>
          <p:cNvSpPr/>
          <p:nvPr/>
        </p:nvSpPr>
        <p:spPr>
          <a:xfrm>
            <a:off x="7424831" y="678674"/>
            <a:ext cx="345989" cy="35834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42D3670-0A83-1099-59B7-E15ED3DEE195}"/>
              </a:ext>
            </a:extLst>
          </p:cNvPr>
          <p:cNvSpPr/>
          <p:nvPr/>
        </p:nvSpPr>
        <p:spPr>
          <a:xfrm>
            <a:off x="7433069" y="1497039"/>
            <a:ext cx="345989" cy="35834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C389688-E0DD-64EB-3C21-8CDA1F681D5C}"/>
              </a:ext>
            </a:extLst>
          </p:cNvPr>
          <p:cNvSpPr/>
          <p:nvPr/>
        </p:nvSpPr>
        <p:spPr>
          <a:xfrm>
            <a:off x="10519614" y="1477545"/>
            <a:ext cx="345989" cy="35834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7EE317F-24F2-9CCB-3845-CD6457FC0C66}"/>
              </a:ext>
            </a:extLst>
          </p:cNvPr>
          <p:cNvSpPr/>
          <p:nvPr/>
        </p:nvSpPr>
        <p:spPr>
          <a:xfrm>
            <a:off x="10747137" y="1108894"/>
            <a:ext cx="345989" cy="35834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BF3D2D8-2786-05D6-EB8E-6E528BE8D55D}"/>
              </a:ext>
            </a:extLst>
          </p:cNvPr>
          <p:cNvSpPr/>
          <p:nvPr/>
        </p:nvSpPr>
        <p:spPr>
          <a:xfrm>
            <a:off x="10997408" y="1470247"/>
            <a:ext cx="345989" cy="35834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1F3C410-1D02-45A3-BCA3-FCB7C0393308}"/>
              </a:ext>
            </a:extLst>
          </p:cNvPr>
          <p:cNvSpPr/>
          <p:nvPr/>
        </p:nvSpPr>
        <p:spPr>
          <a:xfrm>
            <a:off x="10287028" y="1098972"/>
            <a:ext cx="345989" cy="35834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F8A0011-8AF6-6210-9B3E-DB83464882FA}"/>
              </a:ext>
            </a:extLst>
          </p:cNvPr>
          <p:cNvSpPr/>
          <p:nvPr/>
        </p:nvSpPr>
        <p:spPr>
          <a:xfrm>
            <a:off x="10460022" y="709429"/>
            <a:ext cx="345989" cy="35834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DE5063D-167C-74BC-C1E8-6A6750EE4DD1}"/>
              </a:ext>
            </a:extLst>
          </p:cNvPr>
          <p:cNvSpPr txBox="1"/>
          <p:nvPr/>
        </p:nvSpPr>
        <p:spPr>
          <a:xfrm>
            <a:off x="10376367" y="135212"/>
            <a:ext cx="489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B2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339E98-9A51-EF53-3F57-1F67755B1178}"/>
              </a:ext>
            </a:extLst>
          </p:cNvPr>
          <p:cNvSpPr txBox="1"/>
          <p:nvPr/>
        </p:nvSpPr>
        <p:spPr>
          <a:xfrm>
            <a:off x="7295296" y="130893"/>
            <a:ext cx="489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B1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02C07B-AC21-593E-9B7E-CC2CD82C2066}"/>
              </a:ext>
            </a:extLst>
          </p:cNvPr>
          <p:cNvSpPr txBox="1"/>
          <p:nvPr/>
        </p:nvSpPr>
        <p:spPr>
          <a:xfrm>
            <a:off x="327747" y="3244334"/>
            <a:ext cx="2532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p( B = 1  |   X = red ) =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314E89-6D01-EA59-4DD2-DD66EA9DF435}"/>
              </a:ext>
            </a:extLst>
          </p:cNvPr>
          <p:cNvSpPr txBox="1"/>
          <p:nvPr/>
        </p:nvSpPr>
        <p:spPr>
          <a:xfrm>
            <a:off x="327747" y="2875002"/>
            <a:ext cx="5726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What is  p ( bin is B1 if the ball you picked is red )?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B81AAB-2900-96F0-C47B-96294C97F2F7}"/>
              </a:ext>
            </a:extLst>
          </p:cNvPr>
          <p:cNvSpPr txBox="1"/>
          <p:nvPr/>
        </p:nvSpPr>
        <p:spPr>
          <a:xfrm>
            <a:off x="7810568" y="2690441"/>
            <a:ext cx="38098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Likelihood</a:t>
            </a:r>
            <a:r>
              <a:rPr lang="en-US" dirty="0">
                <a:latin typeface="Arial Rounded MT Bold" panose="020F0704030504030204" pitchFamily="34" charset="77"/>
              </a:rPr>
              <a:t> </a:t>
            </a:r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 you know this </a:t>
            </a:r>
          </a:p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distribution, so easy to calculate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F63241-C81B-FE18-D2D6-6774801EF40D}"/>
              </a:ext>
            </a:extLst>
          </p:cNvPr>
          <p:cNvSpPr txBox="1"/>
          <p:nvPr/>
        </p:nvSpPr>
        <p:spPr>
          <a:xfrm>
            <a:off x="7770820" y="3917878"/>
            <a:ext cx="41881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Posterior</a:t>
            </a:r>
            <a:r>
              <a:rPr lang="en-US" dirty="0">
                <a:latin typeface="Arial Rounded MT Bold" panose="020F0704030504030204" pitchFamily="34" charset="77"/>
              </a:rPr>
              <a:t> </a:t>
            </a:r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 the opposite is a known</a:t>
            </a:r>
          </a:p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distribution, but this is a bit harder.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50A204-6189-57A6-795E-9EE23FAEA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8265" y="5049265"/>
            <a:ext cx="3162300" cy="9271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9AD9FA-BCAA-C300-5547-D21F8BDFA712}"/>
              </a:ext>
            </a:extLst>
          </p:cNvPr>
          <p:cNvSpPr txBox="1"/>
          <p:nvPr/>
        </p:nvSpPr>
        <p:spPr>
          <a:xfrm>
            <a:off x="276411" y="260293"/>
            <a:ext cx="2993512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Balls and Bins and Bayes</a:t>
            </a:r>
          </a:p>
        </p:txBody>
      </p:sp>
    </p:spTree>
    <p:extLst>
      <p:ext uri="{BB962C8B-B14F-4D97-AF65-F5344CB8AC3E}">
        <p14:creationId xmlns:p14="http://schemas.microsoft.com/office/powerpoint/2010/main" val="2694563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8ECA69E6-4B03-AD00-4AA0-71829A1754FF}"/>
              </a:ext>
            </a:extLst>
          </p:cNvPr>
          <p:cNvSpPr txBox="1"/>
          <p:nvPr/>
        </p:nvSpPr>
        <p:spPr>
          <a:xfrm>
            <a:off x="276411" y="260293"/>
            <a:ext cx="2993512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Balls and Bins and Bayes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0732E6-E675-E95B-D938-440316BA091F}"/>
              </a:ext>
            </a:extLst>
          </p:cNvPr>
          <p:cNvSpPr txBox="1"/>
          <p:nvPr/>
        </p:nvSpPr>
        <p:spPr>
          <a:xfrm>
            <a:off x="809249" y="3917878"/>
            <a:ext cx="4199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p( Harris voter  |  Illinois resident )  </a:t>
            </a:r>
          </a:p>
        </p:txBody>
      </p:sp>
      <p:sp>
        <p:nvSpPr>
          <p:cNvPr id="26" name="Left Bracket 25">
            <a:extLst>
              <a:ext uri="{FF2B5EF4-FFF2-40B4-BE49-F238E27FC236}">
                <a16:creationId xmlns:a16="http://schemas.microsoft.com/office/drawing/2014/main" id="{E33A55E0-8393-F6DE-E4AA-FBAE14ABA747}"/>
              </a:ext>
            </a:extLst>
          </p:cNvPr>
          <p:cNvSpPr/>
          <p:nvPr/>
        </p:nvSpPr>
        <p:spPr>
          <a:xfrm rot="16200000">
            <a:off x="6833767" y="-45646"/>
            <a:ext cx="1544595" cy="2336904"/>
          </a:xfrm>
          <a:prstGeom prst="leftBracket">
            <a:avLst>
              <a:gd name="adj" fmla="val 25183"/>
            </a:avLst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Left Bracket 26">
            <a:extLst>
              <a:ext uri="{FF2B5EF4-FFF2-40B4-BE49-F238E27FC236}">
                <a16:creationId xmlns:a16="http://schemas.microsoft.com/office/drawing/2014/main" id="{C52BBCAF-7B8E-A148-F02D-9DC5B4C5D837}"/>
              </a:ext>
            </a:extLst>
          </p:cNvPr>
          <p:cNvSpPr/>
          <p:nvPr/>
        </p:nvSpPr>
        <p:spPr>
          <a:xfrm rot="16200000">
            <a:off x="9974840" y="-45646"/>
            <a:ext cx="1544595" cy="2336904"/>
          </a:xfrm>
          <a:prstGeom prst="leftBracket">
            <a:avLst>
              <a:gd name="adj" fmla="val 25183"/>
            </a:avLst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8F1A509-E0AA-BE85-6B89-98E71427245A}"/>
              </a:ext>
            </a:extLst>
          </p:cNvPr>
          <p:cNvSpPr/>
          <p:nvPr/>
        </p:nvSpPr>
        <p:spPr>
          <a:xfrm>
            <a:off x="7637574" y="1076739"/>
            <a:ext cx="345989" cy="35834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D9BF895-EDDA-6ED0-DB88-44A6BD00E8AC}"/>
              </a:ext>
            </a:extLst>
          </p:cNvPr>
          <p:cNvSpPr/>
          <p:nvPr/>
        </p:nvSpPr>
        <p:spPr>
          <a:xfrm>
            <a:off x="7193925" y="1118232"/>
            <a:ext cx="345989" cy="35834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266C4F7-F766-9D52-6B41-E366154528ED}"/>
              </a:ext>
            </a:extLst>
          </p:cNvPr>
          <p:cNvSpPr/>
          <p:nvPr/>
        </p:nvSpPr>
        <p:spPr>
          <a:xfrm>
            <a:off x="6888052" y="1485524"/>
            <a:ext cx="345989" cy="35834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A2D6EB1-8F1B-D898-42EE-B1066550DF81}"/>
              </a:ext>
            </a:extLst>
          </p:cNvPr>
          <p:cNvSpPr/>
          <p:nvPr/>
        </p:nvSpPr>
        <p:spPr>
          <a:xfrm>
            <a:off x="10041820" y="1497038"/>
            <a:ext cx="345989" cy="35834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B6AB0AB-8C51-460C-D47C-DAD9B5F2B41D}"/>
              </a:ext>
            </a:extLst>
          </p:cNvPr>
          <p:cNvSpPr/>
          <p:nvPr/>
        </p:nvSpPr>
        <p:spPr>
          <a:xfrm>
            <a:off x="7877910" y="1502885"/>
            <a:ext cx="345989" cy="35834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754FCAA-9093-DD8C-B308-CD7D3A124B7F}"/>
              </a:ext>
            </a:extLst>
          </p:cNvPr>
          <p:cNvSpPr/>
          <p:nvPr/>
        </p:nvSpPr>
        <p:spPr>
          <a:xfrm>
            <a:off x="7424831" y="678674"/>
            <a:ext cx="345989" cy="35834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42D3670-0A83-1099-59B7-E15ED3DEE195}"/>
              </a:ext>
            </a:extLst>
          </p:cNvPr>
          <p:cNvSpPr/>
          <p:nvPr/>
        </p:nvSpPr>
        <p:spPr>
          <a:xfrm>
            <a:off x="7433069" y="1497039"/>
            <a:ext cx="345989" cy="35834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C389688-E0DD-64EB-3C21-8CDA1F681D5C}"/>
              </a:ext>
            </a:extLst>
          </p:cNvPr>
          <p:cNvSpPr/>
          <p:nvPr/>
        </p:nvSpPr>
        <p:spPr>
          <a:xfrm>
            <a:off x="10519614" y="1477545"/>
            <a:ext cx="345989" cy="35834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7EE317F-24F2-9CCB-3845-CD6457FC0C66}"/>
              </a:ext>
            </a:extLst>
          </p:cNvPr>
          <p:cNvSpPr/>
          <p:nvPr/>
        </p:nvSpPr>
        <p:spPr>
          <a:xfrm>
            <a:off x="10747137" y="1108894"/>
            <a:ext cx="345989" cy="35834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BF3D2D8-2786-05D6-EB8E-6E528BE8D55D}"/>
              </a:ext>
            </a:extLst>
          </p:cNvPr>
          <p:cNvSpPr/>
          <p:nvPr/>
        </p:nvSpPr>
        <p:spPr>
          <a:xfrm>
            <a:off x="10997408" y="1470247"/>
            <a:ext cx="345989" cy="35834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1F3C410-1D02-45A3-BCA3-FCB7C0393308}"/>
              </a:ext>
            </a:extLst>
          </p:cNvPr>
          <p:cNvSpPr/>
          <p:nvPr/>
        </p:nvSpPr>
        <p:spPr>
          <a:xfrm>
            <a:off x="10287028" y="1098972"/>
            <a:ext cx="345989" cy="35834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F8A0011-8AF6-6210-9B3E-DB83464882FA}"/>
              </a:ext>
            </a:extLst>
          </p:cNvPr>
          <p:cNvSpPr/>
          <p:nvPr/>
        </p:nvSpPr>
        <p:spPr>
          <a:xfrm>
            <a:off x="10460022" y="709429"/>
            <a:ext cx="345989" cy="35834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DE5063D-167C-74BC-C1E8-6A6750EE4DD1}"/>
              </a:ext>
            </a:extLst>
          </p:cNvPr>
          <p:cNvSpPr txBox="1"/>
          <p:nvPr/>
        </p:nvSpPr>
        <p:spPr>
          <a:xfrm>
            <a:off x="10376367" y="135212"/>
            <a:ext cx="489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B2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339E98-9A51-EF53-3F57-1F67755B1178}"/>
              </a:ext>
            </a:extLst>
          </p:cNvPr>
          <p:cNvSpPr txBox="1"/>
          <p:nvPr/>
        </p:nvSpPr>
        <p:spPr>
          <a:xfrm>
            <a:off x="7295296" y="130893"/>
            <a:ext cx="489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B1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B81AAB-2900-96F0-C47B-96294C97F2F7}"/>
              </a:ext>
            </a:extLst>
          </p:cNvPr>
          <p:cNvSpPr txBox="1"/>
          <p:nvPr/>
        </p:nvSpPr>
        <p:spPr>
          <a:xfrm>
            <a:off x="7810568" y="2690441"/>
            <a:ext cx="38098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Likelihood</a:t>
            </a:r>
            <a:r>
              <a:rPr lang="en-US" dirty="0">
                <a:latin typeface="Arial Rounded MT Bold" panose="020F0704030504030204" pitchFamily="34" charset="77"/>
              </a:rPr>
              <a:t> </a:t>
            </a:r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 you know this </a:t>
            </a:r>
          </a:p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distribution, so easy to calculate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F63241-C81B-FE18-D2D6-6774801EF40D}"/>
              </a:ext>
            </a:extLst>
          </p:cNvPr>
          <p:cNvSpPr txBox="1"/>
          <p:nvPr/>
        </p:nvSpPr>
        <p:spPr>
          <a:xfrm>
            <a:off x="7770820" y="3917878"/>
            <a:ext cx="41881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Posterior</a:t>
            </a:r>
            <a:r>
              <a:rPr lang="en-US" dirty="0">
                <a:latin typeface="Arial Rounded MT Bold" panose="020F0704030504030204" pitchFamily="34" charset="77"/>
              </a:rPr>
              <a:t> </a:t>
            </a:r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 the opposite is a known</a:t>
            </a:r>
          </a:p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distribution, but this is a bit harder.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50A204-6189-57A6-795E-9EE23FAEA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8265" y="5049265"/>
            <a:ext cx="3162300" cy="9271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97DF21C-CEC1-00A8-82E9-0D8233B52B7D}"/>
              </a:ext>
            </a:extLst>
          </p:cNvPr>
          <p:cNvSpPr txBox="1"/>
          <p:nvPr/>
        </p:nvSpPr>
        <p:spPr>
          <a:xfrm>
            <a:off x="809248" y="2644274"/>
            <a:ext cx="4064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p( Illinois resident  |  Harris voter )  </a:t>
            </a:r>
          </a:p>
        </p:txBody>
      </p:sp>
    </p:spTree>
    <p:extLst>
      <p:ext uri="{BB962C8B-B14F-4D97-AF65-F5344CB8AC3E}">
        <p14:creationId xmlns:p14="http://schemas.microsoft.com/office/powerpoint/2010/main" val="2800645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8ECA69E6-4B03-AD00-4AA0-71829A1754FF}"/>
              </a:ext>
            </a:extLst>
          </p:cNvPr>
          <p:cNvSpPr txBox="1"/>
          <p:nvPr/>
        </p:nvSpPr>
        <p:spPr>
          <a:xfrm>
            <a:off x="276411" y="260293"/>
            <a:ext cx="2993512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Balls and Bins and Bayes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0732E6-E675-E95B-D938-440316BA091F}"/>
              </a:ext>
            </a:extLst>
          </p:cNvPr>
          <p:cNvSpPr txBox="1"/>
          <p:nvPr/>
        </p:nvSpPr>
        <p:spPr>
          <a:xfrm>
            <a:off x="809249" y="3917878"/>
            <a:ext cx="4199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p( Harris voter  |  Illinois resident )  </a:t>
            </a:r>
          </a:p>
        </p:txBody>
      </p:sp>
      <p:sp>
        <p:nvSpPr>
          <p:cNvPr id="26" name="Left Bracket 25">
            <a:extLst>
              <a:ext uri="{FF2B5EF4-FFF2-40B4-BE49-F238E27FC236}">
                <a16:creationId xmlns:a16="http://schemas.microsoft.com/office/drawing/2014/main" id="{E33A55E0-8393-F6DE-E4AA-FBAE14ABA747}"/>
              </a:ext>
            </a:extLst>
          </p:cNvPr>
          <p:cNvSpPr/>
          <p:nvPr/>
        </p:nvSpPr>
        <p:spPr>
          <a:xfrm rot="16200000">
            <a:off x="4236562" y="12743"/>
            <a:ext cx="1544595" cy="2336904"/>
          </a:xfrm>
          <a:prstGeom prst="leftBracket">
            <a:avLst>
              <a:gd name="adj" fmla="val 25183"/>
            </a:avLst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Left Bracket 26">
            <a:extLst>
              <a:ext uri="{FF2B5EF4-FFF2-40B4-BE49-F238E27FC236}">
                <a16:creationId xmlns:a16="http://schemas.microsoft.com/office/drawing/2014/main" id="{C52BBCAF-7B8E-A148-F02D-9DC5B4C5D837}"/>
              </a:ext>
            </a:extLst>
          </p:cNvPr>
          <p:cNvSpPr/>
          <p:nvPr/>
        </p:nvSpPr>
        <p:spPr>
          <a:xfrm rot="16200000">
            <a:off x="6845312" y="8168"/>
            <a:ext cx="1544595" cy="2336904"/>
          </a:xfrm>
          <a:prstGeom prst="leftBracket">
            <a:avLst>
              <a:gd name="adj" fmla="val 25183"/>
            </a:avLst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8F1A509-E0AA-BE85-6B89-98E71427245A}"/>
              </a:ext>
            </a:extLst>
          </p:cNvPr>
          <p:cNvSpPr/>
          <p:nvPr/>
        </p:nvSpPr>
        <p:spPr>
          <a:xfrm>
            <a:off x="5040369" y="1135128"/>
            <a:ext cx="345989" cy="35834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D9BF895-EDDA-6ED0-DB88-44A6BD00E8AC}"/>
              </a:ext>
            </a:extLst>
          </p:cNvPr>
          <p:cNvSpPr/>
          <p:nvPr/>
        </p:nvSpPr>
        <p:spPr>
          <a:xfrm>
            <a:off x="4596720" y="1176621"/>
            <a:ext cx="345989" cy="35834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266C4F7-F766-9D52-6B41-E366154528ED}"/>
              </a:ext>
            </a:extLst>
          </p:cNvPr>
          <p:cNvSpPr/>
          <p:nvPr/>
        </p:nvSpPr>
        <p:spPr>
          <a:xfrm>
            <a:off x="4290847" y="1543913"/>
            <a:ext cx="345989" cy="35834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A2D6EB1-8F1B-D898-42EE-B1066550DF81}"/>
              </a:ext>
            </a:extLst>
          </p:cNvPr>
          <p:cNvSpPr/>
          <p:nvPr/>
        </p:nvSpPr>
        <p:spPr>
          <a:xfrm>
            <a:off x="6912292" y="1550852"/>
            <a:ext cx="345989" cy="35834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B6AB0AB-8C51-460C-D47C-DAD9B5F2B41D}"/>
              </a:ext>
            </a:extLst>
          </p:cNvPr>
          <p:cNvSpPr/>
          <p:nvPr/>
        </p:nvSpPr>
        <p:spPr>
          <a:xfrm>
            <a:off x="5280705" y="1561274"/>
            <a:ext cx="345989" cy="35834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754FCAA-9093-DD8C-B308-CD7D3A124B7F}"/>
              </a:ext>
            </a:extLst>
          </p:cNvPr>
          <p:cNvSpPr/>
          <p:nvPr/>
        </p:nvSpPr>
        <p:spPr>
          <a:xfrm>
            <a:off x="4827626" y="737063"/>
            <a:ext cx="345989" cy="35834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42D3670-0A83-1099-59B7-E15ED3DEE195}"/>
              </a:ext>
            </a:extLst>
          </p:cNvPr>
          <p:cNvSpPr/>
          <p:nvPr/>
        </p:nvSpPr>
        <p:spPr>
          <a:xfrm>
            <a:off x="4835864" y="1555428"/>
            <a:ext cx="345989" cy="35834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C389688-E0DD-64EB-3C21-8CDA1F681D5C}"/>
              </a:ext>
            </a:extLst>
          </p:cNvPr>
          <p:cNvSpPr/>
          <p:nvPr/>
        </p:nvSpPr>
        <p:spPr>
          <a:xfrm>
            <a:off x="7390086" y="1531359"/>
            <a:ext cx="345989" cy="35834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7EE317F-24F2-9CCB-3845-CD6457FC0C66}"/>
              </a:ext>
            </a:extLst>
          </p:cNvPr>
          <p:cNvSpPr/>
          <p:nvPr/>
        </p:nvSpPr>
        <p:spPr>
          <a:xfrm>
            <a:off x="7617609" y="1162708"/>
            <a:ext cx="345989" cy="35834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BF3D2D8-2786-05D6-EB8E-6E528BE8D55D}"/>
              </a:ext>
            </a:extLst>
          </p:cNvPr>
          <p:cNvSpPr/>
          <p:nvPr/>
        </p:nvSpPr>
        <p:spPr>
          <a:xfrm>
            <a:off x="7867880" y="1524061"/>
            <a:ext cx="345989" cy="35834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1F3C410-1D02-45A3-BCA3-FCB7C0393308}"/>
              </a:ext>
            </a:extLst>
          </p:cNvPr>
          <p:cNvSpPr/>
          <p:nvPr/>
        </p:nvSpPr>
        <p:spPr>
          <a:xfrm>
            <a:off x="7157500" y="1152786"/>
            <a:ext cx="345989" cy="35834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F8A0011-8AF6-6210-9B3E-DB83464882FA}"/>
              </a:ext>
            </a:extLst>
          </p:cNvPr>
          <p:cNvSpPr/>
          <p:nvPr/>
        </p:nvSpPr>
        <p:spPr>
          <a:xfrm>
            <a:off x="7330494" y="763243"/>
            <a:ext cx="345989" cy="35834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DE5063D-167C-74BC-C1E8-6A6750EE4DD1}"/>
              </a:ext>
            </a:extLst>
          </p:cNvPr>
          <p:cNvSpPr txBox="1"/>
          <p:nvPr/>
        </p:nvSpPr>
        <p:spPr>
          <a:xfrm>
            <a:off x="6995230" y="204345"/>
            <a:ext cx="1386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B2 = Texas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339E98-9A51-EF53-3F57-1F67755B1178}"/>
              </a:ext>
            </a:extLst>
          </p:cNvPr>
          <p:cNvSpPr txBox="1"/>
          <p:nvPr/>
        </p:nvSpPr>
        <p:spPr>
          <a:xfrm>
            <a:off x="4372059" y="204345"/>
            <a:ext cx="1465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B1 = Illinois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B81AAB-2900-96F0-C47B-96294C97F2F7}"/>
              </a:ext>
            </a:extLst>
          </p:cNvPr>
          <p:cNvSpPr txBox="1"/>
          <p:nvPr/>
        </p:nvSpPr>
        <p:spPr>
          <a:xfrm>
            <a:off x="7810568" y="2690441"/>
            <a:ext cx="38098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Likelihood</a:t>
            </a:r>
            <a:r>
              <a:rPr lang="en-US" dirty="0">
                <a:latin typeface="Arial Rounded MT Bold" panose="020F0704030504030204" pitchFamily="34" charset="77"/>
              </a:rPr>
              <a:t> </a:t>
            </a:r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 you know this </a:t>
            </a:r>
          </a:p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distribution, so easy to calculate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F63241-C81B-FE18-D2D6-6774801EF40D}"/>
              </a:ext>
            </a:extLst>
          </p:cNvPr>
          <p:cNvSpPr txBox="1"/>
          <p:nvPr/>
        </p:nvSpPr>
        <p:spPr>
          <a:xfrm>
            <a:off x="7770820" y="3917878"/>
            <a:ext cx="41881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Posterior</a:t>
            </a:r>
            <a:r>
              <a:rPr lang="en-US" dirty="0">
                <a:latin typeface="Arial Rounded MT Bold" panose="020F0704030504030204" pitchFamily="34" charset="77"/>
              </a:rPr>
              <a:t> </a:t>
            </a:r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 the opposite is a known</a:t>
            </a:r>
          </a:p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distribution, but this is a bit harder.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50A204-6189-57A6-795E-9EE23FAEA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8265" y="5049265"/>
            <a:ext cx="3162300" cy="9271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97DF21C-CEC1-00A8-82E9-0D8233B52B7D}"/>
              </a:ext>
            </a:extLst>
          </p:cNvPr>
          <p:cNvSpPr txBox="1"/>
          <p:nvPr/>
        </p:nvSpPr>
        <p:spPr>
          <a:xfrm>
            <a:off x="809248" y="2644274"/>
            <a:ext cx="4064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p( Illinois resident  |  Harris voter )  </a:t>
            </a:r>
          </a:p>
        </p:txBody>
      </p:sp>
      <p:sp>
        <p:nvSpPr>
          <p:cNvPr id="2" name="Left Bracket 1">
            <a:extLst>
              <a:ext uri="{FF2B5EF4-FFF2-40B4-BE49-F238E27FC236}">
                <a16:creationId xmlns:a16="http://schemas.microsoft.com/office/drawing/2014/main" id="{EE9F48E7-85FF-2E6E-1A1E-121F760AC864}"/>
              </a:ext>
            </a:extLst>
          </p:cNvPr>
          <p:cNvSpPr/>
          <p:nvPr/>
        </p:nvSpPr>
        <p:spPr>
          <a:xfrm rot="16200000">
            <a:off x="9446786" y="3594"/>
            <a:ext cx="1544595" cy="2336904"/>
          </a:xfrm>
          <a:prstGeom prst="leftBracket">
            <a:avLst>
              <a:gd name="adj" fmla="val 25183"/>
            </a:avLst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3DB07C9-92E7-8F1A-7689-4E0E5DAACBF0}"/>
              </a:ext>
            </a:extLst>
          </p:cNvPr>
          <p:cNvSpPr/>
          <p:nvPr/>
        </p:nvSpPr>
        <p:spPr>
          <a:xfrm>
            <a:off x="9513766" y="1546278"/>
            <a:ext cx="345989" cy="35834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B2DA8C9-73DE-AA7D-A1DE-1620AE300570}"/>
              </a:ext>
            </a:extLst>
          </p:cNvPr>
          <p:cNvSpPr/>
          <p:nvPr/>
        </p:nvSpPr>
        <p:spPr>
          <a:xfrm>
            <a:off x="9991560" y="1526785"/>
            <a:ext cx="345989" cy="35834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B301ACB-AB4B-C459-AEF2-7E1F376977E2}"/>
              </a:ext>
            </a:extLst>
          </p:cNvPr>
          <p:cNvSpPr/>
          <p:nvPr/>
        </p:nvSpPr>
        <p:spPr>
          <a:xfrm>
            <a:off x="10219083" y="1158134"/>
            <a:ext cx="345989" cy="358345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92CC270-DA79-B43D-7228-C6771472C497}"/>
              </a:ext>
            </a:extLst>
          </p:cNvPr>
          <p:cNvSpPr/>
          <p:nvPr/>
        </p:nvSpPr>
        <p:spPr>
          <a:xfrm>
            <a:off x="10469354" y="1519487"/>
            <a:ext cx="345989" cy="358345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0D914BA-A540-637B-0720-F08FCFAABAA6}"/>
              </a:ext>
            </a:extLst>
          </p:cNvPr>
          <p:cNvSpPr/>
          <p:nvPr/>
        </p:nvSpPr>
        <p:spPr>
          <a:xfrm>
            <a:off x="9758974" y="1148212"/>
            <a:ext cx="345989" cy="35834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F523F75-0D22-88DD-902C-E686ABD73FBD}"/>
              </a:ext>
            </a:extLst>
          </p:cNvPr>
          <p:cNvSpPr/>
          <p:nvPr/>
        </p:nvSpPr>
        <p:spPr>
          <a:xfrm>
            <a:off x="9931968" y="758669"/>
            <a:ext cx="345989" cy="358345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CFC495-1D10-FD9C-2F21-4CF9E928935B}"/>
              </a:ext>
            </a:extLst>
          </p:cNvPr>
          <p:cNvSpPr txBox="1"/>
          <p:nvPr/>
        </p:nvSpPr>
        <p:spPr>
          <a:xfrm>
            <a:off x="9340051" y="199130"/>
            <a:ext cx="1827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B2 = California</a:t>
            </a:r>
          </a:p>
        </p:txBody>
      </p:sp>
      <p:sp>
        <p:nvSpPr>
          <p:cNvPr id="15" name="Left Bracket 14">
            <a:extLst>
              <a:ext uri="{FF2B5EF4-FFF2-40B4-BE49-F238E27FC236}">
                <a16:creationId xmlns:a16="http://schemas.microsoft.com/office/drawing/2014/main" id="{DE51B6B1-7A33-D325-C8E3-F1B9CB5307D4}"/>
              </a:ext>
            </a:extLst>
          </p:cNvPr>
          <p:cNvSpPr/>
          <p:nvPr/>
        </p:nvSpPr>
        <p:spPr>
          <a:xfrm rot="16200000">
            <a:off x="12000071" y="-5049"/>
            <a:ext cx="1544595" cy="2336904"/>
          </a:xfrm>
          <a:prstGeom prst="leftBracket">
            <a:avLst>
              <a:gd name="adj" fmla="val 25183"/>
            </a:avLst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9F0F7E1-E9AE-3640-0E50-19EC14D0561A}"/>
              </a:ext>
            </a:extLst>
          </p:cNvPr>
          <p:cNvSpPr/>
          <p:nvPr/>
        </p:nvSpPr>
        <p:spPr>
          <a:xfrm>
            <a:off x="7785616" y="776783"/>
            <a:ext cx="345989" cy="35834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611AF13-E91C-762C-1EB6-D266E70C50C7}"/>
              </a:ext>
            </a:extLst>
          </p:cNvPr>
          <p:cNvSpPr/>
          <p:nvPr/>
        </p:nvSpPr>
        <p:spPr>
          <a:xfrm>
            <a:off x="8214848" y="1117014"/>
            <a:ext cx="345989" cy="35834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22AE084-0E98-31A4-8CB5-6B138BE72B6B}"/>
              </a:ext>
            </a:extLst>
          </p:cNvPr>
          <p:cNvSpPr/>
          <p:nvPr/>
        </p:nvSpPr>
        <p:spPr>
          <a:xfrm>
            <a:off x="9324426" y="1061222"/>
            <a:ext cx="345989" cy="35834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B33A2B5-998F-F46C-4906-538E54125CF4}"/>
              </a:ext>
            </a:extLst>
          </p:cNvPr>
          <p:cNvSpPr/>
          <p:nvPr/>
        </p:nvSpPr>
        <p:spPr>
          <a:xfrm>
            <a:off x="12019005" y="1486245"/>
            <a:ext cx="345989" cy="358345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73E577C-BC75-46A8-988E-3F8F51B4E3C6}"/>
              </a:ext>
            </a:extLst>
          </p:cNvPr>
          <p:cNvSpPr/>
          <p:nvPr/>
        </p:nvSpPr>
        <p:spPr>
          <a:xfrm>
            <a:off x="11846010" y="1061222"/>
            <a:ext cx="345989" cy="35834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219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8ECA69E6-4B03-AD00-4AA0-71829A1754FF}"/>
              </a:ext>
            </a:extLst>
          </p:cNvPr>
          <p:cNvSpPr txBox="1"/>
          <p:nvPr/>
        </p:nvSpPr>
        <p:spPr>
          <a:xfrm>
            <a:off x="276411" y="260293"/>
            <a:ext cx="2993512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Balls and Bins and Bayes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0732E6-E675-E95B-D938-440316BA091F}"/>
              </a:ext>
            </a:extLst>
          </p:cNvPr>
          <p:cNvSpPr txBox="1"/>
          <p:nvPr/>
        </p:nvSpPr>
        <p:spPr>
          <a:xfrm>
            <a:off x="759821" y="1987238"/>
            <a:ext cx="4199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p( Harris voter  |  Illinois resident )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B81AAB-2900-96F0-C47B-96294C97F2F7}"/>
              </a:ext>
            </a:extLst>
          </p:cNvPr>
          <p:cNvSpPr txBox="1"/>
          <p:nvPr/>
        </p:nvSpPr>
        <p:spPr>
          <a:xfrm>
            <a:off x="7761141" y="1001222"/>
            <a:ext cx="38098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Likelihood</a:t>
            </a:r>
            <a:r>
              <a:rPr lang="en-US" dirty="0">
                <a:latin typeface="Arial Rounded MT Bold" panose="020F0704030504030204" pitchFamily="34" charset="77"/>
              </a:rPr>
              <a:t> </a:t>
            </a:r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 you know this </a:t>
            </a:r>
          </a:p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distribution, so easy to calculate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F63241-C81B-FE18-D2D6-6774801EF40D}"/>
              </a:ext>
            </a:extLst>
          </p:cNvPr>
          <p:cNvSpPr txBox="1"/>
          <p:nvPr/>
        </p:nvSpPr>
        <p:spPr>
          <a:xfrm>
            <a:off x="7721392" y="1987238"/>
            <a:ext cx="41881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Posterior</a:t>
            </a:r>
            <a:r>
              <a:rPr lang="en-US" dirty="0">
                <a:latin typeface="Arial Rounded MT Bold" panose="020F0704030504030204" pitchFamily="34" charset="77"/>
              </a:rPr>
              <a:t> </a:t>
            </a:r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 the opposite is a known</a:t>
            </a:r>
          </a:p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distribution, but this is a bit harder.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7DF21C-CEC1-00A8-82E9-0D8233B52B7D}"/>
              </a:ext>
            </a:extLst>
          </p:cNvPr>
          <p:cNvSpPr txBox="1"/>
          <p:nvPr/>
        </p:nvSpPr>
        <p:spPr>
          <a:xfrm>
            <a:off x="759821" y="955055"/>
            <a:ext cx="4064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p( Illinois resident  |  Harris voter ) 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7D24B3D-D42E-0B9B-D136-F36B8EE55C01}"/>
              </a:ext>
            </a:extLst>
          </p:cNvPr>
          <p:cNvGraphicFramePr>
            <a:graphicFrameLocks noGrp="1"/>
          </p:cNvGraphicFramePr>
          <p:nvPr/>
        </p:nvGraphicFramePr>
        <p:xfrm>
          <a:off x="416449" y="3169672"/>
          <a:ext cx="11359102" cy="2885211"/>
        </p:xfrm>
        <a:graphic>
          <a:graphicData uri="http://schemas.openxmlformats.org/drawingml/2006/table">
            <a:tbl>
              <a:tblPr bandRow="1">
                <a:tableStyleId>{7DF18680-E054-41AD-8BC1-D1AEF772440D}</a:tableStyleId>
              </a:tblPr>
              <a:tblGrid>
                <a:gridCol w="2202746">
                  <a:extLst>
                    <a:ext uri="{9D8B030D-6E8A-4147-A177-3AD203B41FA5}">
                      <a16:colId xmlns:a16="http://schemas.microsoft.com/office/drawing/2014/main" val="3458495753"/>
                    </a:ext>
                  </a:extLst>
                </a:gridCol>
                <a:gridCol w="5572897">
                  <a:extLst>
                    <a:ext uri="{9D8B030D-6E8A-4147-A177-3AD203B41FA5}">
                      <a16:colId xmlns:a16="http://schemas.microsoft.com/office/drawing/2014/main" val="2436531331"/>
                    </a:ext>
                  </a:extLst>
                </a:gridCol>
                <a:gridCol w="3583459">
                  <a:extLst>
                    <a:ext uri="{9D8B030D-6E8A-4147-A177-3AD203B41FA5}">
                      <a16:colId xmlns:a16="http://schemas.microsoft.com/office/drawing/2014/main" val="3128051644"/>
                    </a:ext>
                  </a:extLst>
                </a:gridCol>
              </a:tblGrid>
              <a:tr h="4121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Arial Rounded MT Bold" panose="020F0704030504030204" pitchFamily="34" charset="77"/>
                        </a:rPr>
                        <a:t>Likelihood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Arial Rounded MT Bold" panose="020F0704030504030204" pitchFamily="34" charset="77"/>
                        </a:rPr>
                        <a:t>p(data       | distribution parameters      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77"/>
                        </a:rPr>
                        <a:t>Tractable, well defined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296981"/>
                  </a:ext>
                </a:extLst>
              </a:tr>
              <a:tr h="412173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Arial Rounded MT Bold" panose="020F070403050403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Arial Rounded MT Bold" panose="020F070403050403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Arial Rounded MT Bold" panose="020F0704030504030204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8444114"/>
                  </a:ext>
                </a:extLst>
              </a:tr>
              <a:tr h="41217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77"/>
                        </a:rPr>
                        <a:t>Posterior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Arial Rounded MT Bold" panose="020F0704030504030204" pitchFamily="34" charset="77"/>
                        </a:rPr>
                        <a:t>p (distribution parameters       | data      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77"/>
                        </a:rPr>
                        <a:t>Typical goal, tricky, try Bayes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004651"/>
                  </a:ext>
                </a:extLst>
              </a:tr>
              <a:tr h="412173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Arial Rounded MT Bold" panose="020F070403050403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Arial Rounded MT Bold" panose="020F070403050403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Arial Rounded MT Bold" panose="020F0704030504030204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8701230"/>
                  </a:ext>
                </a:extLst>
              </a:tr>
              <a:tr h="41217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77"/>
                        </a:rPr>
                        <a:t>Prior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77"/>
                        </a:rPr>
                        <a:t>p( distribution parameters     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77"/>
                        </a:rPr>
                        <a:t>Domain knowledge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865227"/>
                  </a:ext>
                </a:extLst>
              </a:tr>
              <a:tr h="412173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Arial Rounded MT Bold" panose="020F070403050403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Arial Rounded MT Bold" panose="020F070403050403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Arial Rounded MT Bold" panose="020F0704030504030204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7372622"/>
                  </a:ext>
                </a:extLst>
              </a:tr>
              <a:tr h="41217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77"/>
                        </a:rPr>
                        <a:t>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77"/>
                        </a:rPr>
                        <a:t>p(data     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77"/>
                        </a:rPr>
                        <a:t>Approximate with large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2184303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3C794FE2-94CC-E0EB-9BE2-68C4A13A299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80768" y="3177188"/>
            <a:ext cx="337821" cy="3884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3FAC7A5-1E3A-ADE8-0118-51B0EDDD834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7173" r="84214"/>
          <a:stretch/>
        </p:blipFill>
        <p:spPr>
          <a:xfrm>
            <a:off x="3931378" y="3224935"/>
            <a:ext cx="337821" cy="3996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F634A8-64E8-90C2-4D1E-C5CC7F5F9F5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05676" y="4016851"/>
            <a:ext cx="337821" cy="3884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EA02C38-81E5-364D-89D0-75D1111C1A1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7173" r="84214"/>
          <a:stretch/>
        </p:blipFill>
        <p:spPr>
          <a:xfrm>
            <a:off x="7072142" y="4041785"/>
            <a:ext cx="337821" cy="3996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9823D6D-9962-1970-932E-A9242894C04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33782" y="4821953"/>
            <a:ext cx="337821" cy="3884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AA71557-EEF2-9D04-A072-C2AA98557F3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7173" r="84214"/>
          <a:stretch/>
        </p:blipFill>
        <p:spPr>
          <a:xfrm>
            <a:off x="5481806" y="5686926"/>
            <a:ext cx="337821" cy="39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400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A0B4FD8C-14EB-8D7D-3687-C4BB5D64D1B4}"/>
              </a:ext>
            </a:extLst>
          </p:cNvPr>
          <p:cNvSpPr txBox="1"/>
          <p:nvPr/>
        </p:nvSpPr>
        <p:spPr>
          <a:xfrm>
            <a:off x="1716397" y="1929531"/>
            <a:ext cx="2817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Estimate parameter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C03371-40FC-A475-0166-E13FF228342A}"/>
              </a:ext>
            </a:extLst>
          </p:cNvPr>
          <p:cNvSpPr txBox="1"/>
          <p:nvPr/>
        </p:nvSpPr>
        <p:spPr>
          <a:xfrm>
            <a:off x="276411" y="260293"/>
            <a:ext cx="3080715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Maximum likelihood (MLE)</a:t>
            </a:r>
          </a:p>
        </p:txBody>
      </p:sp>
      <p:pic>
        <p:nvPicPr>
          <p:cNvPr id="76802" name="Picture 2" descr="33 Gallon Pop-Up Storage Bag">
            <a:extLst>
              <a:ext uri="{FF2B5EF4-FFF2-40B4-BE49-F238E27FC236}">
                <a16:creationId xmlns:a16="http://schemas.microsoft.com/office/drawing/2014/main" id="{CE4599AC-C30D-2300-F187-56ADDECA62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1823" y="73230"/>
            <a:ext cx="2371696" cy="2371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CAD3F96-42CC-BBF1-FF38-C5D610139488}"/>
              </a:ext>
            </a:extLst>
          </p:cNvPr>
          <p:cNvSpPr txBox="1"/>
          <p:nvPr/>
        </p:nvSpPr>
        <p:spPr>
          <a:xfrm>
            <a:off x="1694363" y="889746"/>
            <a:ext cx="5286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Draw balls from one opaque bin and put back.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CFAECB5-F360-34BA-AD48-0DF5044900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5702" y="1919950"/>
            <a:ext cx="337821" cy="3884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1BA19ED-D525-3656-1A10-73E8402081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2036" y="1897344"/>
            <a:ext cx="355628" cy="40897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24452FD-964C-704D-FBD7-0364FEC7F651}"/>
              </a:ext>
            </a:extLst>
          </p:cNvPr>
          <p:cNvSpPr txBox="1"/>
          <p:nvPr/>
        </p:nvSpPr>
        <p:spPr>
          <a:xfrm>
            <a:off x="4568560" y="1929531"/>
            <a:ext cx="4893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where        = probability of drawing red ball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6E3BE6-4D9F-AEC4-1267-379994B6C55B}"/>
              </a:ext>
            </a:extLst>
          </p:cNvPr>
          <p:cNvSpPr txBox="1"/>
          <p:nvPr/>
        </p:nvSpPr>
        <p:spPr>
          <a:xfrm>
            <a:off x="1716397" y="1420430"/>
            <a:ext cx="7557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i.i.d outcomes                                          =  { B, R, R, G, G, B, R, R, B, B}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04A01E5-A6ED-E3D3-FE01-140382FDB3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15" y="1382846"/>
            <a:ext cx="22098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460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A0B4FD8C-14EB-8D7D-3687-C4BB5D64D1B4}"/>
              </a:ext>
            </a:extLst>
          </p:cNvPr>
          <p:cNvSpPr txBox="1"/>
          <p:nvPr/>
        </p:nvSpPr>
        <p:spPr>
          <a:xfrm>
            <a:off x="1716397" y="1929531"/>
            <a:ext cx="2817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Estimate parameter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C03371-40FC-A475-0166-E13FF228342A}"/>
              </a:ext>
            </a:extLst>
          </p:cNvPr>
          <p:cNvSpPr txBox="1"/>
          <p:nvPr/>
        </p:nvSpPr>
        <p:spPr>
          <a:xfrm>
            <a:off x="276411" y="260293"/>
            <a:ext cx="3080715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Maximum likelihood (MLE)</a:t>
            </a:r>
          </a:p>
        </p:txBody>
      </p:sp>
      <p:pic>
        <p:nvPicPr>
          <p:cNvPr id="76802" name="Picture 2" descr="33 Gallon Pop-Up Storage Bag">
            <a:extLst>
              <a:ext uri="{FF2B5EF4-FFF2-40B4-BE49-F238E27FC236}">
                <a16:creationId xmlns:a16="http://schemas.microsoft.com/office/drawing/2014/main" id="{CE4599AC-C30D-2300-F187-56ADDECA62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1823" y="73230"/>
            <a:ext cx="2371696" cy="2371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CAD3F96-42CC-BBF1-FF38-C5D610139488}"/>
              </a:ext>
            </a:extLst>
          </p:cNvPr>
          <p:cNvSpPr txBox="1"/>
          <p:nvPr/>
        </p:nvSpPr>
        <p:spPr>
          <a:xfrm>
            <a:off x="1694363" y="889746"/>
            <a:ext cx="5286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Draw balls from one opaque bin and put back.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CFAECB5-F360-34BA-AD48-0DF5044900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5702" y="1919950"/>
            <a:ext cx="337821" cy="3884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1BA19ED-D525-3656-1A10-73E8402081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2036" y="1897344"/>
            <a:ext cx="355628" cy="40897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24452FD-964C-704D-FBD7-0364FEC7F651}"/>
              </a:ext>
            </a:extLst>
          </p:cNvPr>
          <p:cNvSpPr txBox="1"/>
          <p:nvPr/>
        </p:nvSpPr>
        <p:spPr>
          <a:xfrm>
            <a:off x="4568560" y="1929531"/>
            <a:ext cx="4893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where        = probability of drawing red ball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6E3BE6-4D9F-AEC4-1267-379994B6C55B}"/>
              </a:ext>
            </a:extLst>
          </p:cNvPr>
          <p:cNvSpPr txBox="1"/>
          <p:nvPr/>
        </p:nvSpPr>
        <p:spPr>
          <a:xfrm>
            <a:off x="1716397" y="1420430"/>
            <a:ext cx="7557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i.i.d outcomes                                          =  { B, R, R, G, G, B, R, R, B, B}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04A01E5-A6ED-E3D3-FE01-140382FDB3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15" y="1382846"/>
            <a:ext cx="2209800" cy="4445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AC629CA-E084-1C16-CAFD-58ADE46DA3F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-6308" r="36548" b="1"/>
          <a:stretch/>
        </p:blipFill>
        <p:spPr>
          <a:xfrm>
            <a:off x="438883" y="2861815"/>
            <a:ext cx="4153127" cy="784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2101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1978ED-85A5-A352-D136-4E366BFC7765}"/>
              </a:ext>
            </a:extLst>
          </p:cNvPr>
          <p:cNvSpPr txBox="1"/>
          <p:nvPr/>
        </p:nvSpPr>
        <p:spPr>
          <a:xfrm>
            <a:off x="276411" y="260293"/>
            <a:ext cx="1498359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Multivariate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50A1FB8-047D-6FB2-4552-E6D487DEC090}"/>
              </a:ext>
            </a:extLst>
          </p:cNvPr>
          <p:cNvGrpSpPr/>
          <p:nvPr/>
        </p:nvGrpSpPr>
        <p:grpSpPr>
          <a:xfrm>
            <a:off x="348534" y="927574"/>
            <a:ext cx="4891252" cy="1670309"/>
            <a:chOff x="424884" y="1178082"/>
            <a:chExt cx="4891252" cy="1670309"/>
          </a:xfrm>
        </p:grpSpPr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DD31B9E6-2997-BFB8-EA55-CD18BE3A3795}"/>
                </a:ext>
              </a:extLst>
            </p:cNvPr>
            <p:cNvSpPr/>
            <p:nvPr/>
          </p:nvSpPr>
          <p:spPr>
            <a:xfrm>
              <a:off x="424884" y="1178082"/>
              <a:ext cx="4891252" cy="1670309"/>
            </a:xfrm>
            <a:prstGeom prst="parallelogram">
              <a:avLst>
                <a:gd name="adj" fmla="val 94320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15F77A4-17F4-C115-F279-14034E4D2608}"/>
                </a:ext>
              </a:extLst>
            </p:cNvPr>
            <p:cNvSpPr/>
            <p:nvPr/>
          </p:nvSpPr>
          <p:spPr>
            <a:xfrm>
              <a:off x="2870510" y="2013237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FA6B622-36A2-1BBA-18BE-B2A423BE7E83}"/>
                </a:ext>
              </a:extLst>
            </p:cNvPr>
            <p:cNvSpPr/>
            <p:nvPr/>
          </p:nvSpPr>
          <p:spPr>
            <a:xfrm>
              <a:off x="1822331" y="1696171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0123CCB-AA64-2733-ADBD-52840AA6E34E}"/>
                </a:ext>
              </a:extLst>
            </p:cNvPr>
            <p:cNvSpPr/>
            <p:nvPr/>
          </p:nvSpPr>
          <p:spPr>
            <a:xfrm>
              <a:off x="2281540" y="1924501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082E167-3D9C-8DF3-9B49-75FE4FFC4834}"/>
                </a:ext>
              </a:extLst>
            </p:cNvPr>
            <p:cNvSpPr/>
            <p:nvPr/>
          </p:nvSpPr>
          <p:spPr>
            <a:xfrm>
              <a:off x="1878223" y="2038541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875E6ED-5935-3EFA-A8AB-F40DC0EC0028}"/>
                </a:ext>
              </a:extLst>
            </p:cNvPr>
            <p:cNvSpPr/>
            <p:nvPr/>
          </p:nvSpPr>
          <p:spPr>
            <a:xfrm>
              <a:off x="2870510" y="2108756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D1EAA9B-51FF-9871-BF1B-18ECC6761807}"/>
                </a:ext>
              </a:extLst>
            </p:cNvPr>
            <p:cNvSpPr/>
            <p:nvPr/>
          </p:nvSpPr>
          <p:spPr>
            <a:xfrm>
              <a:off x="3110090" y="2138803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4981484-CE20-9981-62FE-C4CB47205F0C}"/>
                </a:ext>
              </a:extLst>
            </p:cNvPr>
            <p:cNvSpPr/>
            <p:nvPr/>
          </p:nvSpPr>
          <p:spPr>
            <a:xfrm>
              <a:off x="2159623" y="2261007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AC6C0E2-6784-18AA-F295-C584A327D818}"/>
                </a:ext>
              </a:extLst>
            </p:cNvPr>
            <p:cNvSpPr/>
            <p:nvPr/>
          </p:nvSpPr>
          <p:spPr>
            <a:xfrm>
              <a:off x="3380670" y="2091251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A178223-12BB-E866-B5AF-6D4F113222B1}"/>
                </a:ext>
              </a:extLst>
            </p:cNvPr>
            <p:cNvSpPr/>
            <p:nvPr/>
          </p:nvSpPr>
          <p:spPr>
            <a:xfrm>
              <a:off x="2954133" y="1729013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4B91345-78B5-B02E-CD19-88E6697AB5A7}"/>
                </a:ext>
              </a:extLst>
            </p:cNvPr>
            <p:cNvSpPr/>
            <p:nvPr/>
          </p:nvSpPr>
          <p:spPr>
            <a:xfrm>
              <a:off x="3026981" y="1831137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13E119E-D119-B82E-86AF-9321A0EB6FB7}"/>
                </a:ext>
              </a:extLst>
            </p:cNvPr>
            <p:cNvSpPr/>
            <p:nvPr/>
          </p:nvSpPr>
          <p:spPr>
            <a:xfrm>
              <a:off x="2883507" y="1815333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1E76AC9-FAAC-CC9B-528B-60BF7F8C1A9F}"/>
                </a:ext>
              </a:extLst>
            </p:cNvPr>
            <p:cNvSpPr/>
            <p:nvPr/>
          </p:nvSpPr>
          <p:spPr>
            <a:xfrm>
              <a:off x="4085934" y="1698376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01D7AF1-6894-494F-7997-A1D97D46DB0F}"/>
                </a:ext>
              </a:extLst>
            </p:cNvPr>
            <p:cNvSpPr/>
            <p:nvPr/>
          </p:nvSpPr>
          <p:spPr>
            <a:xfrm>
              <a:off x="2742416" y="2167834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3D74526-B15E-FC41-6300-09B2D52AB489}"/>
                </a:ext>
              </a:extLst>
            </p:cNvPr>
            <p:cNvSpPr/>
            <p:nvPr/>
          </p:nvSpPr>
          <p:spPr>
            <a:xfrm>
              <a:off x="2208668" y="1999389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22A7E75-DA6E-66DD-F6EC-BF6D0D43C056}"/>
                </a:ext>
              </a:extLst>
            </p:cNvPr>
            <p:cNvSpPr/>
            <p:nvPr/>
          </p:nvSpPr>
          <p:spPr>
            <a:xfrm>
              <a:off x="2393026" y="2038476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2E0C4A3-6712-F17F-AE26-241E7B5E91B9}"/>
                </a:ext>
              </a:extLst>
            </p:cNvPr>
            <p:cNvSpPr/>
            <p:nvPr/>
          </p:nvSpPr>
          <p:spPr>
            <a:xfrm>
              <a:off x="1822331" y="2163032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2128E6C1-0972-9576-EC05-9B96276982AB}"/>
                </a:ext>
              </a:extLst>
            </p:cNvPr>
            <p:cNvSpPr/>
            <p:nvPr/>
          </p:nvSpPr>
          <p:spPr>
            <a:xfrm>
              <a:off x="2981996" y="2222731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C8E78C3-A020-3855-E9CB-CE6A6CB4DC5E}"/>
                </a:ext>
              </a:extLst>
            </p:cNvPr>
            <p:cNvSpPr/>
            <p:nvPr/>
          </p:nvSpPr>
          <p:spPr>
            <a:xfrm>
              <a:off x="3221577" y="2252778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7201D4BC-0D07-E61A-EC6E-C8260A3C5E65}"/>
                </a:ext>
              </a:extLst>
            </p:cNvPr>
            <p:cNvSpPr/>
            <p:nvPr/>
          </p:nvSpPr>
          <p:spPr>
            <a:xfrm>
              <a:off x="1634429" y="2407939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CD48E61-DF69-8376-0814-BEB35531FC5E}"/>
                </a:ext>
              </a:extLst>
            </p:cNvPr>
            <p:cNvSpPr/>
            <p:nvPr/>
          </p:nvSpPr>
          <p:spPr>
            <a:xfrm>
              <a:off x="3761186" y="2218390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783F831-4AA2-687D-6AB2-85D2372BD743}"/>
                </a:ext>
              </a:extLst>
            </p:cNvPr>
            <p:cNvSpPr/>
            <p:nvPr/>
          </p:nvSpPr>
          <p:spPr>
            <a:xfrm>
              <a:off x="3065619" y="1842988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10313D0-78ED-073B-A17F-1199158E5775}"/>
                </a:ext>
              </a:extLst>
            </p:cNvPr>
            <p:cNvSpPr/>
            <p:nvPr/>
          </p:nvSpPr>
          <p:spPr>
            <a:xfrm>
              <a:off x="3138467" y="1945113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5A52D9C4-388A-33CA-CE8D-A5D305E91D5C}"/>
                </a:ext>
              </a:extLst>
            </p:cNvPr>
            <p:cNvSpPr/>
            <p:nvPr/>
          </p:nvSpPr>
          <p:spPr>
            <a:xfrm>
              <a:off x="2994993" y="1929308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8E3338A-9C05-7151-4E2C-85E4E117F839}"/>
                </a:ext>
              </a:extLst>
            </p:cNvPr>
            <p:cNvSpPr/>
            <p:nvPr/>
          </p:nvSpPr>
          <p:spPr>
            <a:xfrm>
              <a:off x="4197420" y="1812351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BF0CBB7E-5324-DE93-55F6-164E9CFF4DC4}"/>
                </a:ext>
              </a:extLst>
            </p:cNvPr>
            <p:cNvSpPr/>
            <p:nvPr/>
          </p:nvSpPr>
          <p:spPr>
            <a:xfrm>
              <a:off x="2554852" y="1819011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17061AC-5CD1-7AA0-6F03-6B648B644DFE}"/>
                </a:ext>
              </a:extLst>
            </p:cNvPr>
            <p:cNvSpPr/>
            <p:nvPr/>
          </p:nvSpPr>
          <p:spPr>
            <a:xfrm>
              <a:off x="2794433" y="1849058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915EDCD3-59A8-11F1-7B22-051D75EE81F4}"/>
                </a:ext>
              </a:extLst>
            </p:cNvPr>
            <p:cNvSpPr/>
            <p:nvPr/>
          </p:nvSpPr>
          <p:spPr>
            <a:xfrm>
              <a:off x="3065012" y="1801506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F8E88D33-D075-57B1-2A03-6D8780CDB536}"/>
                </a:ext>
              </a:extLst>
            </p:cNvPr>
            <p:cNvSpPr/>
            <p:nvPr/>
          </p:nvSpPr>
          <p:spPr>
            <a:xfrm>
              <a:off x="2638475" y="1439268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17390108-0257-A063-02D5-C29E5E8DD2E9}"/>
                </a:ext>
              </a:extLst>
            </p:cNvPr>
            <p:cNvSpPr/>
            <p:nvPr/>
          </p:nvSpPr>
          <p:spPr>
            <a:xfrm>
              <a:off x="2711324" y="1541393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E5460E35-C3C1-F09E-E813-6FD812B5FF43}"/>
                </a:ext>
              </a:extLst>
            </p:cNvPr>
            <p:cNvSpPr/>
            <p:nvPr/>
          </p:nvSpPr>
          <p:spPr>
            <a:xfrm>
              <a:off x="2567850" y="1525588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ECEF457E-0DCC-B154-4DB6-3176CDE6E6B7}"/>
                </a:ext>
              </a:extLst>
            </p:cNvPr>
            <p:cNvSpPr/>
            <p:nvPr/>
          </p:nvSpPr>
          <p:spPr>
            <a:xfrm>
              <a:off x="3770276" y="1408631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57C44821-6A08-9D5E-1142-DF68D03B6ED5}"/>
                </a:ext>
              </a:extLst>
            </p:cNvPr>
            <p:cNvSpPr/>
            <p:nvPr/>
          </p:nvSpPr>
          <p:spPr>
            <a:xfrm>
              <a:off x="2198431" y="1781074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893A03B4-2682-E9F2-928F-47206D72EFFC}"/>
                </a:ext>
              </a:extLst>
            </p:cNvPr>
            <p:cNvSpPr/>
            <p:nvPr/>
          </p:nvSpPr>
          <p:spPr>
            <a:xfrm>
              <a:off x="2666338" y="1932987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F4D1CD0D-E363-CFAA-403F-5C272C92D52F}"/>
                </a:ext>
              </a:extLst>
            </p:cNvPr>
            <p:cNvSpPr/>
            <p:nvPr/>
          </p:nvSpPr>
          <p:spPr>
            <a:xfrm>
              <a:off x="2509872" y="2568680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AA7F2EF1-0D9D-0D18-673B-E6E7DEA617A1}"/>
                </a:ext>
              </a:extLst>
            </p:cNvPr>
            <p:cNvSpPr/>
            <p:nvPr/>
          </p:nvSpPr>
          <p:spPr>
            <a:xfrm>
              <a:off x="3176498" y="1915481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98C8EFF3-863B-8F03-0A73-BB1CCE7455EF}"/>
                </a:ext>
              </a:extLst>
            </p:cNvPr>
            <p:cNvSpPr/>
            <p:nvPr/>
          </p:nvSpPr>
          <p:spPr>
            <a:xfrm>
              <a:off x="2854798" y="1563340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B3C780C3-9DC3-7EC4-E4E5-F960DEB82498}"/>
                </a:ext>
              </a:extLst>
            </p:cNvPr>
            <p:cNvSpPr/>
            <p:nvPr/>
          </p:nvSpPr>
          <p:spPr>
            <a:xfrm>
              <a:off x="2822810" y="1655368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BC029E12-D404-C625-D90B-DC0FE080306B}"/>
                </a:ext>
              </a:extLst>
            </p:cNvPr>
            <p:cNvSpPr/>
            <p:nvPr/>
          </p:nvSpPr>
          <p:spPr>
            <a:xfrm>
              <a:off x="2679336" y="1639563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66C2E4F3-3E8A-331C-2785-67B4132D4E52}"/>
                </a:ext>
              </a:extLst>
            </p:cNvPr>
            <p:cNvSpPr/>
            <p:nvPr/>
          </p:nvSpPr>
          <p:spPr>
            <a:xfrm>
              <a:off x="3620308" y="1801506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C3347660-1FF1-9E2F-114A-6586CFCFE5DE}"/>
              </a:ext>
            </a:extLst>
          </p:cNvPr>
          <p:cNvSpPr txBox="1"/>
          <p:nvPr/>
        </p:nvSpPr>
        <p:spPr>
          <a:xfrm>
            <a:off x="2190900" y="296153"/>
            <a:ext cx="8567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Satellites see bee locations on earth … wants to estimate bee hive location.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11A463D-3878-EAC9-12D8-205FC6C1B530}"/>
              </a:ext>
            </a:extLst>
          </p:cNvPr>
          <p:cNvSpPr txBox="1"/>
          <p:nvPr/>
        </p:nvSpPr>
        <p:spPr>
          <a:xfrm>
            <a:off x="5522256" y="1845007"/>
            <a:ext cx="3429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where        = bee hive location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C786FB5-1E72-434A-6BF6-2694724FEED5}"/>
              </a:ext>
            </a:extLst>
          </p:cNvPr>
          <p:cNvSpPr txBox="1"/>
          <p:nvPr/>
        </p:nvSpPr>
        <p:spPr>
          <a:xfrm>
            <a:off x="5497867" y="883974"/>
            <a:ext cx="7557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Given data                                            =  {L1, L2, L3, … L10}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8B8B23C7-E24E-1522-C243-4FF9AB775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1183" y="846390"/>
            <a:ext cx="2209800" cy="444500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5CD9ECAB-40F0-5946-170D-89F1345BAAE5}"/>
              </a:ext>
            </a:extLst>
          </p:cNvPr>
          <p:cNvSpPr txBox="1"/>
          <p:nvPr/>
        </p:nvSpPr>
        <p:spPr>
          <a:xfrm>
            <a:off x="5522256" y="1379374"/>
            <a:ext cx="2817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Estimate parameter 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C0BFD4A7-DB29-3628-F72C-7F065C83E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7172" y="1374235"/>
            <a:ext cx="337821" cy="388494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CC0E0CC4-AE3B-F9F3-6A3F-8F511D008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244" y="1840158"/>
            <a:ext cx="337821" cy="38849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B622D86-0DE2-C7C5-FA58-2D235E0E7011}"/>
              </a:ext>
            </a:extLst>
          </p:cNvPr>
          <p:cNvSpPr txBox="1"/>
          <p:nvPr/>
        </p:nvSpPr>
        <p:spPr>
          <a:xfrm>
            <a:off x="5522256" y="2350674"/>
            <a:ext cx="2646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What would you do?    </a:t>
            </a:r>
          </a:p>
        </p:txBody>
      </p:sp>
    </p:spTree>
    <p:extLst>
      <p:ext uri="{BB962C8B-B14F-4D97-AF65-F5344CB8AC3E}">
        <p14:creationId xmlns:p14="http://schemas.microsoft.com/office/powerpoint/2010/main" val="3157188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1978ED-85A5-A352-D136-4E366BFC7765}"/>
              </a:ext>
            </a:extLst>
          </p:cNvPr>
          <p:cNvSpPr txBox="1"/>
          <p:nvPr/>
        </p:nvSpPr>
        <p:spPr>
          <a:xfrm>
            <a:off x="276411" y="260293"/>
            <a:ext cx="1498359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Multivariate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50A1FB8-047D-6FB2-4552-E6D487DEC090}"/>
              </a:ext>
            </a:extLst>
          </p:cNvPr>
          <p:cNvGrpSpPr/>
          <p:nvPr/>
        </p:nvGrpSpPr>
        <p:grpSpPr>
          <a:xfrm>
            <a:off x="348534" y="927574"/>
            <a:ext cx="4891252" cy="1670309"/>
            <a:chOff x="424884" y="1178082"/>
            <a:chExt cx="4891252" cy="1670309"/>
          </a:xfrm>
        </p:grpSpPr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DD31B9E6-2997-BFB8-EA55-CD18BE3A3795}"/>
                </a:ext>
              </a:extLst>
            </p:cNvPr>
            <p:cNvSpPr/>
            <p:nvPr/>
          </p:nvSpPr>
          <p:spPr>
            <a:xfrm>
              <a:off x="424884" y="1178082"/>
              <a:ext cx="4891252" cy="1670309"/>
            </a:xfrm>
            <a:prstGeom prst="parallelogram">
              <a:avLst>
                <a:gd name="adj" fmla="val 94320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15F77A4-17F4-C115-F279-14034E4D2608}"/>
                </a:ext>
              </a:extLst>
            </p:cNvPr>
            <p:cNvSpPr/>
            <p:nvPr/>
          </p:nvSpPr>
          <p:spPr>
            <a:xfrm>
              <a:off x="2870510" y="2013237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FA6B622-36A2-1BBA-18BE-B2A423BE7E83}"/>
                </a:ext>
              </a:extLst>
            </p:cNvPr>
            <p:cNvSpPr/>
            <p:nvPr/>
          </p:nvSpPr>
          <p:spPr>
            <a:xfrm>
              <a:off x="1822331" y="1696171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0123CCB-AA64-2733-ADBD-52840AA6E34E}"/>
                </a:ext>
              </a:extLst>
            </p:cNvPr>
            <p:cNvSpPr/>
            <p:nvPr/>
          </p:nvSpPr>
          <p:spPr>
            <a:xfrm>
              <a:off x="2281540" y="1924501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082E167-3D9C-8DF3-9B49-75FE4FFC4834}"/>
                </a:ext>
              </a:extLst>
            </p:cNvPr>
            <p:cNvSpPr/>
            <p:nvPr/>
          </p:nvSpPr>
          <p:spPr>
            <a:xfrm>
              <a:off x="1878223" y="2038541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875E6ED-5935-3EFA-A8AB-F40DC0EC0028}"/>
                </a:ext>
              </a:extLst>
            </p:cNvPr>
            <p:cNvSpPr/>
            <p:nvPr/>
          </p:nvSpPr>
          <p:spPr>
            <a:xfrm>
              <a:off x="2870510" y="2108756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D1EAA9B-51FF-9871-BF1B-18ECC6761807}"/>
                </a:ext>
              </a:extLst>
            </p:cNvPr>
            <p:cNvSpPr/>
            <p:nvPr/>
          </p:nvSpPr>
          <p:spPr>
            <a:xfrm>
              <a:off x="3110090" y="2138803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4981484-CE20-9981-62FE-C4CB47205F0C}"/>
                </a:ext>
              </a:extLst>
            </p:cNvPr>
            <p:cNvSpPr/>
            <p:nvPr/>
          </p:nvSpPr>
          <p:spPr>
            <a:xfrm>
              <a:off x="2159623" y="2261007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AC6C0E2-6784-18AA-F295-C584A327D818}"/>
                </a:ext>
              </a:extLst>
            </p:cNvPr>
            <p:cNvSpPr/>
            <p:nvPr/>
          </p:nvSpPr>
          <p:spPr>
            <a:xfrm>
              <a:off x="3380670" y="2091251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A178223-12BB-E866-B5AF-6D4F113222B1}"/>
                </a:ext>
              </a:extLst>
            </p:cNvPr>
            <p:cNvSpPr/>
            <p:nvPr/>
          </p:nvSpPr>
          <p:spPr>
            <a:xfrm>
              <a:off x="2954133" y="1729013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4B91345-78B5-B02E-CD19-88E6697AB5A7}"/>
                </a:ext>
              </a:extLst>
            </p:cNvPr>
            <p:cNvSpPr/>
            <p:nvPr/>
          </p:nvSpPr>
          <p:spPr>
            <a:xfrm>
              <a:off x="3026981" y="1831137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13E119E-D119-B82E-86AF-9321A0EB6FB7}"/>
                </a:ext>
              </a:extLst>
            </p:cNvPr>
            <p:cNvSpPr/>
            <p:nvPr/>
          </p:nvSpPr>
          <p:spPr>
            <a:xfrm>
              <a:off x="2883507" y="1815333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1E76AC9-FAAC-CC9B-528B-60BF7F8C1A9F}"/>
                </a:ext>
              </a:extLst>
            </p:cNvPr>
            <p:cNvSpPr/>
            <p:nvPr/>
          </p:nvSpPr>
          <p:spPr>
            <a:xfrm>
              <a:off x="4085934" y="1698376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01D7AF1-6894-494F-7997-A1D97D46DB0F}"/>
                </a:ext>
              </a:extLst>
            </p:cNvPr>
            <p:cNvSpPr/>
            <p:nvPr/>
          </p:nvSpPr>
          <p:spPr>
            <a:xfrm>
              <a:off x="2742416" y="2167834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3D74526-B15E-FC41-6300-09B2D52AB489}"/>
                </a:ext>
              </a:extLst>
            </p:cNvPr>
            <p:cNvSpPr/>
            <p:nvPr/>
          </p:nvSpPr>
          <p:spPr>
            <a:xfrm>
              <a:off x="2208668" y="1999389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22A7E75-DA6E-66DD-F6EC-BF6D0D43C056}"/>
                </a:ext>
              </a:extLst>
            </p:cNvPr>
            <p:cNvSpPr/>
            <p:nvPr/>
          </p:nvSpPr>
          <p:spPr>
            <a:xfrm>
              <a:off x="2393026" y="2038476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2E0C4A3-6712-F17F-AE26-241E7B5E91B9}"/>
                </a:ext>
              </a:extLst>
            </p:cNvPr>
            <p:cNvSpPr/>
            <p:nvPr/>
          </p:nvSpPr>
          <p:spPr>
            <a:xfrm>
              <a:off x="1822331" y="2163032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2128E6C1-0972-9576-EC05-9B96276982AB}"/>
                </a:ext>
              </a:extLst>
            </p:cNvPr>
            <p:cNvSpPr/>
            <p:nvPr/>
          </p:nvSpPr>
          <p:spPr>
            <a:xfrm>
              <a:off x="2981996" y="2222731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C8E78C3-A020-3855-E9CB-CE6A6CB4DC5E}"/>
                </a:ext>
              </a:extLst>
            </p:cNvPr>
            <p:cNvSpPr/>
            <p:nvPr/>
          </p:nvSpPr>
          <p:spPr>
            <a:xfrm>
              <a:off x="3221577" y="2252778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7201D4BC-0D07-E61A-EC6E-C8260A3C5E65}"/>
                </a:ext>
              </a:extLst>
            </p:cNvPr>
            <p:cNvSpPr/>
            <p:nvPr/>
          </p:nvSpPr>
          <p:spPr>
            <a:xfrm>
              <a:off x="1634429" y="2407939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CD48E61-DF69-8376-0814-BEB35531FC5E}"/>
                </a:ext>
              </a:extLst>
            </p:cNvPr>
            <p:cNvSpPr/>
            <p:nvPr/>
          </p:nvSpPr>
          <p:spPr>
            <a:xfrm>
              <a:off x="3761186" y="2218390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783F831-4AA2-687D-6AB2-85D2372BD743}"/>
                </a:ext>
              </a:extLst>
            </p:cNvPr>
            <p:cNvSpPr/>
            <p:nvPr/>
          </p:nvSpPr>
          <p:spPr>
            <a:xfrm>
              <a:off x="3065619" y="1842988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10313D0-78ED-073B-A17F-1199158E5775}"/>
                </a:ext>
              </a:extLst>
            </p:cNvPr>
            <p:cNvSpPr/>
            <p:nvPr/>
          </p:nvSpPr>
          <p:spPr>
            <a:xfrm>
              <a:off x="3138467" y="1945113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5A52D9C4-388A-33CA-CE8D-A5D305E91D5C}"/>
                </a:ext>
              </a:extLst>
            </p:cNvPr>
            <p:cNvSpPr/>
            <p:nvPr/>
          </p:nvSpPr>
          <p:spPr>
            <a:xfrm>
              <a:off x="2994993" y="1929308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8E3338A-9C05-7151-4E2C-85E4E117F839}"/>
                </a:ext>
              </a:extLst>
            </p:cNvPr>
            <p:cNvSpPr/>
            <p:nvPr/>
          </p:nvSpPr>
          <p:spPr>
            <a:xfrm>
              <a:off x="4197420" y="1812351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BF0CBB7E-5324-DE93-55F6-164E9CFF4DC4}"/>
                </a:ext>
              </a:extLst>
            </p:cNvPr>
            <p:cNvSpPr/>
            <p:nvPr/>
          </p:nvSpPr>
          <p:spPr>
            <a:xfrm>
              <a:off x="2554852" y="1819011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17061AC-5CD1-7AA0-6F03-6B648B644DFE}"/>
                </a:ext>
              </a:extLst>
            </p:cNvPr>
            <p:cNvSpPr/>
            <p:nvPr/>
          </p:nvSpPr>
          <p:spPr>
            <a:xfrm>
              <a:off x="2794433" y="1849058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915EDCD3-59A8-11F1-7B22-051D75EE81F4}"/>
                </a:ext>
              </a:extLst>
            </p:cNvPr>
            <p:cNvSpPr/>
            <p:nvPr/>
          </p:nvSpPr>
          <p:spPr>
            <a:xfrm>
              <a:off x="3065012" y="1801506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F8E88D33-D075-57B1-2A03-6D8780CDB536}"/>
                </a:ext>
              </a:extLst>
            </p:cNvPr>
            <p:cNvSpPr/>
            <p:nvPr/>
          </p:nvSpPr>
          <p:spPr>
            <a:xfrm>
              <a:off x="2638475" y="1439268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17390108-0257-A063-02D5-C29E5E8DD2E9}"/>
                </a:ext>
              </a:extLst>
            </p:cNvPr>
            <p:cNvSpPr/>
            <p:nvPr/>
          </p:nvSpPr>
          <p:spPr>
            <a:xfrm>
              <a:off x="2711324" y="1541393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E5460E35-C3C1-F09E-E813-6FD812B5FF43}"/>
                </a:ext>
              </a:extLst>
            </p:cNvPr>
            <p:cNvSpPr/>
            <p:nvPr/>
          </p:nvSpPr>
          <p:spPr>
            <a:xfrm>
              <a:off x="2567850" y="1525588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ECEF457E-0DCC-B154-4DB6-3176CDE6E6B7}"/>
                </a:ext>
              </a:extLst>
            </p:cNvPr>
            <p:cNvSpPr/>
            <p:nvPr/>
          </p:nvSpPr>
          <p:spPr>
            <a:xfrm>
              <a:off x="3770276" y="1408631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57C44821-6A08-9D5E-1142-DF68D03B6ED5}"/>
                </a:ext>
              </a:extLst>
            </p:cNvPr>
            <p:cNvSpPr/>
            <p:nvPr/>
          </p:nvSpPr>
          <p:spPr>
            <a:xfrm>
              <a:off x="2198431" y="1781074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893A03B4-2682-E9F2-928F-47206D72EFFC}"/>
                </a:ext>
              </a:extLst>
            </p:cNvPr>
            <p:cNvSpPr/>
            <p:nvPr/>
          </p:nvSpPr>
          <p:spPr>
            <a:xfrm>
              <a:off x="2666338" y="1932987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F4D1CD0D-E363-CFAA-403F-5C272C92D52F}"/>
                </a:ext>
              </a:extLst>
            </p:cNvPr>
            <p:cNvSpPr/>
            <p:nvPr/>
          </p:nvSpPr>
          <p:spPr>
            <a:xfrm>
              <a:off x="2509872" y="2568680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AA7F2EF1-0D9D-0D18-673B-E6E7DEA617A1}"/>
                </a:ext>
              </a:extLst>
            </p:cNvPr>
            <p:cNvSpPr/>
            <p:nvPr/>
          </p:nvSpPr>
          <p:spPr>
            <a:xfrm>
              <a:off x="3176498" y="1915481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98C8EFF3-863B-8F03-0A73-BB1CCE7455EF}"/>
                </a:ext>
              </a:extLst>
            </p:cNvPr>
            <p:cNvSpPr/>
            <p:nvPr/>
          </p:nvSpPr>
          <p:spPr>
            <a:xfrm>
              <a:off x="2854798" y="1563340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B3C780C3-9DC3-7EC4-E4E5-F960DEB82498}"/>
                </a:ext>
              </a:extLst>
            </p:cNvPr>
            <p:cNvSpPr/>
            <p:nvPr/>
          </p:nvSpPr>
          <p:spPr>
            <a:xfrm>
              <a:off x="2822810" y="1655368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BC029E12-D404-C625-D90B-DC0FE080306B}"/>
                </a:ext>
              </a:extLst>
            </p:cNvPr>
            <p:cNvSpPr/>
            <p:nvPr/>
          </p:nvSpPr>
          <p:spPr>
            <a:xfrm>
              <a:off x="2679336" y="1639563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66C2E4F3-3E8A-331C-2785-67B4132D4E52}"/>
                </a:ext>
              </a:extLst>
            </p:cNvPr>
            <p:cNvSpPr/>
            <p:nvPr/>
          </p:nvSpPr>
          <p:spPr>
            <a:xfrm>
              <a:off x="3620308" y="1801506"/>
              <a:ext cx="166218" cy="5427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C3347660-1FF1-9E2F-114A-6586CFCFE5DE}"/>
              </a:ext>
            </a:extLst>
          </p:cNvPr>
          <p:cNvSpPr txBox="1"/>
          <p:nvPr/>
        </p:nvSpPr>
        <p:spPr>
          <a:xfrm>
            <a:off x="2190900" y="296153"/>
            <a:ext cx="8567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Satellites see bee locations on earth … wants to estimate bee hive location.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11A463D-3878-EAC9-12D8-205FC6C1B530}"/>
              </a:ext>
            </a:extLst>
          </p:cNvPr>
          <p:cNvSpPr txBox="1"/>
          <p:nvPr/>
        </p:nvSpPr>
        <p:spPr>
          <a:xfrm>
            <a:off x="5522256" y="1845007"/>
            <a:ext cx="3429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where        = bee hive location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C786FB5-1E72-434A-6BF6-2694724FEED5}"/>
              </a:ext>
            </a:extLst>
          </p:cNvPr>
          <p:cNvSpPr txBox="1"/>
          <p:nvPr/>
        </p:nvSpPr>
        <p:spPr>
          <a:xfrm>
            <a:off x="5497867" y="883974"/>
            <a:ext cx="7557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Given data                                            =  {L1, L2, L3, … L10}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8B8B23C7-E24E-1522-C243-4FF9AB775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1183" y="846390"/>
            <a:ext cx="2209800" cy="444500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5CD9ECAB-40F0-5946-170D-89F1345BAAE5}"/>
              </a:ext>
            </a:extLst>
          </p:cNvPr>
          <p:cNvSpPr txBox="1"/>
          <p:nvPr/>
        </p:nvSpPr>
        <p:spPr>
          <a:xfrm>
            <a:off x="5522256" y="1379374"/>
            <a:ext cx="2817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Estimate parameter 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C0BFD4A7-DB29-3628-F72C-7F065C83E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7172" y="1374235"/>
            <a:ext cx="337821" cy="388494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CC0E0CC4-AE3B-F9F3-6A3F-8F511D008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244" y="1840158"/>
            <a:ext cx="337821" cy="38849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B622D86-0DE2-C7C5-FA58-2D235E0E7011}"/>
              </a:ext>
            </a:extLst>
          </p:cNvPr>
          <p:cNvSpPr txBox="1"/>
          <p:nvPr/>
        </p:nvSpPr>
        <p:spPr>
          <a:xfrm>
            <a:off x="5522256" y="2350674"/>
            <a:ext cx="2646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What would you do?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0A3C9D-EA7C-760B-E6BC-E0DB749D98B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-6308" r="36548" b="1"/>
          <a:stretch/>
        </p:blipFill>
        <p:spPr>
          <a:xfrm>
            <a:off x="414936" y="3179300"/>
            <a:ext cx="4153127" cy="78424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2B52D9B-D7BE-B476-63E6-40B7AB3C11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321" y="4299001"/>
            <a:ext cx="3211718" cy="887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8316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1978ED-85A5-A352-D136-4E366BFC7765}"/>
              </a:ext>
            </a:extLst>
          </p:cNvPr>
          <p:cNvSpPr txBox="1"/>
          <p:nvPr/>
        </p:nvSpPr>
        <p:spPr>
          <a:xfrm>
            <a:off x="276411" y="260293"/>
            <a:ext cx="1498359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Multivariate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C795AAA-D232-A999-DC6C-661B08A06805}"/>
              </a:ext>
            </a:extLst>
          </p:cNvPr>
          <p:cNvGrpSpPr/>
          <p:nvPr/>
        </p:nvGrpSpPr>
        <p:grpSpPr>
          <a:xfrm>
            <a:off x="2186786" y="2636214"/>
            <a:ext cx="9810582" cy="3440576"/>
            <a:chOff x="1641513" y="785198"/>
            <a:chExt cx="6686275" cy="2233424"/>
          </a:xfrm>
        </p:grpSpPr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DD31B9E6-2997-BFB8-EA55-CD18BE3A3795}"/>
                </a:ext>
              </a:extLst>
            </p:cNvPr>
            <p:cNvSpPr/>
            <p:nvPr/>
          </p:nvSpPr>
          <p:spPr>
            <a:xfrm>
              <a:off x="1641513" y="785198"/>
              <a:ext cx="6686275" cy="2233424"/>
            </a:xfrm>
            <a:prstGeom prst="parallelogram">
              <a:avLst>
                <a:gd name="adj" fmla="val 94320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15F77A4-17F4-C115-F279-14034E4D2608}"/>
                </a:ext>
              </a:extLst>
            </p:cNvPr>
            <p:cNvSpPr/>
            <p:nvPr/>
          </p:nvSpPr>
          <p:spPr>
            <a:xfrm>
              <a:off x="4920930" y="1974735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FA6B622-36A2-1BBA-18BE-B2A423BE7E83}"/>
                </a:ext>
              </a:extLst>
            </p:cNvPr>
            <p:cNvSpPr/>
            <p:nvPr/>
          </p:nvSpPr>
          <p:spPr>
            <a:xfrm>
              <a:off x="3488084" y="1550776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0123CCB-AA64-2733-ADBD-52840AA6E34E}"/>
                </a:ext>
              </a:extLst>
            </p:cNvPr>
            <p:cNvSpPr/>
            <p:nvPr/>
          </p:nvSpPr>
          <p:spPr>
            <a:xfrm>
              <a:off x="4115816" y="1856083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082E167-3D9C-8DF3-9B49-75FE4FFC4834}"/>
                </a:ext>
              </a:extLst>
            </p:cNvPr>
            <p:cNvSpPr/>
            <p:nvPr/>
          </p:nvSpPr>
          <p:spPr>
            <a:xfrm>
              <a:off x="3564487" y="2008570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875E6ED-5935-3EFA-A8AB-F40DC0EC0028}"/>
                </a:ext>
              </a:extLst>
            </p:cNvPr>
            <p:cNvSpPr/>
            <p:nvPr/>
          </p:nvSpPr>
          <p:spPr>
            <a:xfrm>
              <a:off x="4920930" y="2102457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D1EAA9B-51FF-9871-BF1B-18ECC6761807}"/>
                </a:ext>
              </a:extLst>
            </p:cNvPr>
            <p:cNvSpPr/>
            <p:nvPr/>
          </p:nvSpPr>
          <p:spPr>
            <a:xfrm>
              <a:off x="5248433" y="2142633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4981484-CE20-9981-62FE-C4CB47205F0C}"/>
                </a:ext>
              </a:extLst>
            </p:cNvPr>
            <p:cNvSpPr/>
            <p:nvPr/>
          </p:nvSpPr>
          <p:spPr>
            <a:xfrm>
              <a:off x="3949157" y="2306037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AC6C0E2-6784-18AA-F295-C584A327D818}"/>
                </a:ext>
              </a:extLst>
            </p:cNvPr>
            <p:cNvSpPr/>
            <p:nvPr/>
          </p:nvSpPr>
          <p:spPr>
            <a:xfrm>
              <a:off x="5618311" y="2079050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A178223-12BB-E866-B5AF-6D4F113222B1}"/>
                </a:ext>
              </a:extLst>
            </p:cNvPr>
            <p:cNvSpPr/>
            <p:nvPr/>
          </p:nvSpPr>
          <p:spPr>
            <a:xfrm>
              <a:off x="5035241" y="1594690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4B91345-78B5-B02E-CD19-88E6697AB5A7}"/>
                </a:ext>
              </a:extLst>
            </p:cNvPr>
            <p:cNvSpPr/>
            <p:nvPr/>
          </p:nvSpPr>
          <p:spPr>
            <a:xfrm>
              <a:off x="5134824" y="1731244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13E119E-D119-B82E-86AF-9321A0EB6FB7}"/>
                </a:ext>
              </a:extLst>
            </p:cNvPr>
            <p:cNvSpPr/>
            <p:nvPr/>
          </p:nvSpPr>
          <p:spPr>
            <a:xfrm>
              <a:off x="4938697" y="1710111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1E76AC9-FAAC-CC9B-528B-60BF7F8C1A9F}"/>
                </a:ext>
              </a:extLst>
            </p:cNvPr>
            <p:cNvSpPr/>
            <p:nvPr/>
          </p:nvSpPr>
          <p:spPr>
            <a:xfrm>
              <a:off x="6582398" y="1553724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01D7AF1-6894-494F-7997-A1D97D46DB0F}"/>
                </a:ext>
              </a:extLst>
            </p:cNvPr>
            <p:cNvSpPr/>
            <p:nvPr/>
          </p:nvSpPr>
          <p:spPr>
            <a:xfrm>
              <a:off x="4745827" y="2181452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3D74526-B15E-FC41-6300-09B2D52AB489}"/>
                </a:ext>
              </a:extLst>
            </p:cNvPr>
            <p:cNvSpPr/>
            <p:nvPr/>
          </p:nvSpPr>
          <p:spPr>
            <a:xfrm>
              <a:off x="4016201" y="1956218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22A7E75-DA6E-66DD-F6EC-BF6D0D43C056}"/>
                </a:ext>
              </a:extLst>
            </p:cNvPr>
            <p:cNvSpPr/>
            <p:nvPr/>
          </p:nvSpPr>
          <p:spPr>
            <a:xfrm>
              <a:off x="4268216" y="2008483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2E0C4A3-6712-F17F-AE26-241E7B5E91B9}"/>
                </a:ext>
              </a:extLst>
            </p:cNvPr>
            <p:cNvSpPr/>
            <p:nvPr/>
          </p:nvSpPr>
          <p:spPr>
            <a:xfrm>
              <a:off x="3488084" y="2175031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2128E6C1-0972-9576-EC05-9B96276982AB}"/>
                </a:ext>
              </a:extLst>
            </p:cNvPr>
            <p:cNvSpPr/>
            <p:nvPr/>
          </p:nvSpPr>
          <p:spPr>
            <a:xfrm>
              <a:off x="5073330" y="2254857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C8E78C3-A020-3855-E9CB-CE6A6CB4DC5E}"/>
                </a:ext>
              </a:extLst>
            </p:cNvPr>
            <p:cNvSpPr/>
            <p:nvPr/>
          </p:nvSpPr>
          <p:spPr>
            <a:xfrm>
              <a:off x="5400833" y="2295033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7201D4BC-0D07-E61A-EC6E-C8260A3C5E65}"/>
                </a:ext>
              </a:extLst>
            </p:cNvPr>
            <p:cNvSpPr/>
            <p:nvPr/>
          </p:nvSpPr>
          <p:spPr>
            <a:xfrm>
              <a:off x="3231224" y="2502504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CD48E61-DF69-8376-0814-BEB35531FC5E}"/>
                </a:ext>
              </a:extLst>
            </p:cNvPr>
            <p:cNvSpPr/>
            <p:nvPr/>
          </p:nvSpPr>
          <p:spPr>
            <a:xfrm>
              <a:off x="6138472" y="2249052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783F831-4AA2-687D-6AB2-85D2372BD743}"/>
                </a:ext>
              </a:extLst>
            </p:cNvPr>
            <p:cNvSpPr/>
            <p:nvPr/>
          </p:nvSpPr>
          <p:spPr>
            <a:xfrm>
              <a:off x="5187641" y="1747090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10313D0-78ED-073B-A17F-1199158E5775}"/>
                </a:ext>
              </a:extLst>
            </p:cNvPr>
            <p:cNvSpPr/>
            <p:nvPr/>
          </p:nvSpPr>
          <p:spPr>
            <a:xfrm>
              <a:off x="5287224" y="1883644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5A52D9C4-388A-33CA-CE8D-A5D305E91D5C}"/>
                </a:ext>
              </a:extLst>
            </p:cNvPr>
            <p:cNvSpPr/>
            <p:nvPr/>
          </p:nvSpPr>
          <p:spPr>
            <a:xfrm>
              <a:off x="5091097" y="1862511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8E3338A-9C05-7151-4E2C-85E4E117F839}"/>
                </a:ext>
              </a:extLst>
            </p:cNvPr>
            <p:cNvSpPr/>
            <p:nvPr/>
          </p:nvSpPr>
          <p:spPr>
            <a:xfrm>
              <a:off x="6734798" y="1706124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BF0CBB7E-5324-DE93-55F6-164E9CFF4DC4}"/>
                </a:ext>
              </a:extLst>
            </p:cNvPr>
            <p:cNvSpPr/>
            <p:nvPr/>
          </p:nvSpPr>
          <p:spPr>
            <a:xfrm>
              <a:off x="4489430" y="1715030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17061AC-5CD1-7AA0-6F03-6B648B644DFE}"/>
                </a:ext>
              </a:extLst>
            </p:cNvPr>
            <p:cNvSpPr/>
            <p:nvPr/>
          </p:nvSpPr>
          <p:spPr>
            <a:xfrm>
              <a:off x="4816933" y="1755206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915EDCD3-59A8-11F1-7B22-051D75EE81F4}"/>
                </a:ext>
              </a:extLst>
            </p:cNvPr>
            <p:cNvSpPr/>
            <p:nvPr/>
          </p:nvSpPr>
          <p:spPr>
            <a:xfrm>
              <a:off x="5186811" y="1691623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F8E88D33-D075-57B1-2A03-6D8780CDB536}"/>
                </a:ext>
              </a:extLst>
            </p:cNvPr>
            <p:cNvSpPr/>
            <p:nvPr/>
          </p:nvSpPr>
          <p:spPr>
            <a:xfrm>
              <a:off x="4603741" y="1207263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17390108-0257-A063-02D5-C29E5E8DD2E9}"/>
                </a:ext>
              </a:extLst>
            </p:cNvPr>
            <p:cNvSpPr/>
            <p:nvPr/>
          </p:nvSpPr>
          <p:spPr>
            <a:xfrm>
              <a:off x="4703324" y="1343817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E5460E35-C3C1-F09E-E813-6FD812B5FF43}"/>
                </a:ext>
              </a:extLst>
            </p:cNvPr>
            <p:cNvSpPr/>
            <p:nvPr/>
          </p:nvSpPr>
          <p:spPr>
            <a:xfrm>
              <a:off x="4507197" y="1322684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ECEF457E-0DCC-B154-4DB6-3176CDE6E6B7}"/>
                </a:ext>
              </a:extLst>
            </p:cNvPr>
            <p:cNvSpPr/>
            <p:nvPr/>
          </p:nvSpPr>
          <p:spPr>
            <a:xfrm>
              <a:off x="6150898" y="1166297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57C44821-6A08-9D5E-1142-DF68D03B6ED5}"/>
                </a:ext>
              </a:extLst>
            </p:cNvPr>
            <p:cNvSpPr/>
            <p:nvPr/>
          </p:nvSpPr>
          <p:spPr>
            <a:xfrm>
              <a:off x="4002207" y="1664302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893A03B4-2682-E9F2-928F-47206D72EFFC}"/>
                </a:ext>
              </a:extLst>
            </p:cNvPr>
            <p:cNvSpPr/>
            <p:nvPr/>
          </p:nvSpPr>
          <p:spPr>
            <a:xfrm>
              <a:off x="4641830" y="1867430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F4D1CD0D-E363-CFAA-403F-5C272C92D52F}"/>
                </a:ext>
              </a:extLst>
            </p:cNvPr>
            <p:cNvSpPr/>
            <p:nvPr/>
          </p:nvSpPr>
          <p:spPr>
            <a:xfrm>
              <a:off x="4427943" y="2717436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AA7F2EF1-0D9D-0D18-673B-E6E7DEA617A1}"/>
                </a:ext>
              </a:extLst>
            </p:cNvPr>
            <p:cNvSpPr/>
            <p:nvPr/>
          </p:nvSpPr>
          <p:spPr>
            <a:xfrm>
              <a:off x="5339211" y="1844023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98C8EFF3-863B-8F03-0A73-BB1CCE7455EF}"/>
                </a:ext>
              </a:extLst>
            </p:cNvPr>
            <p:cNvSpPr/>
            <p:nvPr/>
          </p:nvSpPr>
          <p:spPr>
            <a:xfrm>
              <a:off x="4899451" y="1373164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B3C780C3-9DC3-7EC4-E4E5-F960DEB82498}"/>
                </a:ext>
              </a:extLst>
            </p:cNvPr>
            <p:cNvSpPr/>
            <p:nvPr/>
          </p:nvSpPr>
          <p:spPr>
            <a:xfrm>
              <a:off x="4855724" y="1496217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BC029E12-D404-C625-D90B-DC0FE080306B}"/>
                </a:ext>
              </a:extLst>
            </p:cNvPr>
            <p:cNvSpPr/>
            <p:nvPr/>
          </p:nvSpPr>
          <p:spPr>
            <a:xfrm>
              <a:off x="4659597" y="1475084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66C2E4F3-3E8A-331C-2785-67B4132D4E52}"/>
                </a:ext>
              </a:extLst>
            </p:cNvPr>
            <p:cNvSpPr/>
            <p:nvPr/>
          </p:nvSpPr>
          <p:spPr>
            <a:xfrm>
              <a:off x="5945894" y="1691623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1" name="Picture 60">
            <a:extLst>
              <a:ext uri="{FF2B5EF4-FFF2-40B4-BE49-F238E27FC236}">
                <a16:creationId xmlns:a16="http://schemas.microsoft.com/office/drawing/2014/main" id="{058B605F-D081-5607-BF37-BE94F27F9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411" y="1028896"/>
            <a:ext cx="2667000" cy="736600"/>
          </a:xfrm>
          <a:prstGeom prst="rect">
            <a:avLst/>
          </a:prstGeom>
        </p:spPr>
      </p:pic>
      <p:pic>
        <p:nvPicPr>
          <p:cNvPr id="2" name="Picture 6" descr="Gaussian filter, or Gaussian blur — Librow — Digital LCD dashboards for  cars and boats">
            <a:extLst>
              <a:ext uri="{FF2B5EF4-FFF2-40B4-BE49-F238E27FC236}">
                <a16:creationId xmlns:a16="http://schemas.microsoft.com/office/drawing/2014/main" id="{149A94F5-CD63-E847-9FD4-CD089D08D9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8350" y="-465292"/>
            <a:ext cx="4098817" cy="4937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4EF7FD-3D88-ED21-BF16-666D20EAB364}"/>
              </a:ext>
            </a:extLst>
          </p:cNvPr>
          <p:cNvSpPr txBox="1"/>
          <p:nvPr/>
        </p:nvSpPr>
        <p:spPr>
          <a:xfrm>
            <a:off x="194632" y="2003322"/>
            <a:ext cx="417729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highlight>
                  <a:srgbClr val="FFFF00"/>
                </a:highlight>
                <a:latin typeface="Arial Rounded MT Bold" panose="020F0704030504030204" pitchFamily="34" charset="77"/>
              </a:rPr>
              <a:t>Slide the bell curve towards </a:t>
            </a:r>
          </a:p>
          <a:p>
            <a:r>
              <a:rPr lang="en-US" sz="2000" dirty="0">
                <a:highlight>
                  <a:srgbClr val="FFFF00"/>
                </a:highlight>
                <a:latin typeface="Arial Rounded MT Bold" panose="020F0704030504030204" pitchFamily="34" charset="77"/>
              </a:rPr>
              <a:t>the position that maximizes </a:t>
            </a:r>
          </a:p>
          <a:p>
            <a:r>
              <a:rPr lang="en-US" sz="2000" dirty="0">
                <a:highlight>
                  <a:srgbClr val="FFFF00"/>
                </a:highlight>
                <a:latin typeface="Arial Rounded MT Bold" panose="020F0704030504030204" pitchFamily="34" charset="77"/>
              </a:rPr>
              <a:t>the probability of all data points.</a:t>
            </a:r>
          </a:p>
        </p:txBody>
      </p:sp>
    </p:spTree>
    <p:extLst>
      <p:ext uri="{BB962C8B-B14F-4D97-AF65-F5344CB8AC3E}">
        <p14:creationId xmlns:p14="http://schemas.microsoft.com/office/powerpoint/2010/main" val="26479298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316 -0.02569 L -0.01316 -0.02546 L -0.01941 -0.02014 C -0.02084 -0.01898 -0.02214 -0.01713 -0.0237 -0.01667 C -0.02618 -0.01551 -0.02852 -0.01505 -0.03099 -0.01458 C -0.03191 -0.01389 -0.03256 -0.01343 -0.03347 -0.01273 C -0.03477 -0.01157 -0.03594 -0.01019 -0.03711 -0.00903 L -0.03894 -0.00718 C -0.03959 -0.00648 -0.04024 -0.00556 -0.04089 -0.00509 C -0.04154 -0.0044 -0.04245 -0.0037 -0.04323 -0.00324 C -0.04532 -0.00208 -0.0474 -0.00162 -0.04935 0.00046 C -0.05 0.00116 -0.05066 0.00139 -0.05118 0.00231 C -0.05196 0.00324 -0.05248 0.00509 -0.05313 0.00625 L -0.05795 0.0287 L -0.05912 0.03449 C -0.05964 0.03634 -0.05964 0.03866 -0.06029 0.04028 C -0.06172 0.04306 -0.06329 0.04606 -0.06459 0.04977 C -0.06524 0.05139 -0.06576 0.0537 -0.06641 0.05532 C -0.06693 0.05625 -0.06771 0.05625 -0.06823 0.05718 C -0.07305 0.06458 -0.06732 0.05787 -0.07188 0.06273 C -0.07292 0.06736 -0.07344 0.06852 -0.0737 0.07431 C -0.07409 0.08032 -0.07409 0.08866 -0.075 0.09491 C -0.07579 0.09931 -0.07683 0.10324 -0.078 0.10625 C -0.07995 0.11111 -0.08086 0.11111 -0.0836 0.11366 C -0.08425 0.11458 -0.08477 0.11528 -0.08542 0.11574 C -0.08633 0.1162 -0.08737 0.1169 -0.08855 0.11736 C -0.09193 0.11944 -0.09297 0.11921 -0.09636 0.1213 C -0.0987 0.12268 -0.10013 0.12454 -0.10248 0.12685 C -0.10313 0.12755 -0.10378 0.12778 -0.1043 0.1287 C -0.10573 0.13125 -0.1073 0.13287 -0.1086 0.13634 C -0.10925 0.13796 -0.10964 0.14051 -0.11042 0.14213 C -0.11094 0.14306 -0.11172 0.14282 -0.11224 0.14398 C -0.11602 0.15046 -0.11472 0.15116 -0.11771 0.15324 C -0.11797 0.15347 -0.11823 0.15324 -0.11823 0.15347 L -0.11823 0.15393 " pathEditMode="relative" rAng="0" ptsTypes="AAAAAAAAAAAAAAAAAAAAAAAAAAAAAAAAA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60" y="89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1978ED-85A5-A352-D136-4E366BFC7765}"/>
              </a:ext>
            </a:extLst>
          </p:cNvPr>
          <p:cNvSpPr txBox="1"/>
          <p:nvPr/>
        </p:nvSpPr>
        <p:spPr>
          <a:xfrm>
            <a:off x="276411" y="260293"/>
            <a:ext cx="1498359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Multivariate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C795AAA-D232-A999-DC6C-661B08A06805}"/>
              </a:ext>
            </a:extLst>
          </p:cNvPr>
          <p:cNvGrpSpPr/>
          <p:nvPr/>
        </p:nvGrpSpPr>
        <p:grpSpPr>
          <a:xfrm>
            <a:off x="2186786" y="2636214"/>
            <a:ext cx="9810582" cy="3440576"/>
            <a:chOff x="1641513" y="785198"/>
            <a:chExt cx="6686275" cy="2233424"/>
          </a:xfrm>
        </p:grpSpPr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DD31B9E6-2997-BFB8-EA55-CD18BE3A3795}"/>
                </a:ext>
              </a:extLst>
            </p:cNvPr>
            <p:cNvSpPr/>
            <p:nvPr/>
          </p:nvSpPr>
          <p:spPr>
            <a:xfrm>
              <a:off x="1641513" y="785198"/>
              <a:ext cx="6686275" cy="2233424"/>
            </a:xfrm>
            <a:prstGeom prst="parallelogram">
              <a:avLst>
                <a:gd name="adj" fmla="val 94320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15F77A4-17F4-C115-F279-14034E4D2608}"/>
                </a:ext>
              </a:extLst>
            </p:cNvPr>
            <p:cNvSpPr/>
            <p:nvPr/>
          </p:nvSpPr>
          <p:spPr>
            <a:xfrm>
              <a:off x="4920930" y="1974735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FA6B622-36A2-1BBA-18BE-B2A423BE7E83}"/>
                </a:ext>
              </a:extLst>
            </p:cNvPr>
            <p:cNvSpPr/>
            <p:nvPr/>
          </p:nvSpPr>
          <p:spPr>
            <a:xfrm>
              <a:off x="3488084" y="1550776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0123CCB-AA64-2733-ADBD-52840AA6E34E}"/>
                </a:ext>
              </a:extLst>
            </p:cNvPr>
            <p:cNvSpPr/>
            <p:nvPr/>
          </p:nvSpPr>
          <p:spPr>
            <a:xfrm>
              <a:off x="4115816" y="1856083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082E167-3D9C-8DF3-9B49-75FE4FFC4834}"/>
                </a:ext>
              </a:extLst>
            </p:cNvPr>
            <p:cNvSpPr/>
            <p:nvPr/>
          </p:nvSpPr>
          <p:spPr>
            <a:xfrm>
              <a:off x="3564487" y="2008570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875E6ED-5935-3EFA-A8AB-F40DC0EC0028}"/>
                </a:ext>
              </a:extLst>
            </p:cNvPr>
            <p:cNvSpPr/>
            <p:nvPr/>
          </p:nvSpPr>
          <p:spPr>
            <a:xfrm>
              <a:off x="4920930" y="2102457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D1EAA9B-51FF-9871-BF1B-18ECC6761807}"/>
                </a:ext>
              </a:extLst>
            </p:cNvPr>
            <p:cNvSpPr/>
            <p:nvPr/>
          </p:nvSpPr>
          <p:spPr>
            <a:xfrm>
              <a:off x="5248433" y="2142633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4981484-CE20-9981-62FE-C4CB47205F0C}"/>
                </a:ext>
              </a:extLst>
            </p:cNvPr>
            <p:cNvSpPr/>
            <p:nvPr/>
          </p:nvSpPr>
          <p:spPr>
            <a:xfrm>
              <a:off x="3949157" y="2306037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AC6C0E2-6784-18AA-F295-C584A327D818}"/>
                </a:ext>
              </a:extLst>
            </p:cNvPr>
            <p:cNvSpPr/>
            <p:nvPr/>
          </p:nvSpPr>
          <p:spPr>
            <a:xfrm>
              <a:off x="5618311" y="2079050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A178223-12BB-E866-B5AF-6D4F113222B1}"/>
                </a:ext>
              </a:extLst>
            </p:cNvPr>
            <p:cNvSpPr/>
            <p:nvPr/>
          </p:nvSpPr>
          <p:spPr>
            <a:xfrm>
              <a:off x="5035241" y="1594690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4B91345-78B5-B02E-CD19-88E6697AB5A7}"/>
                </a:ext>
              </a:extLst>
            </p:cNvPr>
            <p:cNvSpPr/>
            <p:nvPr/>
          </p:nvSpPr>
          <p:spPr>
            <a:xfrm>
              <a:off x="5134824" y="1731244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13E119E-D119-B82E-86AF-9321A0EB6FB7}"/>
                </a:ext>
              </a:extLst>
            </p:cNvPr>
            <p:cNvSpPr/>
            <p:nvPr/>
          </p:nvSpPr>
          <p:spPr>
            <a:xfrm>
              <a:off x="4938697" y="1710111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1E76AC9-FAAC-CC9B-528B-60BF7F8C1A9F}"/>
                </a:ext>
              </a:extLst>
            </p:cNvPr>
            <p:cNvSpPr/>
            <p:nvPr/>
          </p:nvSpPr>
          <p:spPr>
            <a:xfrm>
              <a:off x="6582398" y="1553724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01D7AF1-6894-494F-7997-A1D97D46DB0F}"/>
                </a:ext>
              </a:extLst>
            </p:cNvPr>
            <p:cNvSpPr/>
            <p:nvPr/>
          </p:nvSpPr>
          <p:spPr>
            <a:xfrm>
              <a:off x="4745827" y="2181452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3D74526-B15E-FC41-6300-09B2D52AB489}"/>
                </a:ext>
              </a:extLst>
            </p:cNvPr>
            <p:cNvSpPr/>
            <p:nvPr/>
          </p:nvSpPr>
          <p:spPr>
            <a:xfrm>
              <a:off x="4016201" y="1956218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22A7E75-DA6E-66DD-F6EC-BF6D0D43C056}"/>
                </a:ext>
              </a:extLst>
            </p:cNvPr>
            <p:cNvSpPr/>
            <p:nvPr/>
          </p:nvSpPr>
          <p:spPr>
            <a:xfrm>
              <a:off x="4268216" y="2008483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2E0C4A3-6712-F17F-AE26-241E7B5E91B9}"/>
                </a:ext>
              </a:extLst>
            </p:cNvPr>
            <p:cNvSpPr/>
            <p:nvPr/>
          </p:nvSpPr>
          <p:spPr>
            <a:xfrm>
              <a:off x="3488084" y="2175031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2128E6C1-0972-9576-EC05-9B96276982AB}"/>
                </a:ext>
              </a:extLst>
            </p:cNvPr>
            <p:cNvSpPr/>
            <p:nvPr/>
          </p:nvSpPr>
          <p:spPr>
            <a:xfrm>
              <a:off x="5073330" y="2254857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C8E78C3-A020-3855-E9CB-CE6A6CB4DC5E}"/>
                </a:ext>
              </a:extLst>
            </p:cNvPr>
            <p:cNvSpPr/>
            <p:nvPr/>
          </p:nvSpPr>
          <p:spPr>
            <a:xfrm>
              <a:off x="5400833" y="2295033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7201D4BC-0D07-E61A-EC6E-C8260A3C5E65}"/>
                </a:ext>
              </a:extLst>
            </p:cNvPr>
            <p:cNvSpPr/>
            <p:nvPr/>
          </p:nvSpPr>
          <p:spPr>
            <a:xfrm>
              <a:off x="3231224" y="2502504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CD48E61-DF69-8376-0814-BEB35531FC5E}"/>
                </a:ext>
              </a:extLst>
            </p:cNvPr>
            <p:cNvSpPr/>
            <p:nvPr/>
          </p:nvSpPr>
          <p:spPr>
            <a:xfrm>
              <a:off x="6138472" y="2249052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783F831-4AA2-687D-6AB2-85D2372BD743}"/>
                </a:ext>
              </a:extLst>
            </p:cNvPr>
            <p:cNvSpPr/>
            <p:nvPr/>
          </p:nvSpPr>
          <p:spPr>
            <a:xfrm>
              <a:off x="5187641" y="1747090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10313D0-78ED-073B-A17F-1199158E5775}"/>
                </a:ext>
              </a:extLst>
            </p:cNvPr>
            <p:cNvSpPr/>
            <p:nvPr/>
          </p:nvSpPr>
          <p:spPr>
            <a:xfrm>
              <a:off x="5287224" y="1883644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5A52D9C4-388A-33CA-CE8D-A5D305E91D5C}"/>
                </a:ext>
              </a:extLst>
            </p:cNvPr>
            <p:cNvSpPr/>
            <p:nvPr/>
          </p:nvSpPr>
          <p:spPr>
            <a:xfrm>
              <a:off x="5091097" y="1862511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8E3338A-9C05-7151-4E2C-85E4E117F839}"/>
                </a:ext>
              </a:extLst>
            </p:cNvPr>
            <p:cNvSpPr/>
            <p:nvPr/>
          </p:nvSpPr>
          <p:spPr>
            <a:xfrm>
              <a:off x="6734798" y="1706124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BF0CBB7E-5324-DE93-55F6-164E9CFF4DC4}"/>
                </a:ext>
              </a:extLst>
            </p:cNvPr>
            <p:cNvSpPr/>
            <p:nvPr/>
          </p:nvSpPr>
          <p:spPr>
            <a:xfrm>
              <a:off x="4489430" y="1715030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17061AC-5CD1-7AA0-6F03-6B648B644DFE}"/>
                </a:ext>
              </a:extLst>
            </p:cNvPr>
            <p:cNvSpPr/>
            <p:nvPr/>
          </p:nvSpPr>
          <p:spPr>
            <a:xfrm>
              <a:off x="4816933" y="1755206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915EDCD3-59A8-11F1-7B22-051D75EE81F4}"/>
                </a:ext>
              </a:extLst>
            </p:cNvPr>
            <p:cNvSpPr/>
            <p:nvPr/>
          </p:nvSpPr>
          <p:spPr>
            <a:xfrm>
              <a:off x="5186811" y="1691623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F8E88D33-D075-57B1-2A03-6D8780CDB536}"/>
                </a:ext>
              </a:extLst>
            </p:cNvPr>
            <p:cNvSpPr/>
            <p:nvPr/>
          </p:nvSpPr>
          <p:spPr>
            <a:xfrm>
              <a:off x="4603741" y="1207263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17390108-0257-A063-02D5-C29E5E8DD2E9}"/>
                </a:ext>
              </a:extLst>
            </p:cNvPr>
            <p:cNvSpPr/>
            <p:nvPr/>
          </p:nvSpPr>
          <p:spPr>
            <a:xfrm>
              <a:off x="4703324" y="1343817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E5460E35-C3C1-F09E-E813-6FD812B5FF43}"/>
                </a:ext>
              </a:extLst>
            </p:cNvPr>
            <p:cNvSpPr/>
            <p:nvPr/>
          </p:nvSpPr>
          <p:spPr>
            <a:xfrm>
              <a:off x="4507197" y="1322684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ECEF457E-0DCC-B154-4DB6-3176CDE6E6B7}"/>
                </a:ext>
              </a:extLst>
            </p:cNvPr>
            <p:cNvSpPr/>
            <p:nvPr/>
          </p:nvSpPr>
          <p:spPr>
            <a:xfrm>
              <a:off x="6150898" y="1166297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57C44821-6A08-9D5E-1142-DF68D03B6ED5}"/>
                </a:ext>
              </a:extLst>
            </p:cNvPr>
            <p:cNvSpPr/>
            <p:nvPr/>
          </p:nvSpPr>
          <p:spPr>
            <a:xfrm>
              <a:off x="4002207" y="1664302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893A03B4-2682-E9F2-928F-47206D72EFFC}"/>
                </a:ext>
              </a:extLst>
            </p:cNvPr>
            <p:cNvSpPr/>
            <p:nvPr/>
          </p:nvSpPr>
          <p:spPr>
            <a:xfrm>
              <a:off x="4641830" y="1867430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F4D1CD0D-E363-CFAA-403F-5C272C92D52F}"/>
                </a:ext>
              </a:extLst>
            </p:cNvPr>
            <p:cNvSpPr/>
            <p:nvPr/>
          </p:nvSpPr>
          <p:spPr>
            <a:xfrm>
              <a:off x="4427943" y="2717436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AA7F2EF1-0D9D-0D18-673B-E6E7DEA617A1}"/>
                </a:ext>
              </a:extLst>
            </p:cNvPr>
            <p:cNvSpPr/>
            <p:nvPr/>
          </p:nvSpPr>
          <p:spPr>
            <a:xfrm>
              <a:off x="5339211" y="1844023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98C8EFF3-863B-8F03-0A73-BB1CCE7455EF}"/>
                </a:ext>
              </a:extLst>
            </p:cNvPr>
            <p:cNvSpPr/>
            <p:nvPr/>
          </p:nvSpPr>
          <p:spPr>
            <a:xfrm>
              <a:off x="4899451" y="1373164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B3C780C3-9DC3-7EC4-E4E5-F960DEB82498}"/>
                </a:ext>
              </a:extLst>
            </p:cNvPr>
            <p:cNvSpPr/>
            <p:nvPr/>
          </p:nvSpPr>
          <p:spPr>
            <a:xfrm>
              <a:off x="4855724" y="1496217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BC029E12-D404-C625-D90B-DC0FE080306B}"/>
                </a:ext>
              </a:extLst>
            </p:cNvPr>
            <p:cNvSpPr/>
            <p:nvPr/>
          </p:nvSpPr>
          <p:spPr>
            <a:xfrm>
              <a:off x="4659597" y="1475084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66C2E4F3-3E8A-331C-2785-67B4132D4E52}"/>
                </a:ext>
              </a:extLst>
            </p:cNvPr>
            <p:cNvSpPr/>
            <p:nvPr/>
          </p:nvSpPr>
          <p:spPr>
            <a:xfrm>
              <a:off x="5945894" y="1691623"/>
              <a:ext cx="227218" cy="725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1" name="Picture 60">
            <a:extLst>
              <a:ext uri="{FF2B5EF4-FFF2-40B4-BE49-F238E27FC236}">
                <a16:creationId xmlns:a16="http://schemas.microsoft.com/office/drawing/2014/main" id="{058B605F-D081-5607-BF37-BE94F27F9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411" y="1028896"/>
            <a:ext cx="2667000" cy="736600"/>
          </a:xfrm>
          <a:prstGeom prst="rect">
            <a:avLst/>
          </a:prstGeom>
        </p:spPr>
      </p:pic>
      <p:pic>
        <p:nvPicPr>
          <p:cNvPr id="2" name="Picture 6" descr="Gaussian filter, or Gaussian blur — Librow — Digital LCD dashboards for  cars and boats">
            <a:extLst>
              <a:ext uri="{FF2B5EF4-FFF2-40B4-BE49-F238E27FC236}">
                <a16:creationId xmlns:a16="http://schemas.microsoft.com/office/drawing/2014/main" id="{149A94F5-CD63-E847-9FD4-CD089D08D9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6077" y="590665"/>
            <a:ext cx="4098817" cy="4937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CA3C0F2C-749B-A52A-81DB-D7A8870AA7C2}"/>
              </a:ext>
            </a:extLst>
          </p:cNvPr>
          <p:cNvSpPr/>
          <p:nvPr/>
        </p:nvSpPr>
        <p:spPr>
          <a:xfrm>
            <a:off x="6482430" y="4180415"/>
            <a:ext cx="436642" cy="12028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86029B75-239E-5C46-C295-B020DFB2B988}"/>
              </a:ext>
            </a:extLst>
          </p:cNvPr>
          <p:cNvSpPr/>
          <p:nvPr/>
        </p:nvSpPr>
        <p:spPr>
          <a:xfrm rot="18476922" flipV="1">
            <a:off x="5960497" y="2292857"/>
            <a:ext cx="3546957" cy="605663"/>
          </a:xfrm>
          <a:custGeom>
            <a:avLst/>
            <a:gdLst>
              <a:gd name="connsiteX0" fmla="*/ 0 w 8240485"/>
              <a:gd name="connsiteY0" fmla="*/ 108857 h 1002010"/>
              <a:gd name="connsiteX1" fmla="*/ 3341914 w 8240485"/>
              <a:gd name="connsiteY1" fmla="*/ 1001486 h 1002010"/>
              <a:gd name="connsiteX2" fmla="*/ 8240485 w 8240485"/>
              <a:gd name="connsiteY2" fmla="*/ 0 h 1002010"/>
              <a:gd name="connsiteX0" fmla="*/ 0 w 8182752"/>
              <a:gd name="connsiteY0" fmla="*/ 516956 h 1004643"/>
              <a:gd name="connsiteX1" fmla="*/ 3284181 w 8182752"/>
              <a:gd name="connsiteY1" fmla="*/ 1001486 h 1004643"/>
              <a:gd name="connsiteX2" fmla="*/ 8182752 w 8182752"/>
              <a:gd name="connsiteY2" fmla="*/ 0 h 1004643"/>
              <a:gd name="connsiteX0" fmla="*/ 0 w 7778622"/>
              <a:gd name="connsiteY0" fmla="*/ 0 h 603694"/>
              <a:gd name="connsiteX1" fmla="*/ 3284181 w 7778622"/>
              <a:gd name="connsiteY1" fmla="*/ 484530 h 603694"/>
              <a:gd name="connsiteX2" fmla="*/ 7778622 w 7778622"/>
              <a:gd name="connsiteY2" fmla="*/ 348708 h 603694"/>
              <a:gd name="connsiteX0" fmla="*/ 0 w 8290334"/>
              <a:gd name="connsiteY0" fmla="*/ 188574 h 676262"/>
              <a:gd name="connsiteX1" fmla="*/ 3284181 w 8290334"/>
              <a:gd name="connsiteY1" fmla="*/ 673104 h 676262"/>
              <a:gd name="connsiteX2" fmla="*/ 8290334 w 8290334"/>
              <a:gd name="connsiteY2" fmla="*/ 0 h 676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290334" h="676262">
                <a:moveTo>
                  <a:pt x="0" y="188574"/>
                </a:moveTo>
                <a:cubicBezTo>
                  <a:pt x="984250" y="643960"/>
                  <a:pt x="1910767" y="691247"/>
                  <a:pt x="3284181" y="673104"/>
                </a:cubicBezTo>
                <a:cubicBezTo>
                  <a:pt x="4657595" y="654961"/>
                  <a:pt x="6527755" y="491671"/>
                  <a:pt x="8290334" y="0"/>
                </a:cubicBezTo>
              </a:path>
            </a:pathLst>
          </a:custGeom>
          <a:noFill/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6D47A148-95F3-0B45-6E1B-5BF37F592966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015782" y="992503"/>
            <a:ext cx="618397" cy="674615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F55F7CF0-BB4E-2DF1-C505-163F1E0BF6D3}"/>
              </a:ext>
            </a:extLst>
          </p:cNvPr>
          <p:cNvSpPr txBox="1"/>
          <p:nvPr/>
        </p:nvSpPr>
        <p:spPr>
          <a:xfrm>
            <a:off x="9688988" y="1023521"/>
            <a:ext cx="24288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rial Rounded MT Bold" panose="020F0704030504030204" pitchFamily="34" charset="77"/>
              </a:rPr>
              <a:t>under the Gaussian </a:t>
            </a:r>
          </a:p>
          <a:p>
            <a:pPr algn="ctr"/>
            <a:r>
              <a:rPr lang="en-US" dirty="0">
                <a:latin typeface="Arial Rounded MT Bold" panose="020F0704030504030204" pitchFamily="34" charset="77"/>
              </a:rPr>
              <a:t>model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692EE93-AC0C-C0E0-B6A6-D682FE1939D9}"/>
              </a:ext>
            </a:extLst>
          </p:cNvPr>
          <p:cNvSpPr txBox="1"/>
          <p:nvPr/>
        </p:nvSpPr>
        <p:spPr>
          <a:xfrm>
            <a:off x="194632" y="2003322"/>
            <a:ext cx="417729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highlight>
                  <a:srgbClr val="FFFF00"/>
                </a:highlight>
                <a:latin typeface="Arial Rounded MT Bold" panose="020F0704030504030204" pitchFamily="34" charset="77"/>
              </a:rPr>
              <a:t>Slide the bell curve towards </a:t>
            </a:r>
          </a:p>
          <a:p>
            <a:r>
              <a:rPr lang="en-US" sz="2000" dirty="0">
                <a:highlight>
                  <a:srgbClr val="FFFF00"/>
                </a:highlight>
                <a:latin typeface="Arial Rounded MT Bold" panose="020F0704030504030204" pitchFamily="34" charset="77"/>
              </a:rPr>
              <a:t>the position that maximizes </a:t>
            </a:r>
          </a:p>
          <a:p>
            <a:r>
              <a:rPr lang="en-US" sz="2000" dirty="0">
                <a:highlight>
                  <a:srgbClr val="FFFF00"/>
                </a:highlight>
                <a:latin typeface="Arial Rounded MT Bold" panose="020F0704030504030204" pitchFamily="34" charset="77"/>
              </a:rPr>
              <a:t>the probability of all data points.</a:t>
            </a:r>
          </a:p>
        </p:txBody>
      </p:sp>
    </p:spTree>
    <p:extLst>
      <p:ext uri="{BB962C8B-B14F-4D97-AF65-F5344CB8AC3E}">
        <p14:creationId xmlns:p14="http://schemas.microsoft.com/office/powerpoint/2010/main" val="24091574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1978ED-85A5-A352-D136-4E366BFC7765}"/>
              </a:ext>
            </a:extLst>
          </p:cNvPr>
          <p:cNvSpPr txBox="1"/>
          <p:nvPr/>
        </p:nvSpPr>
        <p:spPr>
          <a:xfrm>
            <a:off x="276411" y="260293"/>
            <a:ext cx="1498359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Multivariate</a:t>
            </a: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DD31B9E6-2997-BFB8-EA55-CD18BE3A3795}"/>
              </a:ext>
            </a:extLst>
          </p:cNvPr>
          <p:cNvSpPr/>
          <p:nvPr/>
        </p:nvSpPr>
        <p:spPr>
          <a:xfrm>
            <a:off x="2186786" y="2636214"/>
            <a:ext cx="9810582" cy="3440576"/>
          </a:xfrm>
          <a:prstGeom prst="parallelogram">
            <a:avLst>
              <a:gd name="adj" fmla="val 9432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15F77A4-17F4-C115-F279-14034E4D2608}"/>
              </a:ext>
            </a:extLst>
          </p:cNvPr>
          <p:cNvSpPr/>
          <p:nvPr/>
        </p:nvSpPr>
        <p:spPr>
          <a:xfrm>
            <a:off x="6998582" y="4468688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FA6B622-36A2-1BBA-18BE-B2A423BE7E83}"/>
              </a:ext>
            </a:extLst>
          </p:cNvPr>
          <p:cNvSpPr/>
          <p:nvPr/>
        </p:nvSpPr>
        <p:spPr>
          <a:xfrm>
            <a:off x="4896207" y="3815582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0123CCB-AA64-2733-ADBD-52840AA6E34E}"/>
              </a:ext>
            </a:extLst>
          </p:cNvPr>
          <p:cNvSpPr/>
          <p:nvPr/>
        </p:nvSpPr>
        <p:spPr>
          <a:xfrm>
            <a:off x="5817261" y="4285906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082E167-3D9C-8DF3-9B49-75FE4FFC4834}"/>
              </a:ext>
            </a:extLst>
          </p:cNvPr>
          <p:cNvSpPr/>
          <p:nvPr/>
        </p:nvSpPr>
        <p:spPr>
          <a:xfrm>
            <a:off x="5008311" y="4520811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875E6ED-5935-3EFA-A8AB-F40DC0EC0028}"/>
              </a:ext>
            </a:extLst>
          </p:cNvPr>
          <p:cNvSpPr/>
          <p:nvPr/>
        </p:nvSpPr>
        <p:spPr>
          <a:xfrm>
            <a:off x="6998582" y="4665443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D1EAA9B-51FF-9871-BF1B-18ECC6761807}"/>
              </a:ext>
            </a:extLst>
          </p:cNvPr>
          <p:cNvSpPr/>
          <p:nvPr/>
        </p:nvSpPr>
        <p:spPr>
          <a:xfrm>
            <a:off x="7479118" y="4727334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4981484-CE20-9981-62FE-C4CB47205F0C}"/>
              </a:ext>
            </a:extLst>
          </p:cNvPr>
          <p:cNvSpPr/>
          <p:nvPr/>
        </p:nvSpPr>
        <p:spPr>
          <a:xfrm>
            <a:off x="5572727" y="4979057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AC6C0E2-6784-18AA-F295-C584A327D818}"/>
              </a:ext>
            </a:extLst>
          </p:cNvPr>
          <p:cNvSpPr/>
          <p:nvPr/>
        </p:nvSpPr>
        <p:spPr>
          <a:xfrm>
            <a:off x="8021829" y="4629385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A178223-12BB-E866-B5AF-6D4F113222B1}"/>
              </a:ext>
            </a:extLst>
          </p:cNvPr>
          <p:cNvSpPr/>
          <p:nvPr/>
        </p:nvSpPr>
        <p:spPr>
          <a:xfrm>
            <a:off x="7166307" y="3883231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4B91345-78B5-B02E-CD19-88E6697AB5A7}"/>
              </a:ext>
            </a:extLst>
          </p:cNvPr>
          <p:cNvSpPr/>
          <p:nvPr/>
        </p:nvSpPr>
        <p:spPr>
          <a:xfrm>
            <a:off x="7312422" y="4093592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13E119E-D119-B82E-86AF-9321A0EB6FB7}"/>
              </a:ext>
            </a:extLst>
          </p:cNvPr>
          <p:cNvSpPr/>
          <p:nvPr/>
        </p:nvSpPr>
        <p:spPr>
          <a:xfrm>
            <a:off x="7024651" y="4061037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1E76AC9-FAAC-CC9B-528B-60BF7F8C1A9F}"/>
              </a:ext>
            </a:extLst>
          </p:cNvPr>
          <p:cNvSpPr/>
          <p:nvPr/>
        </p:nvSpPr>
        <p:spPr>
          <a:xfrm>
            <a:off x="9436407" y="3820124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01D7AF1-6894-494F-7997-A1D97D46DB0F}"/>
              </a:ext>
            </a:extLst>
          </p:cNvPr>
          <p:cNvSpPr/>
          <p:nvPr/>
        </p:nvSpPr>
        <p:spPr>
          <a:xfrm>
            <a:off x="6741658" y="4787135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3D74526-B15E-FC41-6300-09B2D52AB489}"/>
              </a:ext>
            </a:extLst>
          </p:cNvPr>
          <p:cNvSpPr/>
          <p:nvPr/>
        </p:nvSpPr>
        <p:spPr>
          <a:xfrm>
            <a:off x="5671098" y="4440163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22A7E75-DA6E-66DD-F6EC-BF6D0D43C056}"/>
              </a:ext>
            </a:extLst>
          </p:cNvPr>
          <p:cNvSpPr/>
          <p:nvPr/>
        </p:nvSpPr>
        <p:spPr>
          <a:xfrm>
            <a:off x="6040873" y="4520677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2E0C4A3-6712-F17F-AE26-241E7B5E91B9}"/>
              </a:ext>
            </a:extLst>
          </p:cNvPr>
          <p:cNvSpPr/>
          <p:nvPr/>
        </p:nvSpPr>
        <p:spPr>
          <a:xfrm>
            <a:off x="4896207" y="4777243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128E6C1-0972-9576-EC05-9B96276982AB}"/>
              </a:ext>
            </a:extLst>
          </p:cNvPr>
          <p:cNvSpPr/>
          <p:nvPr/>
        </p:nvSpPr>
        <p:spPr>
          <a:xfrm>
            <a:off x="7222194" y="4900215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C8E78C3-A020-3855-E9CB-CE6A6CB4DC5E}"/>
              </a:ext>
            </a:extLst>
          </p:cNvPr>
          <p:cNvSpPr/>
          <p:nvPr/>
        </p:nvSpPr>
        <p:spPr>
          <a:xfrm>
            <a:off x="7702730" y="4962106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201D4BC-0D07-E61A-EC6E-C8260A3C5E65}"/>
              </a:ext>
            </a:extLst>
          </p:cNvPr>
          <p:cNvSpPr/>
          <p:nvPr/>
        </p:nvSpPr>
        <p:spPr>
          <a:xfrm>
            <a:off x="4519324" y="5281713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CD48E61-DF69-8376-0814-BEB35531FC5E}"/>
              </a:ext>
            </a:extLst>
          </p:cNvPr>
          <p:cNvSpPr/>
          <p:nvPr/>
        </p:nvSpPr>
        <p:spPr>
          <a:xfrm>
            <a:off x="8785047" y="4891272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783F831-4AA2-687D-6AB2-85D2372BD743}"/>
              </a:ext>
            </a:extLst>
          </p:cNvPr>
          <p:cNvSpPr/>
          <p:nvPr/>
        </p:nvSpPr>
        <p:spPr>
          <a:xfrm>
            <a:off x="7389919" y="4118003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10313D0-78ED-073B-A17F-1199158E5775}"/>
              </a:ext>
            </a:extLst>
          </p:cNvPr>
          <p:cNvSpPr/>
          <p:nvPr/>
        </p:nvSpPr>
        <p:spPr>
          <a:xfrm>
            <a:off x="7536035" y="4328363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A52D9C4-388A-33CA-CE8D-A5D305E91D5C}"/>
              </a:ext>
            </a:extLst>
          </p:cNvPr>
          <p:cNvSpPr/>
          <p:nvPr/>
        </p:nvSpPr>
        <p:spPr>
          <a:xfrm>
            <a:off x="7248263" y="4295808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8E3338A-9C05-7151-4E2C-85E4E117F839}"/>
              </a:ext>
            </a:extLst>
          </p:cNvPr>
          <p:cNvSpPr/>
          <p:nvPr/>
        </p:nvSpPr>
        <p:spPr>
          <a:xfrm>
            <a:off x="9660019" y="4054895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F0CBB7E-5324-DE93-55F6-164E9CFF4DC4}"/>
              </a:ext>
            </a:extLst>
          </p:cNvPr>
          <p:cNvSpPr/>
          <p:nvPr/>
        </p:nvSpPr>
        <p:spPr>
          <a:xfrm>
            <a:off x="6365454" y="4068615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17061AC-5CD1-7AA0-6F03-6B648B644DFE}"/>
              </a:ext>
            </a:extLst>
          </p:cNvPr>
          <p:cNvSpPr/>
          <p:nvPr/>
        </p:nvSpPr>
        <p:spPr>
          <a:xfrm>
            <a:off x="6845990" y="4130505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15EDCD3-59A8-11F1-7B22-051D75EE81F4}"/>
              </a:ext>
            </a:extLst>
          </p:cNvPr>
          <p:cNvSpPr/>
          <p:nvPr/>
        </p:nvSpPr>
        <p:spPr>
          <a:xfrm>
            <a:off x="7388701" y="4032556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8E88D33-D075-57B1-2A03-6D8780CDB536}"/>
              </a:ext>
            </a:extLst>
          </p:cNvPr>
          <p:cNvSpPr/>
          <p:nvPr/>
        </p:nvSpPr>
        <p:spPr>
          <a:xfrm>
            <a:off x="6533179" y="3286403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7390108-0257-A063-02D5-C29E5E8DD2E9}"/>
              </a:ext>
            </a:extLst>
          </p:cNvPr>
          <p:cNvSpPr/>
          <p:nvPr/>
        </p:nvSpPr>
        <p:spPr>
          <a:xfrm>
            <a:off x="6679295" y="3496763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5460E35-C3C1-F09E-E813-6FD812B5FF43}"/>
              </a:ext>
            </a:extLst>
          </p:cNvPr>
          <p:cNvSpPr/>
          <p:nvPr/>
        </p:nvSpPr>
        <p:spPr>
          <a:xfrm>
            <a:off x="6391523" y="3464208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CEF457E-0DCC-B154-4DB6-3176CDE6E6B7}"/>
              </a:ext>
            </a:extLst>
          </p:cNvPr>
          <p:cNvSpPr/>
          <p:nvPr/>
        </p:nvSpPr>
        <p:spPr>
          <a:xfrm>
            <a:off x="8803279" y="3223295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7C44821-6A08-9D5E-1142-DF68D03B6ED5}"/>
              </a:ext>
            </a:extLst>
          </p:cNvPr>
          <p:cNvSpPr/>
          <p:nvPr/>
        </p:nvSpPr>
        <p:spPr>
          <a:xfrm>
            <a:off x="5650565" y="3990468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93A03B4-2682-E9F2-928F-47206D72EFFC}"/>
              </a:ext>
            </a:extLst>
          </p:cNvPr>
          <p:cNvSpPr/>
          <p:nvPr/>
        </p:nvSpPr>
        <p:spPr>
          <a:xfrm>
            <a:off x="6589066" y="4303386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4D1CD0D-E363-CFAA-403F-5C272C92D52F}"/>
              </a:ext>
            </a:extLst>
          </p:cNvPr>
          <p:cNvSpPr/>
          <p:nvPr/>
        </p:nvSpPr>
        <p:spPr>
          <a:xfrm>
            <a:off x="6275236" y="5612815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A7F2EF1-0D9D-0D18-673B-E6E7DEA617A1}"/>
              </a:ext>
            </a:extLst>
          </p:cNvPr>
          <p:cNvSpPr/>
          <p:nvPr/>
        </p:nvSpPr>
        <p:spPr>
          <a:xfrm>
            <a:off x="7612314" y="4267327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8C8EFF3-863B-8F03-0A73-BB1CCE7455EF}"/>
              </a:ext>
            </a:extLst>
          </p:cNvPr>
          <p:cNvSpPr/>
          <p:nvPr/>
        </p:nvSpPr>
        <p:spPr>
          <a:xfrm>
            <a:off x="6967066" y="3541972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3C780C3-9DC3-7EC4-E4E5-F960DEB82498}"/>
              </a:ext>
            </a:extLst>
          </p:cNvPr>
          <p:cNvSpPr/>
          <p:nvPr/>
        </p:nvSpPr>
        <p:spPr>
          <a:xfrm>
            <a:off x="6902907" y="3731534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C029E12-D404-C625-D90B-DC0FE080306B}"/>
              </a:ext>
            </a:extLst>
          </p:cNvPr>
          <p:cNvSpPr/>
          <p:nvPr/>
        </p:nvSpPr>
        <p:spPr>
          <a:xfrm>
            <a:off x="6615135" y="3698979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66C2E4F3-3E8A-331C-2785-67B4132D4E52}"/>
              </a:ext>
            </a:extLst>
          </p:cNvPr>
          <p:cNvSpPr/>
          <p:nvPr/>
        </p:nvSpPr>
        <p:spPr>
          <a:xfrm>
            <a:off x="8502482" y="4032556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F2103EF5-6CB1-1575-6944-BBC85ADCE4DE}"/>
              </a:ext>
            </a:extLst>
          </p:cNvPr>
          <p:cNvGrpSpPr/>
          <p:nvPr/>
        </p:nvGrpSpPr>
        <p:grpSpPr>
          <a:xfrm>
            <a:off x="3884745" y="2795708"/>
            <a:ext cx="6764347" cy="2501320"/>
            <a:chOff x="3381463" y="3375695"/>
            <a:chExt cx="6764347" cy="2501320"/>
          </a:xfrm>
          <a:solidFill>
            <a:srgbClr val="00B0F0"/>
          </a:solidFill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6FC77DD-42C4-7590-842E-4E82CF1C006F}"/>
                </a:ext>
              </a:extLst>
            </p:cNvPr>
            <p:cNvSpPr/>
            <p:nvPr/>
          </p:nvSpPr>
          <p:spPr>
            <a:xfrm>
              <a:off x="7150982" y="4621088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8269D35F-1FA7-4B3D-DC59-3246010C8F3C}"/>
                </a:ext>
              </a:extLst>
            </p:cNvPr>
            <p:cNvSpPr/>
            <p:nvPr/>
          </p:nvSpPr>
          <p:spPr>
            <a:xfrm>
              <a:off x="5048607" y="3967982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5512215C-9B92-D273-B347-7D64EF4C45ED}"/>
                </a:ext>
              </a:extLst>
            </p:cNvPr>
            <p:cNvSpPr/>
            <p:nvPr/>
          </p:nvSpPr>
          <p:spPr>
            <a:xfrm>
              <a:off x="5969661" y="4438306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0072B1AE-C3EA-2D08-4576-8D72F7A4EE36}"/>
                </a:ext>
              </a:extLst>
            </p:cNvPr>
            <p:cNvSpPr/>
            <p:nvPr/>
          </p:nvSpPr>
          <p:spPr>
            <a:xfrm>
              <a:off x="5160711" y="4673211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664E0535-9825-6927-2B54-B0142D6DC053}"/>
                </a:ext>
              </a:extLst>
            </p:cNvPr>
            <p:cNvSpPr/>
            <p:nvPr/>
          </p:nvSpPr>
          <p:spPr>
            <a:xfrm>
              <a:off x="7150982" y="4817843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22D4A865-F5DE-87E1-5260-1DBFAAAFEB69}"/>
                </a:ext>
              </a:extLst>
            </p:cNvPr>
            <p:cNvSpPr/>
            <p:nvPr/>
          </p:nvSpPr>
          <p:spPr>
            <a:xfrm>
              <a:off x="7631518" y="4879734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63773F4A-5F69-38B8-DA37-D34F3B514A41}"/>
                </a:ext>
              </a:extLst>
            </p:cNvPr>
            <p:cNvSpPr/>
            <p:nvPr/>
          </p:nvSpPr>
          <p:spPr>
            <a:xfrm>
              <a:off x="5725127" y="5131457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35E580FC-FAA8-968F-C85A-B68367B6C306}"/>
                </a:ext>
              </a:extLst>
            </p:cNvPr>
            <p:cNvSpPr/>
            <p:nvPr/>
          </p:nvSpPr>
          <p:spPr>
            <a:xfrm>
              <a:off x="8174229" y="4781785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A36338C0-4C1C-BA93-A05F-43FCEF339E85}"/>
                </a:ext>
              </a:extLst>
            </p:cNvPr>
            <p:cNvSpPr/>
            <p:nvPr/>
          </p:nvSpPr>
          <p:spPr>
            <a:xfrm>
              <a:off x="7318707" y="4035631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75961D15-28F5-77F1-1B7D-176867A17340}"/>
                </a:ext>
              </a:extLst>
            </p:cNvPr>
            <p:cNvSpPr/>
            <p:nvPr/>
          </p:nvSpPr>
          <p:spPr>
            <a:xfrm>
              <a:off x="7464822" y="4245992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4C241804-FD3D-0C75-B9B8-511CD384A934}"/>
                </a:ext>
              </a:extLst>
            </p:cNvPr>
            <p:cNvSpPr/>
            <p:nvPr/>
          </p:nvSpPr>
          <p:spPr>
            <a:xfrm>
              <a:off x="7177051" y="4213437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A761DC73-E252-4DBE-E1C1-BEADD3B4026E}"/>
                </a:ext>
              </a:extLst>
            </p:cNvPr>
            <p:cNvSpPr/>
            <p:nvPr/>
          </p:nvSpPr>
          <p:spPr>
            <a:xfrm>
              <a:off x="9588807" y="3972524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8D84FCDD-DCF3-F242-A39E-4AD353DC5760}"/>
                </a:ext>
              </a:extLst>
            </p:cNvPr>
            <p:cNvSpPr/>
            <p:nvPr/>
          </p:nvSpPr>
          <p:spPr>
            <a:xfrm>
              <a:off x="6894058" y="4939535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6BBACE60-B788-6091-0D04-62C7209F5CEA}"/>
                </a:ext>
              </a:extLst>
            </p:cNvPr>
            <p:cNvSpPr/>
            <p:nvPr/>
          </p:nvSpPr>
          <p:spPr>
            <a:xfrm>
              <a:off x="5187286" y="4369923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1BD67AE1-5EB7-F2A1-16D5-47E4855DDB98}"/>
                </a:ext>
              </a:extLst>
            </p:cNvPr>
            <p:cNvSpPr/>
            <p:nvPr/>
          </p:nvSpPr>
          <p:spPr>
            <a:xfrm>
              <a:off x="6193273" y="4673077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0A272C0A-F132-B279-8F83-A0FB6B8E47C7}"/>
                </a:ext>
              </a:extLst>
            </p:cNvPr>
            <p:cNvSpPr/>
            <p:nvPr/>
          </p:nvSpPr>
          <p:spPr>
            <a:xfrm>
              <a:off x="3381463" y="5322313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5634E330-3C66-66BE-D7E8-523D3AF3DCE6}"/>
                </a:ext>
              </a:extLst>
            </p:cNvPr>
            <p:cNvSpPr/>
            <p:nvPr/>
          </p:nvSpPr>
          <p:spPr>
            <a:xfrm>
              <a:off x="7374594" y="5052615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1817E320-D1C8-3941-1F3F-915A3ED7D198}"/>
                </a:ext>
              </a:extLst>
            </p:cNvPr>
            <p:cNvSpPr/>
            <p:nvPr/>
          </p:nvSpPr>
          <p:spPr>
            <a:xfrm>
              <a:off x="7855130" y="5114506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AFE541D7-F04E-F450-F65D-9DD93B54C0BB}"/>
                </a:ext>
              </a:extLst>
            </p:cNvPr>
            <p:cNvSpPr/>
            <p:nvPr/>
          </p:nvSpPr>
          <p:spPr>
            <a:xfrm>
              <a:off x="4671724" y="5434113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52084488-2062-5414-D78E-453E7B084592}"/>
                </a:ext>
              </a:extLst>
            </p:cNvPr>
            <p:cNvSpPr/>
            <p:nvPr/>
          </p:nvSpPr>
          <p:spPr>
            <a:xfrm>
              <a:off x="8937447" y="5043672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CFC1ECD1-6A74-76E6-EB36-F54A76199156}"/>
                </a:ext>
              </a:extLst>
            </p:cNvPr>
            <p:cNvSpPr/>
            <p:nvPr/>
          </p:nvSpPr>
          <p:spPr>
            <a:xfrm>
              <a:off x="7567358" y="3572816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235E745C-0EF6-8D32-ED71-709D3D43E8AB}"/>
                </a:ext>
              </a:extLst>
            </p:cNvPr>
            <p:cNvSpPr/>
            <p:nvPr/>
          </p:nvSpPr>
          <p:spPr>
            <a:xfrm>
              <a:off x="7688435" y="4480763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D0485F31-18EF-7464-2F56-23340242BAE9}"/>
                </a:ext>
              </a:extLst>
            </p:cNvPr>
            <p:cNvSpPr/>
            <p:nvPr/>
          </p:nvSpPr>
          <p:spPr>
            <a:xfrm>
              <a:off x="7400663" y="4448208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95D66EA-F661-7395-007A-3B5F3C7DD2C8}"/>
                </a:ext>
              </a:extLst>
            </p:cNvPr>
            <p:cNvSpPr/>
            <p:nvPr/>
          </p:nvSpPr>
          <p:spPr>
            <a:xfrm>
              <a:off x="9812419" y="4207295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CE3C330C-91B3-4E8D-C75E-644AE740CFC9}"/>
                </a:ext>
              </a:extLst>
            </p:cNvPr>
            <p:cNvSpPr/>
            <p:nvPr/>
          </p:nvSpPr>
          <p:spPr>
            <a:xfrm>
              <a:off x="6517854" y="4221015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EF88718-AFE2-6420-AC54-9E6F4EF0BBED}"/>
                </a:ext>
              </a:extLst>
            </p:cNvPr>
            <p:cNvSpPr/>
            <p:nvPr/>
          </p:nvSpPr>
          <p:spPr>
            <a:xfrm>
              <a:off x="6831556" y="3753750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43593FCB-4631-1DC0-E2F4-C333B1ACF7FD}"/>
                </a:ext>
              </a:extLst>
            </p:cNvPr>
            <p:cNvSpPr/>
            <p:nvPr/>
          </p:nvSpPr>
          <p:spPr>
            <a:xfrm>
              <a:off x="9422111" y="3645411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D03F0FAA-B818-FD79-42DA-C77550255946}"/>
                </a:ext>
              </a:extLst>
            </p:cNvPr>
            <p:cNvSpPr/>
            <p:nvPr/>
          </p:nvSpPr>
          <p:spPr>
            <a:xfrm>
              <a:off x="6685579" y="3438803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A13DAD46-7E9A-00DE-E76C-14D596811B4F}"/>
                </a:ext>
              </a:extLst>
            </p:cNvPr>
            <p:cNvSpPr/>
            <p:nvPr/>
          </p:nvSpPr>
          <p:spPr>
            <a:xfrm>
              <a:off x="4881911" y="3781528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A182A1B3-7897-E75E-DB7C-36037AF3A53F}"/>
                </a:ext>
              </a:extLst>
            </p:cNvPr>
            <p:cNvSpPr/>
            <p:nvPr/>
          </p:nvSpPr>
          <p:spPr>
            <a:xfrm>
              <a:off x="6543923" y="3616608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1C2334EF-A1D5-0927-0AC5-239B99BD63EC}"/>
                </a:ext>
              </a:extLst>
            </p:cNvPr>
            <p:cNvSpPr/>
            <p:nvPr/>
          </p:nvSpPr>
          <p:spPr>
            <a:xfrm>
              <a:off x="8955679" y="3375695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2710D54B-F3CE-08C9-7389-470D649A7543}"/>
                </a:ext>
              </a:extLst>
            </p:cNvPr>
            <p:cNvSpPr/>
            <p:nvPr/>
          </p:nvSpPr>
          <p:spPr>
            <a:xfrm>
              <a:off x="5802965" y="4142868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7A5A52E8-AC1C-769B-5A84-482D42F7B9C6}"/>
                </a:ext>
              </a:extLst>
            </p:cNvPr>
            <p:cNvSpPr/>
            <p:nvPr/>
          </p:nvSpPr>
          <p:spPr>
            <a:xfrm>
              <a:off x="6741466" y="4455786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E01B644A-75EE-3674-3CE3-AE5C807D8114}"/>
                </a:ext>
              </a:extLst>
            </p:cNvPr>
            <p:cNvSpPr/>
            <p:nvPr/>
          </p:nvSpPr>
          <p:spPr>
            <a:xfrm>
              <a:off x="6427636" y="5765215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B00902F8-B5FF-1D5D-7C96-A7605B6F349D}"/>
                </a:ext>
              </a:extLst>
            </p:cNvPr>
            <p:cNvSpPr/>
            <p:nvPr/>
          </p:nvSpPr>
          <p:spPr>
            <a:xfrm>
              <a:off x="8136357" y="4188550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26C22DF8-1325-B204-F702-18533618C7B3}"/>
                </a:ext>
              </a:extLst>
            </p:cNvPr>
            <p:cNvSpPr/>
            <p:nvPr/>
          </p:nvSpPr>
          <p:spPr>
            <a:xfrm>
              <a:off x="7119466" y="3694372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1760A932-CA06-9037-6854-EBC2512CC075}"/>
                </a:ext>
              </a:extLst>
            </p:cNvPr>
            <p:cNvSpPr/>
            <p:nvPr/>
          </p:nvSpPr>
          <p:spPr>
            <a:xfrm>
              <a:off x="5168334" y="3410928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F6760DB2-D829-C037-E8D8-01AC6A0176F7}"/>
                </a:ext>
              </a:extLst>
            </p:cNvPr>
            <p:cNvSpPr/>
            <p:nvPr/>
          </p:nvSpPr>
          <p:spPr>
            <a:xfrm>
              <a:off x="4718198" y="4035829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821C69E7-BD69-F626-7DD5-7758A575F498}"/>
                </a:ext>
              </a:extLst>
            </p:cNvPr>
            <p:cNvSpPr/>
            <p:nvPr/>
          </p:nvSpPr>
          <p:spPr>
            <a:xfrm>
              <a:off x="8654882" y="4184956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4336620E-15BE-629C-CCDF-5C80A1C516EA}"/>
              </a:ext>
            </a:extLst>
          </p:cNvPr>
          <p:cNvSpPr txBox="1"/>
          <p:nvPr/>
        </p:nvSpPr>
        <p:spPr>
          <a:xfrm>
            <a:off x="2177853" y="267070"/>
            <a:ext cx="8670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Say satellite sees red and blue bees. Possible to find two bee hive locations?</a:t>
            </a:r>
          </a:p>
        </p:txBody>
      </p:sp>
    </p:spTree>
    <p:extLst>
      <p:ext uri="{BB962C8B-B14F-4D97-AF65-F5344CB8AC3E}">
        <p14:creationId xmlns:p14="http://schemas.microsoft.com/office/powerpoint/2010/main" val="15128457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1978ED-85A5-A352-D136-4E366BFC7765}"/>
              </a:ext>
            </a:extLst>
          </p:cNvPr>
          <p:cNvSpPr txBox="1"/>
          <p:nvPr/>
        </p:nvSpPr>
        <p:spPr>
          <a:xfrm>
            <a:off x="276411" y="260293"/>
            <a:ext cx="1498359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Multivariate</a:t>
            </a: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DD31B9E6-2997-BFB8-EA55-CD18BE3A3795}"/>
              </a:ext>
            </a:extLst>
          </p:cNvPr>
          <p:cNvSpPr/>
          <p:nvPr/>
        </p:nvSpPr>
        <p:spPr>
          <a:xfrm>
            <a:off x="2186786" y="2636214"/>
            <a:ext cx="9810582" cy="3440576"/>
          </a:xfrm>
          <a:prstGeom prst="parallelogram">
            <a:avLst>
              <a:gd name="adj" fmla="val 9432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15F77A4-17F4-C115-F279-14034E4D2608}"/>
              </a:ext>
            </a:extLst>
          </p:cNvPr>
          <p:cNvSpPr/>
          <p:nvPr/>
        </p:nvSpPr>
        <p:spPr>
          <a:xfrm>
            <a:off x="6998582" y="4468688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FA6B622-36A2-1BBA-18BE-B2A423BE7E83}"/>
              </a:ext>
            </a:extLst>
          </p:cNvPr>
          <p:cNvSpPr/>
          <p:nvPr/>
        </p:nvSpPr>
        <p:spPr>
          <a:xfrm>
            <a:off x="4896207" y="3815582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0123CCB-AA64-2733-ADBD-52840AA6E34E}"/>
              </a:ext>
            </a:extLst>
          </p:cNvPr>
          <p:cNvSpPr/>
          <p:nvPr/>
        </p:nvSpPr>
        <p:spPr>
          <a:xfrm>
            <a:off x="5817261" y="4285906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082E167-3D9C-8DF3-9B49-75FE4FFC4834}"/>
              </a:ext>
            </a:extLst>
          </p:cNvPr>
          <p:cNvSpPr/>
          <p:nvPr/>
        </p:nvSpPr>
        <p:spPr>
          <a:xfrm>
            <a:off x="5008311" y="4520811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875E6ED-5935-3EFA-A8AB-F40DC0EC0028}"/>
              </a:ext>
            </a:extLst>
          </p:cNvPr>
          <p:cNvSpPr/>
          <p:nvPr/>
        </p:nvSpPr>
        <p:spPr>
          <a:xfrm>
            <a:off x="6998582" y="4665443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D1EAA9B-51FF-9871-BF1B-18ECC6761807}"/>
              </a:ext>
            </a:extLst>
          </p:cNvPr>
          <p:cNvSpPr/>
          <p:nvPr/>
        </p:nvSpPr>
        <p:spPr>
          <a:xfrm>
            <a:off x="7479118" y="4727334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4981484-CE20-9981-62FE-C4CB47205F0C}"/>
              </a:ext>
            </a:extLst>
          </p:cNvPr>
          <p:cNvSpPr/>
          <p:nvPr/>
        </p:nvSpPr>
        <p:spPr>
          <a:xfrm>
            <a:off x="5572727" y="4979057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AC6C0E2-6784-18AA-F295-C584A327D818}"/>
              </a:ext>
            </a:extLst>
          </p:cNvPr>
          <p:cNvSpPr/>
          <p:nvPr/>
        </p:nvSpPr>
        <p:spPr>
          <a:xfrm>
            <a:off x="8021829" y="4629385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A178223-12BB-E866-B5AF-6D4F113222B1}"/>
              </a:ext>
            </a:extLst>
          </p:cNvPr>
          <p:cNvSpPr/>
          <p:nvPr/>
        </p:nvSpPr>
        <p:spPr>
          <a:xfrm>
            <a:off x="7166307" y="3883231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4B91345-78B5-B02E-CD19-88E6697AB5A7}"/>
              </a:ext>
            </a:extLst>
          </p:cNvPr>
          <p:cNvSpPr/>
          <p:nvPr/>
        </p:nvSpPr>
        <p:spPr>
          <a:xfrm>
            <a:off x="7312422" y="4093592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13E119E-D119-B82E-86AF-9321A0EB6FB7}"/>
              </a:ext>
            </a:extLst>
          </p:cNvPr>
          <p:cNvSpPr/>
          <p:nvPr/>
        </p:nvSpPr>
        <p:spPr>
          <a:xfrm>
            <a:off x="7024651" y="4061037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1E76AC9-FAAC-CC9B-528B-60BF7F8C1A9F}"/>
              </a:ext>
            </a:extLst>
          </p:cNvPr>
          <p:cNvSpPr/>
          <p:nvPr/>
        </p:nvSpPr>
        <p:spPr>
          <a:xfrm>
            <a:off x="9436407" y="3820124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01D7AF1-6894-494F-7997-A1D97D46DB0F}"/>
              </a:ext>
            </a:extLst>
          </p:cNvPr>
          <p:cNvSpPr/>
          <p:nvPr/>
        </p:nvSpPr>
        <p:spPr>
          <a:xfrm>
            <a:off x="6741658" y="4787135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3D74526-B15E-FC41-6300-09B2D52AB489}"/>
              </a:ext>
            </a:extLst>
          </p:cNvPr>
          <p:cNvSpPr/>
          <p:nvPr/>
        </p:nvSpPr>
        <p:spPr>
          <a:xfrm>
            <a:off x="5671098" y="4440163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22A7E75-DA6E-66DD-F6EC-BF6D0D43C056}"/>
              </a:ext>
            </a:extLst>
          </p:cNvPr>
          <p:cNvSpPr/>
          <p:nvPr/>
        </p:nvSpPr>
        <p:spPr>
          <a:xfrm>
            <a:off x="6040873" y="4520677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2E0C4A3-6712-F17F-AE26-241E7B5E91B9}"/>
              </a:ext>
            </a:extLst>
          </p:cNvPr>
          <p:cNvSpPr/>
          <p:nvPr/>
        </p:nvSpPr>
        <p:spPr>
          <a:xfrm>
            <a:off x="4896207" y="4777243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128E6C1-0972-9576-EC05-9B96276982AB}"/>
              </a:ext>
            </a:extLst>
          </p:cNvPr>
          <p:cNvSpPr/>
          <p:nvPr/>
        </p:nvSpPr>
        <p:spPr>
          <a:xfrm>
            <a:off x="7222194" y="4900215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C8E78C3-A020-3855-E9CB-CE6A6CB4DC5E}"/>
              </a:ext>
            </a:extLst>
          </p:cNvPr>
          <p:cNvSpPr/>
          <p:nvPr/>
        </p:nvSpPr>
        <p:spPr>
          <a:xfrm>
            <a:off x="7702730" y="4962106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201D4BC-0D07-E61A-EC6E-C8260A3C5E65}"/>
              </a:ext>
            </a:extLst>
          </p:cNvPr>
          <p:cNvSpPr/>
          <p:nvPr/>
        </p:nvSpPr>
        <p:spPr>
          <a:xfrm>
            <a:off x="4519324" y="5281713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CD48E61-DF69-8376-0814-BEB35531FC5E}"/>
              </a:ext>
            </a:extLst>
          </p:cNvPr>
          <p:cNvSpPr/>
          <p:nvPr/>
        </p:nvSpPr>
        <p:spPr>
          <a:xfrm>
            <a:off x="8785047" y="4891272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783F831-4AA2-687D-6AB2-85D2372BD743}"/>
              </a:ext>
            </a:extLst>
          </p:cNvPr>
          <p:cNvSpPr/>
          <p:nvPr/>
        </p:nvSpPr>
        <p:spPr>
          <a:xfrm>
            <a:off x="7389919" y="4118003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10313D0-78ED-073B-A17F-1199158E5775}"/>
              </a:ext>
            </a:extLst>
          </p:cNvPr>
          <p:cNvSpPr/>
          <p:nvPr/>
        </p:nvSpPr>
        <p:spPr>
          <a:xfrm>
            <a:off x="7536035" y="4328363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A52D9C4-388A-33CA-CE8D-A5D305E91D5C}"/>
              </a:ext>
            </a:extLst>
          </p:cNvPr>
          <p:cNvSpPr/>
          <p:nvPr/>
        </p:nvSpPr>
        <p:spPr>
          <a:xfrm>
            <a:off x="7248263" y="4295808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8E3338A-9C05-7151-4E2C-85E4E117F839}"/>
              </a:ext>
            </a:extLst>
          </p:cNvPr>
          <p:cNvSpPr/>
          <p:nvPr/>
        </p:nvSpPr>
        <p:spPr>
          <a:xfrm>
            <a:off x="9660019" y="4054895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F0CBB7E-5324-DE93-55F6-164E9CFF4DC4}"/>
              </a:ext>
            </a:extLst>
          </p:cNvPr>
          <p:cNvSpPr/>
          <p:nvPr/>
        </p:nvSpPr>
        <p:spPr>
          <a:xfrm>
            <a:off x="6365454" y="4068615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17061AC-5CD1-7AA0-6F03-6B648B644DFE}"/>
              </a:ext>
            </a:extLst>
          </p:cNvPr>
          <p:cNvSpPr/>
          <p:nvPr/>
        </p:nvSpPr>
        <p:spPr>
          <a:xfrm>
            <a:off x="6845990" y="4130505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15EDCD3-59A8-11F1-7B22-051D75EE81F4}"/>
              </a:ext>
            </a:extLst>
          </p:cNvPr>
          <p:cNvSpPr/>
          <p:nvPr/>
        </p:nvSpPr>
        <p:spPr>
          <a:xfrm>
            <a:off x="7388701" y="4032556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8E88D33-D075-57B1-2A03-6D8780CDB536}"/>
              </a:ext>
            </a:extLst>
          </p:cNvPr>
          <p:cNvSpPr/>
          <p:nvPr/>
        </p:nvSpPr>
        <p:spPr>
          <a:xfrm>
            <a:off x="6533179" y="3286403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7390108-0257-A063-02D5-C29E5E8DD2E9}"/>
              </a:ext>
            </a:extLst>
          </p:cNvPr>
          <p:cNvSpPr/>
          <p:nvPr/>
        </p:nvSpPr>
        <p:spPr>
          <a:xfrm>
            <a:off x="6679295" y="3496763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5460E35-C3C1-F09E-E813-6FD812B5FF43}"/>
              </a:ext>
            </a:extLst>
          </p:cNvPr>
          <p:cNvSpPr/>
          <p:nvPr/>
        </p:nvSpPr>
        <p:spPr>
          <a:xfrm>
            <a:off x="6391523" y="3464208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CEF457E-0DCC-B154-4DB6-3176CDE6E6B7}"/>
              </a:ext>
            </a:extLst>
          </p:cNvPr>
          <p:cNvSpPr/>
          <p:nvPr/>
        </p:nvSpPr>
        <p:spPr>
          <a:xfrm>
            <a:off x="8803279" y="3223295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7C44821-6A08-9D5E-1142-DF68D03B6ED5}"/>
              </a:ext>
            </a:extLst>
          </p:cNvPr>
          <p:cNvSpPr/>
          <p:nvPr/>
        </p:nvSpPr>
        <p:spPr>
          <a:xfrm>
            <a:off x="5650565" y="3990468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93A03B4-2682-E9F2-928F-47206D72EFFC}"/>
              </a:ext>
            </a:extLst>
          </p:cNvPr>
          <p:cNvSpPr/>
          <p:nvPr/>
        </p:nvSpPr>
        <p:spPr>
          <a:xfrm>
            <a:off x="6589066" y="4303386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4D1CD0D-E363-CFAA-403F-5C272C92D52F}"/>
              </a:ext>
            </a:extLst>
          </p:cNvPr>
          <p:cNvSpPr/>
          <p:nvPr/>
        </p:nvSpPr>
        <p:spPr>
          <a:xfrm>
            <a:off x="6275236" y="5612815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A7F2EF1-0D9D-0D18-673B-E6E7DEA617A1}"/>
              </a:ext>
            </a:extLst>
          </p:cNvPr>
          <p:cNvSpPr/>
          <p:nvPr/>
        </p:nvSpPr>
        <p:spPr>
          <a:xfrm>
            <a:off x="7612314" y="4267327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8C8EFF3-863B-8F03-0A73-BB1CCE7455EF}"/>
              </a:ext>
            </a:extLst>
          </p:cNvPr>
          <p:cNvSpPr/>
          <p:nvPr/>
        </p:nvSpPr>
        <p:spPr>
          <a:xfrm>
            <a:off x="6967066" y="3541972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3C780C3-9DC3-7EC4-E4E5-F960DEB82498}"/>
              </a:ext>
            </a:extLst>
          </p:cNvPr>
          <p:cNvSpPr/>
          <p:nvPr/>
        </p:nvSpPr>
        <p:spPr>
          <a:xfrm>
            <a:off x="6902907" y="3731534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C029E12-D404-C625-D90B-DC0FE080306B}"/>
              </a:ext>
            </a:extLst>
          </p:cNvPr>
          <p:cNvSpPr/>
          <p:nvPr/>
        </p:nvSpPr>
        <p:spPr>
          <a:xfrm>
            <a:off x="6615135" y="3698979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66C2E4F3-3E8A-331C-2785-67B4132D4E52}"/>
              </a:ext>
            </a:extLst>
          </p:cNvPr>
          <p:cNvSpPr/>
          <p:nvPr/>
        </p:nvSpPr>
        <p:spPr>
          <a:xfrm>
            <a:off x="8502482" y="4032556"/>
            <a:ext cx="333391" cy="111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F2103EF5-6CB1-1575-6944-BBC85ADCE4DE}"/>
              </a:ext>
            </a:extLst>
          </p:cNvPr>
          <p:cNvGrpSpPr/>
          <p:nvPr/>
        </p:nvGrpSpPr>
        <p:grpSpPr>
          <a:xfrm>
            <a:off x="3884745" y="2795708"/>
            <a:ext cx="6764347" cy="2501320"/>
            <a:chOff x="3381463" y="3375695"/>
            <a:chExt cx="6764347" cy="2501320"/>
          </a:xfrm>
          <a:solidFill>
            <a:srgbClr val="00B0F0"/>
          </a:solidFill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6FC77DD-42C4-7590-842E-4E82CF1C006F}"/>
                </a:ext>
              </a:extLst>
            </p:cNvPr>
            <p:cNvSpPr/>
            <p:nvPr/>
          </p:nvSpPr>
          <p:spPr>
            <a:xfrm>
              <a:off x="7150982" y="4621088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8269D35F-1FA7-4B3D-DC59-3246010C8F3C}"/>
                </a:ext>
              </a:extLst>
            </p:cNvPr>
            <p:cNvSpPr/>
            <p:nvPr/>
          </p:nvSpPr>
          <p:spPr>
            <a:xfrm>
              <a:off x="5048607" y="3967982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5512215C-9B92-D273-B347-7D64EF4C45ED}"/>
                </a:ext>
              </a:extLst>
            </p:cNvPr>
            <p:cNvSpPr/>
            <p:nvPr/>
          </p:nvSpPr>
          <p:spPr>
            <a:xfrm>
              <a:off x="5969661" y="4438306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0072B1AE-C3EA-2D08-4576-8D72F7A4EE36}"/>
                </a:ext>
              </a:extLst>
            </p:cNvPr>
            <p:cNvSpPr/>
            <p:nvPr/>
          </p:nvSpPr>
          <p:spPr>
            <a:xfrm>
              <a:off x="5160711" y="4673211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664E0535-9825-6927-2B54-B0142D6DC053}"/>
                </a:ext>
              </a:extLst>
            </p:cNvPr>
            <p:cNvSpPr/>
            <p:nvPr/>
          </p:nvSpPr>
          <p:spPr>
            <a:xfrm>
              <a:off x="7150982" y="4817843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22D4A865-F5DE-87E1-5260-1DBFAAAFEB69}"/>
                </a:ext>
              </a:extLst>
            </p:cNvPr>
            <p:cNvSpPr/>
            <p:nvPr/>
          </p:nvSpPr>
          <p:spPr>
            <a:xfrm>
              <a:off x="7631518" y="4879734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63773F4A-5F69-38B8-DA37-D34F3B514A41}"/>
                </a:ext>
              </a:extLst>
            </p:cNvPr>
            <p:cNvSpPr/>
            <p:nvPr/>
          </p:nvSpPr>
          <p:spPr>
            <a:xfrm>
              <a:off x="5725127" y="5131457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35E580FC-FAA8-968F-C85A-B68367B6C306}"/>
                </a:ext>
              </a:extLst>
            </p:cNvPr>
            <p:cNvSpPr/>
            <p:nvPr/>
          </p:nvSpPr>
          <p:spPr>
            <a:xfrm>
              <a:off x="8174229" y="4781785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A36338C0-4C1C-BA93-A05F-43FCEF339E85}"/>
                </a:ext>
              </a:extLst>
            </p:cNvPr>
            <p:cNvSpPr/>
            <p:nvPr/>
          </p:nvSpPr>
          <p:spPr>
            <a:xfrm>
              <a:off x="7318707" y="4035631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75961D15-28F5-77F1-1B7D-176867A17340}"/>
                </a:ext>
              </a:extLst>
            </p:cNvPr>
            <p:cNvSpPr/>
            <p:nvPr/>
          </p:nvSpPr>
          <p:spPr>
            <a:xfrm>
              <a:off x="7464822" y="4245992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4C241804-FD3D-0C75-B9B8-511CD384A934}"/>
                </a:ext>
              </a:extLst>
            </p:cNvPr>
            <p:cNvSpPr/>
            <p:nvPr/>
          </p:nvSpPr>
          <p:spPr>
            <a:xfrm>
              <a:off x="7177051" y="4213437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A761DC73-E252-4DBE-E1C1-BEADD3B4026E}"/>
                </a:ext>
              </a:extLst>
            </p:cNvPr>
            <p:cNvSpPr/>
            <p:nvPr/>
          </p:nvSpPr>
          <p:spPr>
            <a:xfrm>
              <a:off x="9588807" y="3972524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8D84FCDD-DCF3-F242-A39E-4AD353DC5760}"/>
                </a:ext>
              </a:extLst>
            </p:cNvPr>
            <p:cNvSpPr/>
            <p:nvPr/>
          </p:nvSpPr>
          <p:spPr>
            <a:xfrm>
              <a:off x="6894058" y="4939535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6BBACE60-B788-6091-0D04-62C7209F5CEA}"/>
                </a:ext>
              </a:extLst>
            </p:cNvPr>
            <p:cNvSpPr/>
            <p:nvPr/>
          </p:nvSpPr>
          <p:spPr>
            <a:xfrm>
              <a:off x="5187286" y="4369923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1BD67AE1-5EB7-F2A1-16D5-47E4855DDB98}"/>
                </a:ext>
              </a:extLst>
            </p:cNvPr>
            <p:cNvSpPr/>
            <p:nvPr/>
          </p:nvSpPr>
          <p:spPr>
            <a:xfrm>
              <a:off x="6193273" y="4673077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0A272C0A-F132-B279-8F83-A0FB6B8E47C7}"/>
                </a:ext>
              </a:extLst>
            </p:cNvPr>
            <p:cNvSpPr/>
            <p:nvPr/>
          </p:nvSpPr>
          <p:spPr>
            <a:xfrm>
              <a:off x="3381463" y="5322313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5634E330-3C66-66BE-D7E8-523D3AF3DCE6}"/>
                </a:ext>
              </a:extLst>
            </p:cNvPr>
            <p:cNvSpPr/>
            <p:nvPr/>
          </p:nvSpPr>
          <p:spPr>
            <a:xfrm>
              <a:off x="7374594" y="5052615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1817E320-D1C8-3941-1F3F-915A3ED7D198}"/>
                </a:ext>
              </a:extLst>
            </p:cNvPr>
            <p:cNvSpPr/>
            <p:nvPr/>
          </p:nvSpPr>
          <p:spPr>
            <a:xfrm>
              <a:off x="7855130" y="5114506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AFE541D7-F04E-F450-F65D-9DD93B54C0BB}"/>
                </a:ext>
              </a:extLst>
            </p:cNvPr>
            <p:cNvSpPr/>
            <p:nvPr/>
          </p:nvSpPr>
          <p:spPr>
            <a:xfrm>
              <a:off x="4671724" y="5434113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52084488-2062-5414-D78E-453E7B084592}"/>
                </a:ext>
              </a:extLst>
            </p:cNvPr>
            <p:cNvSpPr/>
            <p:nvPr/>
          </p:nvSpPr>
          <p:spPr>
            <a:xfrm>
              <a:off x="8937447" y="5043672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CFC1ECD1-6A74-76E6-EB36-F54A76199156}"/>
                </a:ext>
              </a:extLst>
            </p:cNvPr>
            <p:cNvSpPr/>
            <p:nvPr/>
          </p:nvSpPr>
          <p:spPr>
            <a:xfrm>
              <a:off x="7567358" y="3572816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235E745C-0EF6-8D32-ED71-709D3D43E8AB}"/>
                </a:ext>
              </a:extLst>
            </p:cNvPr>
            <p:cNvSpPr/>
            <p:nvPr/>
          </p:nvSpPr>
          <p:spPr>
            <a:xfrm>
              <a:off x="7688435" y="4480763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D0485F31-18EF-7464-2F56-23340242BAE9}"/>
                </a:ext>
              </a:extLst>
            </p:cNvPr>
            <p:cNvSpPr/>
            <p:nvPr/>
          </p:nvSpPr>
          <p:spPr>
            <a:xfrm>
              <a:off x="7400663" y="4448208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95D66EA-F661-7395-007A-3B5F3C7DD2C8}"/>
                </a:ext>
              </a:extLst>
            </p:cNvPr>
            <p:cNvSpPr/>
            <p:nvPr/>
          </p:nvSpPr>
          <p:spPr>
            <a:xfrm>
              <a:off x="9812419" y="4207295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CE3C330C-91B3-4E8D-C75E-644AE740CFC9}"/>
                </a:ext>
              </a:extLst>
            </p:cNvPr>
            <p:cNvSpPr/>
            <p:nvPr/>
          </p:nvSpPr>
          <p:spPr>
            <a:xfrm>
              <a:off x="6517854" y="4221015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EF88718-AFE2-6420-AC54-9E6F4EF0BBED}"/>
                </a:ext>
              </a:extLst>
            </p:cNvPr>
            <p:cNvSpPr/>
            <p:nvPr/>
          </p:nvSpPr>
          <p:spPr>
            <a:xfrm>
              <a:off x="6831556" y="3753750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43593FCB-4631-1DC0-E2F4-C333B1ACF7FD}"/>
                </a:ext>
              </a:extLst>
            </p:cNvPr>
            <p:cNvSpPr/>
            <p:nvPr/>
          </p:nvSpPr>
          <p:spPr>
            <a:xfrm>
              <a:off x="9422111" y="3645411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D03F0FAA-B818-FD79-42DA-C77550255946}"/>
                </a:ext>
              </a:extLst>
            </p:cNvPr>
            <p:cNvSpPr/>
            <p:nvPr/>
          </p:nvSpPr>
          <p:spPr>
            <a:xfrm>
              <a:off x="6685579" y="3438803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A13DAD46-7E9A-00DE-E76C-14D596811B4F}"/>
                </a:ext>
              </a:extLst>
            </p:cNvPr>
            <p:cNvSpPr/>
            <p:nvPr/>
          </p:nvSpPr>
          <p:spPr>
            <a:xfrm>
              <a:off x="4881911" y="3781528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A182A1B3-7897-E75E-DB7C-36037AF3A53F}"/>
                </a:ext>
              </a:extLst>
            </p:cNvPr>
            <p:cNvSpPr/>
            <p:nvPr/>
          </p:nvSpPr>
          <p:spPr>
            <a:xfrm>
              <a:off x="6543923" y="3616608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1C2334EF-A1D5-0927-0AC5-239B99BD63EC}"/>
                </a:ext>
              </a:extLst>
            </p:cNvPr>
            <p:cNvSpPr/>
            <p:nvPr/>
          </p:nvSpPr>
          <p:spPr>
            <a:xfrm>
              <a:off x="8955679" y="3375695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2710D54B-F3CE-08C9-7389-470D649A7543}"/>
                </a:ext>
              </a:extLst>
            </p:cNvPr>
            <p:cNvSpPr/>
            <p:nvPr/>
          </p:nvSpPr>
          <p:spPr>
            <a:xfrm>
              <a:off x="5802965" y="4142868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7A5A52E8-AC1C-769B-5A84-482D42F7B9C6}"/>
                </a:ext>
              </a:extLst>
            </p:cNvPr>
            <p:cNvSpPr/>
            <p:nvPr/>
          </p:nvSpPr>
          <p:spPr>
            <a:xfrm>
              <a:off x="6741466" y="4455786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E01B644A-75EE-3674-3CE3-AE5C807D8114}"/>
                </a:ext>
              </a:extLst>
            </p:cNvPr>
            <p:cNvSpPr/>
            <p:nvPr/>
          </p:nvSpPr>
          <p:spPr>
            <a:xfrm>
              <a:off x="6427636" y="5765215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B00902F8-B5FF-1D5D-7C96-A7605B6F349D}"/>
                </a:ext>
              </a:extLst>
            </p:cNvPr>
            <p:cNvSpPr/>
            <p:nvPr/>
          </p:nvSpPr>
          <p:spPr>
            <a:xfrm>
              <a:off x="8136357" y="4188550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26C22DF8-1325-B204-F702-18533618C7B3}"/>
                </a:ext>
              </a:extLst>
            </p:cNvPr>
            <p:cNvSpPr/>
            <p:nvPr/>
          </p:nvSpPr>
          <p:spPr>
            <a:xfrm>
              <a:off x="7119466" y="3694372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1760A932-CA06-9037-6854-EBC2512CC075}"/>
                </a:ext>
              </a:extLst>
            </p:cNvPr>
            <p:cNvSpPr/>
            <p:nvPr/>
          </p:nvSpPr>
          <p:spPr>
            <a:xfrm>
              <a:off x="5168334" y="3410928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F6760DB2-D829-C037-E8D8-01AC6A0176F7}"/>
                </a:ext>
              </a:extLst>
            </p:cNvPr>
            <p:cNvSpPr/>
            <p:nvPr/>
          </p:nvSpPr>
          <p:spPr>
            <a:xfrm>
              <a:off x="4718198" y="4035829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821C69E7-BD69-F626-7DD5-7758A575F498}"/>
                </a:ext>
              </a:extLst>
            </p:cNvPr>
            <p:cNvSpPr/>
            <p:nvPr/>
          </p:nvSpPr>
          <p:spPr>
            <a:xfrm>
              <a:off x="8654882" y="4184956"/>
              <a:ext cx="333391" cy="1118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1" name="Picture 90">
            <a:extLst>
              <a:ext uri="{FF2B5EF4-FFF2-40B4-BE49-F238E27FC236}">
                <a16:creationId xmlns:a16="http://schemas.microsoft.com/office/drawing/2014/main" id="{1AE7A685-0847-32FF-4394-A0F4A985029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0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6051" y="1828382"/>
            <a:ext cx="2667000" cy="7366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F39CBE8-A983-E68A-8B4F-4ADA84B7F40E}"/>
              </a:ext>
            </a:extLst>
          </p:cNvPr>
          <p:cNvSpPr txBox="1"/>
          <p:nvPr/>
        </p:nvSpPr>
        <p:spPr>
          <a:xfrm>
            <a:off x="225724" y="1098631"/>
            <a:ext cx="2422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Of course, possible.</a:t>
            </a:r>
          </a:p>
        </p:txBody>
      </p:sp>
      <p:pic>
        <p:nvPicPr>
          <p:cNvPr id="3" name="Picture 6" descr="Gaussian filter, or Gaussian blur — Librow — Digital LCD dashboards for  cars and boats">
            <a:extLst>
              <a:ext uri="{FF2B5EF4-FFF2-40B4-BE49-F238E27FC236}">
                <a16:creationId xmlns:a16="http://schemas.microsoft.com/office/drawing/2014/main" id="{BE60145A-2ECC-81D8-2FCA-728C23590B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4674" y="844726"/>
            <a:ext cx="4098817" cy="4937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6" descr="Gaussian filter, or Gaussian blur — Librow — Digital LCD dashboards for  cars and boats">
            <a:extLst>
              <a:ext uri="{FF2B5EF4-FFF2-40B4-BE49-F238E27FC236}">
                <a16:creationId xmlns:a16="http://schemas.microsoft.com/office/drawing/2014/main" id="{B37698BA-F93D-BB8C-82AF-17C2FBF16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7456" y="913401"/>
            <a:ext cx="4098817" cy="4937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Freeform 47">
            <a:extLst>
              <a:ext uri="{FF2B5EF4-FFF2-40B4-BE49-F238E27FC236}">
                <a16:creationId xmlns:a16="http://schemas.microsoft.com/office/drawing/2014/main" id="{86D1BBEE-471D-F190-6B66-4313F79939A2}"/>
              </a:ext>
            </a:extLst>
          </p:cNvPr>
          <p:cNvSpPr/>
          <p:nvPr/>
        </p:nvSpPr>
        <p:spPr>
          <a:xfrm>
            <a:off x="7599144" y="1283976"/>
            <a:ext cx="1613445" cy="912706"/>
          </a:xfrm>
          <a:custGeom>
            <a:avLst/>
            <a:gdLst>
              <a:gd name="connsiteX0" fmla="*/ 0 w 4297550"/>
              <a:gd name="connsiteY0" fmla="*/ 30927 h 1650407"/>
              <a:gd name="connsiteX1" fmla="*/ 2577947 w 4297550"/>
              <a:gd name="connsiteY1" fmla="*/ 41944 h 1650407"/>
              <a:gd name="connsiteX2" fmla="*/ 1432193 w 4297550"/>
              <a:gd name="connsiteY2" fmla="*/ 438551 h 1650407"/>
              <a:gd name="connsiteX3" fmla="*/ 638979 w 4297550"/>
              <a:gd name="connsiteY3" fmla="*/ 791091 h 1650407"/>
              <a:gd name="connsiteX4" fmla="*/ 4164376 w 4297550"/>
              <a:gd name="connsiteY4" fmla="*/ 846175 h 1650407"/>
              <a:gd name="connsiteX5" fmla="*/ 3216925 w 4297550"/>
              <a:gd name="connsiteY5" fmla="*/ 1650407 h 1650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97550" h="1650407">
                <a:moveTo>
                  <a:pt x="0" y="30927"/>
                </a:moveTo>
                <a:cubicBezTo>
                  <a:pt x="1169624" y="2467"/>
                  <a:pt x="2339248" y="-25993"/>
                  <a:pt x="2577947" y="41944"/>
                </a:cubicBezTo>
                <a:cubicBezTo>
                  <a:pt x="2816646" y="109881"/>
                  <a:pt x="1755354" y="313693"/>
                  <a:pt x="1432193" y="438551"/>
                </a:cubicBezTo>
                <a:cubicBezTo>
                  <a:pt x="1109032" y="563409"/>
                  <a:pt x="183615" y="723154"/>
                  <a:pt x="638979" y="791091"/>
                </a:cubicBezTo>
                <a:cubicBezTo>
                  <a:pt x="1094343" y="859028"/>
                  <a:pt x="3734718" y="702956"/>
                  <a:pt x="4164376" y="846175"/>
                </a:cubicBezTo>
                <a:cubicBezTo>
                  <a:pt x="4594034" y="989394"/>
                  <a:pt x="3905479" y="1319900"/>
                  <a:pt x="3216925" y="1650407"/>
                </a:cubicBezTo>
              </a:path>
            </a:pathLst>
          </a:custGeom>
          <a:noFill/>
          <a:ln w="28575"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 56">
            <a:extLst>
              <a:ext uri="{FF2B5EF4-FFF2-40B4-BE49-F238E27FC236}">
                <a16:creationId xmlns:a16="http://schemas.microsoft.com/office/drawing/2014/main" id="{8AB8634F-7B36-FD70-3EC2-266749EADE20}"/>
              </a:ext>
            </a:extLst>
          </p:cNvPr>
          <p:cNvSpPr/>
          <p:nvPr/>
        </p:nvSpPr>
        <p:spPr>
          <a:xfrm flipH="1">
            <a:off x="5014643" y="1296288"/>
            <a:ext cx="1600892" cy="749492"/>
          </a:xfrm>
          <a:custGeom>
            <a:avLst/>
            <a:gdLst>
              <a:gd name="connsiteX0" fmla="*/ 0 w 4297550"/>
              <a:gd name="connsiteY0" fmla="*/ 30927 h 1650407"/>
              <a:gd name="connsiteX1" fmla="*/ 2577947 w 4297550"/>
              <a:gd name="connsiteY1" fmla="*/ 41944 h 1650407"/>
              <a:gd name="connsiteX2" fmla="*/ 1432193 w 4297550"/>
              <a:gd name="connsiteY2" fmla="*/ 438551 h 1650407"/>
              <a:gd name="connsiteX3" fmla="*/ 638979 w 4297550"/>
              <a:gd name="connsiteY3" fmla="*/ 791091 h 1650407"/>
              <a:gd name="connsiteX4" fmla="*/ 4164376 w 4297550"/>
              <a:gd name="connsiteY4" fmla="*/ 846175 h 1650407"/>
              <a:gd name="connsiteX5" fmla="*/ 3216925 w 4297550"/>
              <a:gd name="connsiteY5" fmla="*/ 1650407 h 1650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97550" h="1650407">
                <a:moveTo>
                  <a:pt x="0" y="30927"/>
                </a:moveTo>
                <a:cubicBezTo>
                  <a:pt x="1169624" y="2467"/>
                  <a:pt x="2339248" y="-25993"/>
                  <a:pt x="2577947" y="41944"/>
                </a:cubicBezTo>
                <a:cubicBezTo>
                  <a:pt x="2816646" y="109881"/>
                  <a:pt x="1755354" y="313693"/>
                  <a:pt x="1432193" y="438551"/>
                </a:cubicBezTo>
                <a:cubicBezTo>
                  <a:pt x="1109032" y="563409"/>
                  <a:pt x="183615" y="723154"/>
                  <a:pt x="638979" y="791091"/>
                </a:cubicBezTo>
                <a:cubicBezTo>
                  <a:pt x="1094343" y="859028"/>
                  <a:pt x="3734718" y="702956"/>
                  <a:pt x="4164376" y="846175"/>
                </a:cubicBezTo>
                <a:cubicBezTo>
                  <a:pt x="4594034" y="989394"/>
                  <a:pt x="3905479" y="1319900"/>
                  <a:pt x="3216925" y="1650407"/>
                </a:cubicBezTo>
              </a:path>
            </a:pathLst>
          </a:custGeom>
          <a:noFill/>
          <a:ln w="28575"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6DD0E933-CD19-C962-27CB-196E0CB7F488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37371" y="2736329"/>
            <a:ext cx="2667000" cy="736600"/>
          </a:xfrm>
          <a:prstGeom prst="rect">
            <a:avLst/>
          </a:prstGeom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7E664E5C-F7C0-EF50-F03C-61F7E77258CC}"/>
              </a:ext>
            </a:extLst>
          </p:cNvPr>
          <p:cNvSpPr txBox="1"/>
          <p:nvPr/>
        </p:nvSpPr>
        <p:spPr>
          <a:xfrm>
            <a:off x="2177853" y="267070"/>
            <a:ext cx="8670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Say satellite sees red and blue bees. Possible to find two bee hive locations?</a:t>
            </a:r>
          </a:p>
        </p:txBody>
      </p:sp>
    </p:spTree>
    <p:extLst>
      <p:ext uri="{BB962C8B-B14F-4D97-AF65-F5344CB8AC3E}">
        <p14:creationId xmlns:p14="http://schemas.microsoft.com/office/powerpoint/2010/main" val="32085805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1978ED-85A5-A352-D136-4E366BFC7765}"/>
              </a:ext>
            </a:extLst>
          </p:cNvPr>
          <p:cNvSpPr txBox="1"/>
          <p:nvPr/>
        </p:nvSpPr>
        <p:spPr>
          <a:xfrm>
            <a:off x="276411" y="260293"/>
            <a:ext cx="1498359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Multivariate</a:t>
            </a: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DD31B9E6-2997-BFB8-EA55-CD18BE3A3795}"/>
              </a:ext>
            </a:extLst>
          </p:cNvPr>
          <p:cNvSpPr/>
          <p:nvPr/>
        </p:nvSpPr>
        <p:spPr>
          <a:xfrm>
            <a:off x="2186786" y="2636214"/>
            <a:ext cx="9810582" cy="3440576"/>
          </a:xfrm>
          <a:prstGeom prst="parallelogram">
            <a:avLst>
              <a:gd name="adj" fmla="val 9432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15F77A4-17F4-C115-F279-14034E4D2608}"/>
              </a:ext>
            </a:extLst>
          </p:cNvPr>
          <p:cNvSpPr/>
          <p:nvPr/>
        </p:nvSpPr>
        <p:spPr>
          <a:xfrm>
            <a:off x="6998582" y="4468688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FA6B622-36A2-1BBA-18BE-B2A423BE7E83}"/>
              </a:ext>
            </a:extLst>
          </p:cNvPr>
          <p:cNvSpPr/>
          <p:nvPr/>
        </p:nvSpPr>
        <p:spPr>
          <a:xfrm>
            <a:off x="4896207" y="3815582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0123CCB-AA64-2733-ADBD-52840AA6E34E}"/>
              </a:ext>
            </a:extLst>
          </p:cNvPr>
          <p:cNvSpPr/>
          <p:nvPr/>
        </p:nvSpPr>
        <p:spPr>
          <a:xfrm>
            <a:off x="5817261" y="4285906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082E167-3D9C-8DF3-9B49-75FE4FFC4834}"/>
              </a:ext>
            </a:extLst>
          </p:cNvPr>
          <p:cNvSpPr/>
          <p:nvPr/>
        </p:nvSpPr>
        <p:spPr>
          <a:xfrm>
            <a:off x="5008311" y="4520811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875E6ED-5935-3EFA-A8AB-F40DC0EC0028}"/>
              </a:ext>
            </a:extLst>
          </p:cNvPr>
          <p:cNvSpPr/>
          <p:nvPr/>
        </p:nvSpPr>
        <p:spPr>
          <a:xfrm>
            <a:off x="6998582" y="4665443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D1EAA9B-51FF-9871-BF1B-18ECC6761807}"/>
              </a:ext>
            </a:extLst>
          </p:cNvPr>
          <p:cNvSpPr/>
          <p:nvPr/>
        </p:nvSpPr>
        <p:spPr>
          <a:xfrm>
            <a:off x="7479118" y="4727334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4981484-CE20-9981-62FE-C4CB47205F0C}"/>
              </a:ext>
            </a:extLst>
          </p:cNvPr>
          <p:cNvSpPr/>
          <p:nvPr/>
        </p:nvSpPr>
        <p:spPr>
          <a:xfrm>
            <a:off x="5572727" y="4979057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AC6C0E2-6784-18AA-F295-C584A327D818}"/>
              </a:ext>
            </a:extLst>
          </p:cNvPr>
          <p:cNvSpPr/>
          <p:nvPr/>
        </p:nvSpPr>
        <p:spPr>
          <a:xfrm>
            <a:off x="8021829" y="4629385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A178223-12BB-E866-B5AF-6D4F113222B1}"/>
              </a:ext>
            </a:extLst>
          </p:cNvPr>
          <p:cNvSpPr/>
          <p:nvPr/>
        </p:nvSpPr>
        <p:spPr>
          <a:xfrm>
            <a:off x="7166307" y="3883231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4B91345-78B5-B02E-CD19-88E6697AB5A7}"/>
              </a:ext>
            </a:extLst>
          </p:cNvPr>
          <p:cNvSpPr/>
          <p:nvPr/>
        </p:nvSpPr>
        <p:spPr>
          <a:xfrm>
            <a:off x="7312422" y="4093592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13E119E-D119-B82E-86AF-9321A0EB6FB7}"/>
              </a:ext>
            </a:extLst>
          </p:cNvPr>
          <p:cNvSpPr/>
          <p:nvPr/>
        </p:nvSpPr>
        <p:spPr>
          <a:xfrm>
            <a:off x="7024651" y="4061037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1E76AC9-FAAC-CC9B-528B-60BF7F8C1A9F}"/>
              </a:ext>
            </a:extLst>
          </p:cNvPr>
          <p:cNvSpPr/>
          <p:nvPr/>
        </p:nvSpPr>
        <p:spPr>
          <a:xfrm>
            <a:off x="9436407" y="3820124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01D7AF1-6894-494F-7997-A1D97D46DB0F}"/>
              </a:ext>
            </a:extLst>
          </p:cNvPr>
          <p:cNvSpPr/>
          <p:nvPr/>
        </p:nvSpPr>
        <p:spPr>
          <a:xfrm>
            <a:off x="6741658" y="4787135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3D74526-B15E-FC41-6300-09B2D52AB489}"/>
              </a:ext>
            </a:extLst>
          </p:cNvPr>
          <p:cNvSpPr/>
          <p:nvPr/>
        </p:nvSpPr>
        <p:spPr>
          <a:xfrm>
            <a:off x="5671098" y="4440163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22A7E75-DA6E-66DD-F6EC-BF6D0D43C056}"/>
              </a:ext>
            </a:extLst>
          </p:cNvPr>
          <p:cNvSpPr/>
          <p:nvPr/>
        </p:nvSpPr>
        <p:spPr>
          <a:xfrm>
            <a:off x="6040873" y="4520677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2E0C4A3-6712-F17F-AE26-241E7B5E91B9}"/>
              </a:ext>
            </a:extLst>
          </p:cNvPr>
          <p:cNvSpPr/>
          <p:nvPr/>
        </p:nvSpPr>
        <p:spPr>
          <a:xfrm>
            <a:off x="4896207" y="4777243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128E6C1-0972-9576-EC05-9B96276982AB}"/>
              </a:ext>
            </a:extLst>
          </p:cNvPr>
          <p:cNvSpPr/>
          <p:nvPr/>
        </p:nvSpPr>
        <p:spPr>
          <a:xfrm>
            <a:off x="7222194" y="4900215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C8E78C3-A020-3855-E9CB-CE6A6CB4DC5E}"/>
              </a:ext>
            </a:extLst>
          </p:cNvPr>
          <p:cNvSpPr/>
          <p:nvPr/>
        </p:nvSpPr>
        <p:spPr>
          <a:xfrm>
            <a:off x="7702730" y="4962106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201D4BC-0D07-E61A-EC6E-C8260A3C5E65}"/>
              </a:ext>
            </a:extLst>
          </p:cNvPr>
          <p:cNvSpPr/>
          <p:nvPr/>
        </p:nvSpPr>
        <p:spPr>
          <a:xfrm>
            <a:off x="4519324" y="5281713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CD48E61-DF69-8376-0814-BEB35531FC5E}"/>
              </a:ext>
            </a:extLst>
          </p:cNvPr>
          <p:cNvSpPr/>
          <p:nvPr/>
        </p:nvSpPr>
        <p:spPr>
          <a:xfrm>
            <a:off x="8785047" y="4891272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783F831-4AA2-687D-6AB2-85D2372BD743}"/>
              </a:ext>
            </a:extLst>
          </p:cNvPr>
          <p:cNvSpPr/>
          <p:nvPr/>
        </p:nvSpPr>
        <p:spPr>
          <a:xfrm>
            <a:off x="7389919" y="4118003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10313D0-78ED-073B-A17F-1199158E5775}"/>
              </a:ext>
            </a:extLst>
          </p:cNvPr>
          <p:cNvSpPr/>
          <p:nvPr/>
        </p:nvSpPr>
        <p:spPr>
          <a:xfrm>
            <a:off x="7536035" y="4328363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A52D9C4-388A-33CA-CE8D-A5D305E91D5C}"/>
              </a:ext>
            </a:extLst>
          </p:cNvPr>
          <p:cNvSpPr/>
          <p:nvPr/>
        </p:nvSpPr>
        <p:spPr>
          <a:xfrm>
            <a:off x="7248263" y="4295808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8E3338A-9C05-7151-4E2C-85E4E117F839}"/>
              </a:ext>
            </a:extLst>
          </p:cNvPr>
          <p:cNvSpPr/>
          <p:nvPr/>
        </p:nvSpPr>
        <p:spPr>
          <a:xfrm>
            <a:off x="9660019" y="4054895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F0CBB7E-5324-DE93-55F6-164E9CFF4DC4}"/>
              </a:ext>
            </a:extLst>
          </p:cNvPr>
          <p:cNvSpPr/>
          <p:nvPr/>
        </p:nvSpPr>
        <p:spPr>
          <a:xfrm>
            <a:off x="6365454" y="4068615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17061AC-5CD1-7AA0-6F03-6B648B644DFE}"/>
              </a:ext>
            </a:extLst>
          </p:cNvPr>
          <p:cNvSpPr/>
          <p:nvPr/>
        </p:nvSpPr>
        <p:spPr>
          <a:xfrm>
            <a:off x="6845990" y="4130505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15EDCD3-59A8-11F1-7B22-051D75EE81F4}"/>
              </a:ext>
            </a:extLst>
          </p:cNvPr>
          <p:cNvSpPr/>
          <p:nvPr/>
        </p:nvSpPr>
        <p:spPr>
          <a:xfrm>
            <a:off x="7388701" y="4032556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8E88D33-D075-57B1-2A03-6D8780CDB536}"/>
              </a:ext>
            </a:extLst>
          </p:cNvPr>
          <p:cNvSpPr/>
          <p:nvPr/>
        </p:nvSpPr>
        <p:spPr>
          <a:xfrm>
            <a:off x="6533179" y="3286403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7390108-0257-A063-02D5-C29E5E8DD2E9}"/>
              </a:ext>
            </a:extLst>
          </p:cNvPr>
          <p:cNvSpPr/>
          <p:nvPr/>
        </p:nvSpPr>
        <p:spPr>
          <a:xfrm>
            <a:off x="6679295" y="3496763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5460E35-C3C1-F09E-E813-6FD812B5FF43}"/>
              </a:ext>
            </a:extLst>
          </p:cNvPr>
          <p:cNvSpPr/>
          <p:nvPr/>
        </p:nvSpPr>
        <p:spPr>
          <a:xfrm>
            <a:off x="6391523" y="3464208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CEF457E-0DCC-B154-4DB6-3176CDE6E6B7}"/>
              </a:ext>
            </a:extLst>
          </p:cNvPr>
          <p:cNvSpPr/>
          <p:nvPr/>
        </p:nvSpPr>
        <p:spPr>
          <a:xfrm>
            <a:off x="8803279" y="3223295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7C44821-6A08-9D5E-1142-DF68D03B6ED5}"/>
              </a:ext>
            </a:extLst>
          </p:cNvPr>
          <p:cNvSpPr/>
          <p:nvPr/>
        </p:nvSpPr>
        <p:spPr>
          <a:xfrm>
            <a:off x="5650565" y="3990468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93A03B4-2682-E9F2-928F-47206D72EFFC}"/>
              </a:ext>
            </a:extLst>
          </p:cNvPr>
          <p:cNvSpPr/>
          <p:nvPr/>
        </p:nvSpPr>
        <p:spPr>
          <a:xfrm>
            <a:off x="6589066" y="4303386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4D1CD0D-E363-CFAA-403F-5C272C92D52F}"/>
              </a:ext>
            </a:extLst>
          </p:cNvPr>
          <p:cNvSpPr/>
          <p:nvPr/>
        </p:nvSpPr>
        <p:spPr>
          <a:xfrm>
            <a:off x="6275236" y="5612815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A7F2EF1-0D9D-0D18-673B-E6E7DEA617A1}"/>
              </a:ext>
            </a:extLst>
          </p:cNvPr>
          <p:cNvSpPr/>
          <p:nvPr/>
        </p:nvSpPr>
        <p:spPr>
          <a:xfrm>
            <a:off x="7612314" y="4267327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8C8EFF3-863B-8F03-0A73-BB1CCE7455EF}"/>
              </a:ext>
            </a:extLst>
          </p:cNvPr>
          <p:cNvSpPr/>
          <p:nvPr/>
        </p:nvSpPr>
        <p:spPr>
          <a:xfrm>
            <a:off x="6967066" y="3541972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3C780C3-9DC3-7EC4-E4E5-F960DEB82498}"/>
              </a:ext>
            </a:extLst>
          </p:cNvPr>
          <p:cNvSpPr/>
          <p:nvPr/>
        </p:nvSpPr>
        <p:spPr>
          <a:xfrm>
            <a:off x="6902907" y="3731534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C029E12-D404-C625-D90B-DC0FE080306B}"/>
              </a:ext>
            </a:extLst>
          </p:cNvPr>
          <p:cNvSpPr/>
          <p:nvPr/>
        </p:nvSpPr>
        <p:spPr>
          <a:xfrm>
            <a:off x="6615135" y="3698979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66C2E4F3-3E8A-331C-2785-67B4132D4E52}"/>
              </a:ext>
            </a:extLst>
          </p:cNvPr>
          <p:cNvSpPr/>
          <p:nvPr/>
        </p:nvSpPr>
        <p:spPr>
          <a:xfrm>
            <a:off x="8502482" y="4032556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6FC77DD-42C4-7590-842E-4E82CF1C006F}"/>
              </a:ext>
            </a:extLst>
          </p:cNvPr>
          <p:cNvSpPr/>
          <p:nvPr/>
        </p:nvSpPr>
        <p:spPr>
          <a:xfrm>
            <a:off x="7654264" y="4041101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269D35F-1FA7-4B3D-DC59-3246010C8F3C}"/>
              </a:ext>
            </a:extLst>
          </p:cNvPr>
          <p:cNvSpPr/>
          <p:nvPr/>
        </p:nvSpPr>
        <p:spPr>
          <a:xfrm>
            <a:off x="5551889" y="3387995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512215C-9B92-D273-B347-7D64EF4C45ED}"/>
              </a:ext>
            </a:extLst>
          </p:cNvPr>
          <p:cNvSpPr/>
          <p:nvPr/>
        </p:nvSpPr>
        <p:spPr>
          <a:xfrm>
            <a:off x="6472943" y="3858319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072B1AE-C3EA-2D08-4576-8D72F7A4EE36}"/>
              </a:ext>
            </a:extLst>
          </p:cNvPr>
          <p:cNvSpPr/>
          <p:nvPr/>
        </p:nvSpPr>
        <p:spPr>
          <a:xfrm>
            <a:off x="5663993" y="4093224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64E0535-9825-6927-2B54-B0142D6DC053}"/>
              </a:ext>
            </a:extLst>
          </p:cNvPr>
          <p:cNvSpPr/>
          <p:nvPr/>
        </p:nvSpPr>
        <p:spPr>
          <a:xfrm>
            <a:off x="7654264" y="4237856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22D4A865-F5DE-87E1-5260-1DBFAAAFEB69}"/>
              </a:ext>
            </a:extLst>
          </p:cNvPr>
          <p:cNvSpPr/>
          <p:nvPr/>
        </p:nvSpPr>
        <p:spPr>
          <a:xfrm>
            <a:off x="8134800" y="4299747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3773F4A-5F69-38B8-DA37-D34F3B514A41}"/>
              </a:ext>
            </a:extLst>
          </p:cNvPr>
          <p:cNvSpPr/>
          <p:nvPr/>
        </p:nvSpPr>
        <p:spPr>
          <a:xfrm>
            <a:off x="6228409" y="4551470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5E580FC-FAA8-968F-C85A-B68367B6C306}"/>
              </a:ext>
            </a:extLst>
          </p:cNvPr>
          <p:cNvSpPr/>
          <p:nvPr/>
        </p:nvSpPr>
        <p:spPr>
          <a:xfrm>
            <a:off x="8677511" y="4201798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A36338C0-4C1C-BA93-A05F-43FCEF339E85}"/>
              </a:ext>
            </a:extLst>
          </p:cNvPr>
          <p:cNvSpPr/>
          <p:nvPr/>
        </p:nvSpPr>
        <p:spPr>
          <a:xfrm>
            <a:off x="7821989" y="3455644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75961D15-28F5-77F1-1B7D-176867A17340}"/>
              </a:ext>
            </a:extLst>
          </p:cNvPr>
          <p:cNvSpPr/>
          <p:nvPr/>
        </p:nvSpPr>
        <p:spPr>
          <a:xfrm>
            <a:off x="7968104" y="3666005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4C241804-FD3D-0C75-B9B8-511CD384A934}"/>
              </a:ext>
            </a:extLst>
          </p:cNvPr>
          <p:cNvSpPr/>
          <p:nvPr/>
        </p:nvSpPr>
        <p:spPr>
          <a:xfrm>
            <a:off x="7680333" y="3633450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A761DC73-E252-4DBE-E1C1-BEADD3B4026E}"/>
              </a:ext>
            </a:extLst>
          </p:cNvPr>
          <p:cNvSpPr/>
          <p:nvPr/>
        </p:nvSpPr>
        <p:spPr>
          <a:xfrm>
            <a:off x="10092089" y="3392537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8D84FCDD-DCF3-F242-A39E-4AD353DC5760}"/>
              </a:ext>
            </a:extLst>
          </p:cNvPr>
          <p:cNvSpPr/>
          <p:nvPr/>
        </p:nvSpPr>
        <p:spPr>
          <a:xfrm>
            <a:off x="7397340" y="4359548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6BBACE60-B788-6091-0D04-62C7209F5CEA}"/>
              </a:ext>
            </a:extLst>
          </p:cNvPr>
          <p:cNvSpPr/>
          <p:nvPr/>
        </p:nvSpPr>
        <p:spPr>
          <a:xfrm>
            <a:off x="5690568" y="3789936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1BD67AE1-5EB7-F2A1-16D5-47E4855DDB98}"/>
              </a:ext>
            </a:extLst>
          </p:cNvPr>
          <p:cNvSpPr/>
          <p:nvPr/>
        </p:nvSpPr>
        <p:spPr>
          <a:xfrm>
            <a:off x="6696555" y="4093090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0A272C0A-F132-B279-8F83-A0FB6B8E47C7}"/>
              </a:ext>
            </a:extLst>
          </p:cNvPr>
          <p:cNvSpPr/>
          <p:nvPr/>
        </p:nvSpPr>
        <p:spPr>
          <a:xfrm>
            <a:off x="3884745" y="4742326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5634E330-3C66-66BE-D7E8-523D3AF3DCE6}"/>
              </a:ext>
            </a:extLst>
          </p:cNvPr>
          <p:cNvSpPr/>
          <p:nvPr/>
        </p:nvSpPr>
        <p:spPr>
          <a:xfrm>
            <a:off x="7877876" y="4472628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1817E320-D1C8-3941-1F3F-915A3ED7D198}"/>
              </a:ext>
            </a:extLst>
          </p:cNvPr>
          <p:cNvSpPr/>
          <p:nvPr/>
        </p:nvSpPr>
        <p:spPr>
          <a:xfrm>
            <a:off x="8358412" y="4534519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AFE541D7-F04E-F450-F65D-9DD93B54C0BB}"/>
              </a:ext>
            </a:extLst>
          </p:cNvPr>
          <p:cNvSpPr/>
          <p:nvPr/>
        </p:nvSpPr>
        <p:spPr>
          <a:xfrm>
            <a:off x="5175006" y="4854126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52084488-2062-5414-D78E-453E7B084592}"/>
              </a:ext>
            </a:extLst>
          </p:cNvPr>
          <p:cNvSpPr/>
          <p:nvPr/>
        </p:nvSpPr>
        <p:spPr>
          <a:xfrm>
            <a:off x="9440729" y="4463685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CFC1ECD1-6A74-76E6-EB36-F54A76199156}"/>
              </a:ext>
            </a:extLst>
          </p:cNvPr>
          <p:cNvSpPr/>
          <p:nvPr/>
        </p:nvSpPr>
        <p:spPr>
          <a:xfrm>
            <a:off x="8070640" y="2992829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235E745C-0EF6-8D32-ED71-709D3D43E8AB}"/>
              </a:ext>
            </a:extLst>
          </p:cNvPr>
          <p:cNvSpPr/>
          <p:nvPr/>
        </p:nvSpPr>
        <p:spPr>
          <a:xfrm>
            <a:off x="8191717" y="3900776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D0485F31-18EF-7464-2F56-23340242BAE9}"/>
              </a:ext>
            </a:extLst>
          </p:cNvPr>
          <p:cNvSpPr/>
          <p:nvPr/>
        </p:nvSpPr>
        <p:spPr>
          <a:xfrm>
            <a:off x="7903945" y="3868221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595D66EA-F661-7395-007A-3B5F3C7DD2C8}"/>
              </a:ext>
            </a:extLst>
          </p:cNvPr>
          <p:cNvSpPr/>
          <p:nvPr/>
        </p:nvSpPr>
        <p:spPr>
          <a:xfrm>
            <a:off x="10315701" y="3627308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CE3C330C-91B3-4E8D-C75E-644AE740CFC9}"/>
              </a:ext>
            </a:extLst>
          </p:cNvPr>
          <p:cNvSpPr/>
          <p:nvPr/>
        </p:nvSpPr>
        <p:spPr>
          <a:xfrm>
            <a:off x="7021136" y="3641028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CEF88718-AFE2-6420-AC54-9E6F4EF0BBED}"/>
              </a:ext>
            </a:extLst>
          </p:cNvPr>
          <p:cNvSpPr/>
          <p:nvPr/>
        </p:nvSpPr>
        <p:spPr>
          <a:xfrm>
            <a:off x="7334838" y="3173763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43593FCB-4631-1DC0-E2F4-C333B1ACF7FD}"/>
              </a:ext>
            </a:extLst>
          </p:cNvPr>
          <p:cNvSpPr/>
          <p:nvPr/>
        </p:nvSpPr>
        <p:spPr>
          <a:xfrm>
            <a:off x="9925393" y="3065424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D03F0FAA-B818-FD79-42DA-C77550255946}"/>
              </a:ext>
            </a:extLst>
          </p:cNvPr>
          <p:cNvSpPr/>
          <p:nvPr/>
        </p:nvSpPr>
        <p:spPr>
          <a:xfrm>
            <a:off x="7188861" y="2858816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A13DAD46-7E9A-00DE-E76C-14D596811B4F}"/>
              </a:ext>
            </a:extLst>
          </p:cNvPr>
          <p:cNvSpPr/>
          <p:nvPr/>
        </p:nvSpPr>
        <p:spPr>
          <a:xfrm>
            <a:off x="5385193" y="3201541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A182A1B3-7897-E75E-DB7C-36037AF3A53F}"/>
              </a:ext>
            </a:extLst>
          </p:cNvPr>
          <p:cNvSpPr/>
          <p:nvPr/>
        </p:nvSpPr>
        <p:spPr>
          <a:xfrm>
            <a:off x="7047205" y="3036621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1C2334EF-A1D5-0927-0AC5-239B99BD63EC}"/>
              </a:ext>
            </a:extLst>
          </p:cNvPr>
          <p:cNvSpPr/>
          <p:nvPr/>
        </p:nvSpPr>
        <p:spPr>
          <a:xfrm>
            <a:off x="9458961" y="2795708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2710D54B-F3CE-08C9-7389-470D649A7543}"/>
              </a:ext>
            </a:extLst>
          </p:cNvPr>
          <p:cNvSpPr/>
          <p:nvPr/>
        </p:nvSpPr>
        <p:spPr>
          <a:xfrm>
            <a:off x="6306247" y="3562881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7A5A52E8-AC1C-769B-5A84-482D42F7B9C6}"/>
              </a:ext>
            </a:extLst>
          </p:cNvPr>
          <p:cNvSpPr/>
          <p:nvPr/>
        </p:nvSpPr>
        <p:spPr>
          <a:xfrm>
            <a:off x="7244748" y="3875799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E01B644A-75EE-3674-3CE3-AE5C807D8114}"/>
              </a:ext>
            </a:extLst>
          </p:cNvPr>
          <p:cNvSpPr/>
          <p:nvPr/>
        </p:nvSpPr>
        <p:spPr>
          <a:xfrm>
            <a:off x="6930918" y="5185228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B00902F8-B5FF-1D5D-7C96-A7605B6F349D}"/>
              </a:ext>
            </a:extLst>
          </p:cNvPr>
          <p:cNvSpPr/>
          <p:nvPr/>
        </p:nvSpPr>
        <p:spPr>
          <a:xfrm>
            <a:off x="8639639" y="3608563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26C22DF8-1325-B204-F702-18533618C7B3}"/>
              </a:ext>
            </a:extLst>
          </p:cNvPr>
          <p:cNvSpPr/>
          <p:nvPr/>
        </p:nvSpPr>
        <p:spPr>
          <a:xfrm>
            <a:off x="7622748" y="3114385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1760A932-CA06-9037-6854-EBC2512CC075}"/>
              </a:ext>
            </a:extLst>
          </p:cNvPr>
          <p:cNvSpPr/>
          <p:nvPr/>
        </p:nvSpPr>
        <p:spPr>
          <a:xfrm>
            <a:off x="5671616" y="2830941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F6760DB2-D829-C037-E8D8-01AC6A0176F7}"/>
              </a:ext>
            </a:extLst>
          </p:cNvPr>
          <p:cNvSpPr/>
          <p:nvPr/>
        </p:nvSpPr>
        <p:spPr>
          <a:xfrm>
            <a:off x="5221480" y="3455842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821C69E7-BD69-F626-7DD5-7758A575F498}"/>
              </a:ext>
            </a:extLst>
          </p:cNvPr>
          <p:cNvSpPr/>
          <p:nvPr/>
        </p:nvSpPr>
        <p:spPr>
          <a:xfrm>
            <a:off x="9158164" y="3604969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336620E-15BE-629C-CCDF-5C80A1C516EA}"/>
              </a:ext>
            </a:extLst>
          </p:cNvPr>
          <p:cNvSpPr txBox="1"/>
          <p:nvPr/>
        </p:nvSpPr>
        <p:spPr>
          <a:xfrm>
            <a:off x="2177853" y="187460"/>
            <a:ext cx="9205277" cy="8699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Arial Rounded MT Bold" panose="020F0704030504030204" pitchFamily="34" charset="77"/>
              </a:rPr>
              <a:t>Now, satellite </a:t>
            </a:r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cannot</a:t>
            </a:r>
            <a:r>
              <a:rPr lang="en-US" dirty="0">
                <a:latin typeface="Arial Rounded MT Bold" panose="020F0704030504030204" pitchFamily="34" charset="77"/>
              </a:rPr>
              <a:t> see the bee colors. </a:t>
            </a:r>
            <a:br>
              <a:rPr lang="en-US" dirty="0">
                <a:latin typeface="Arial Rounded MT Bold" panose="020F0704030504030204" pitchFamily="34" charset="77"/>
              </a:rPr>
            </a:br>
            <a:r>
              <a:rPr lang="en-US" dirty="0">
                <a:latin typeface="Arial Rounded MT Bold" panose="020F0704030504030204" pitchFamily="34" charset="77"/>
              </a:rPr>
              <a:t>		</a:t>
            </a:r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Possible to still color each bee and find the 2 bee hive locations?</a:t>
            </a:r>
          </a:p>
        </p:txBody>
      </p:sp>
    </p:spTree>
    <p:extLst>
      <p:ext uri="{BB962C8B-B14F-4D97-AF65-F5344CB8AC3E}">
        <p14:creationId xmlns:p14="http://schemas.microsoft.com/office/powerpoint/2010/main" val="27432930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1978ED-85A5-A352-D136-4E366BFC7765}"/>
              </a:ext>
            </a:extLst>
          </p:cNvPr>
          <p:cNvSpPr txBox="1"/>
          <p:nvPr/>
        </p:nvSpPr>
        <p:spPr>
          <a:xfrm>
            <a:off x="276411" y="260293"/>
            <a:ext cx="1498359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Multivariate</a:t>
            </a: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DD31B9E6-2997-BFB8-EA55-CD18BE3A3795}"/>
              </a:ext>
            </a:extLst>
          </p:cNvPr>
          <p:cNvSpPr/>
          <p:nvPr/>
        </p:nvSpPr>
        <p:spPr>
          <a:xfrm>
            <a:off x="2186786" y="2636214"/>
            <a:ext cx="9810582" cy="3440576"/>
          </a:xfrm>
          <a:prstGeom prst="parallelogram">
            <a:avLst>
              <a:gd name="adj" fmla="val 9432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15F77A4-17F4-C115-F279-14034E4D2608}"/>
              </a:ext>
            </a:extLst>
          </p:cNvPr>
          <p:cNvSpPr/>
          <p:nvPr/>
        </p:nvSpPr>
        <p:spPr>
          <a:xfrm>
            <a:off x="6998582" y="4468688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FA6B622-36A2-1BBA-18BE-B2A423BE7E83}"/>
              </a:ext>
            </a:extLst>
          </p:cNvPr>
          <p:cNvSpPr/>
          <p:nvPr/>
        </p:nvSpPr>
        <p:spPr>
          <a:xfrm>
            <a:off x="4896207" y="3815582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0123CCB-AA64-2733-ADBD-52840AA6E34E}"/>
              </a:ext>
            </a:extLst>
          </p:cNvPr>
          <p:cNvSpPr/>
          <p:nvPr/>
        </p:nvSpPr>
        <p:spPr>
          <a:xfrm>
            <a:off x="5817261" y="4285906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082E167-3D9C-8DF3-9B49-75FE4FFC4834}"/>
              </a:ext>
            </a:extLst>
          </p:cNvPr>
          <p:cNvSpPr/>
          <p:nvPr/>
        </p:nvSpPr>
        <p:spPr>
          <a:xfrm>
            <a:off x="5008311" y="4520811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875E6ED-5935-3EFA-A8AB-F40DC0EC0028}"/>
              </a:ext>
            </a:extLst>
          </p:cNvPr>
          <p:cNvSpPr/>
          <p:nvPr/>
        </p:nvSpPr>
        <p:spPr>
          <a:xfrm>
            <a:off x="6998582" y="4665443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D1EAA9B-51FF-9871-BF1B-18ECC6761807}"/>
              </a:ext>
            </a:extLst>
          </p:cNvPr>
          <p:cNvSpPr/>
          <p:nvPr/>
        </p:nvSpPr>
        <p:spPr>
          <a:xfrm>
            <a:off x="7479118" y="4727334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4981484-CE20-9981-62FE-C4CB47205F0C}"/>
              </a:ext>
            </a:extLst>
          </p:cNvPr>
          <p:cNvSpPr/>
          <p:nvPr/>
        </p:nvSpPr>
        <p:spPr>
          <a:xfrm>
            <a:off x="5572727" y="4979057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AC6C0E2-6784-18AA-F295-C584A327D818}"/>
              </a:ext>
            </a:extLst>
          </p:cNvPr>
          <p:cNvSpPr/>
          <p:nvPr/>
        </p:nvSpPr>
        <p:spPr>
          <a:xfrm>
            <a:off x="8021829" y="4629385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A178223-12BB-E866-B5AF-6D4F113222B1}"/>
              </a:ext>
            </a:extLst>
          </p:cNvPr>
          <p:cNvSpPr/>
          <p:nvPr/>
        </p:nvSpPr>
        <p:spPr>
          <a:xfrm>
            <a:off x="7166307" y="3883231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4B91345-78B5-B02E-CD19-88E6697AB5A7}"/>
              </a:ext>
            </a:extLst>
          </p:cNvPr>
          <p:cNvSpPr/>
          <p:nvPr/>
        </p:nvSpPr>
        <p:spPr>
          <a:xfrm>
            <a:off x="7312422" y="4093592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13E119E-D119-B82E-86AF-9321A0EB6FB7}"/>
              </a:ext>
            </a:extLst>
          </p:cNvPr>
          <p:cNvSpPr/>
          <p:nvPr/>
        </p:nvSpPr>
        <p:spPr>
          <a:xfrm>
            <a:off x="7024651" y="4061037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1E76AC9-FAAC-CC9B-528B-60BF7F8C1A9F}"/>
              </a:ext>
            </a:extLst>
          </p:cNvPr>
          <p:cNvSpPr/>
          <p:nvPr/>
        </p:nvSpPr>
        <p:spPr>
          <a:xfrm>
            <a:off x="9436407" y="3820124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01D7AF1-6894-494F-7997-A1D97D46DB0F}"/>
              </a:ext>
            </a:extLst>
          </p:cNvPr>
          <p:cNvSpPr/>
          <p:nvPr/>
        </p:nvSpPr>
        <p:spPr>
          <a:xfrm>
            <a:off x="6741658" y="4787135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3D74526-B15E-FC41-6300-09B2D52AB489}"/>
              </a:ext>
            </a:extLst>
          </p:cNvPr>
          <p:cNvSpPr/>
          <p:nvPr/>
        </p:nvSpPr>
        <p:spPr>
          <a:xfrm>
            <a:off x="5671098" y="4440163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22A7E75-DA6E-66DD-F6EC-BF6D0D43C056}"/>
              </a:ext>
            </a:extLst>
          </p:cNvPr>
          <p:cNvSpPr/>
          <p:nvPr/>
        </p:nvSpPr>
        <p:spPr>
          <a:xfrm>
            <a:off x="6040873" y="4520677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2E0C4A3-6712-F17F-AE26-241E7B5E91B9}"/>
              </a:ext>
            </a:extLst>
          </p:cNvPr>
          <p:cNvSpPr/>
          <p:nvPr/>
        </p:nvSpPr>
        <p:spPr>
          <a:xfrm>
            <a:off x="4896207" y="4777243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128E6C1-0972-9576-EC05-9B96276982AB}"/>
              </a:ext>
            </a:extLst>
          </p:cNvPr>
          <p:cNvSpPr/>
          <p:nvPr/>
        </p:nvSpPr>
        <p:spPr>
          <a:xfrm>
            <a:off x="7222194" y="4900215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C8E78C3-A020-3855-E9CB-CE6A6CB4DC5E}"/>
              </a:ext>
            </a:extLst>
          </p:cNvPr>
          <p:cNvSpPr/>
          <p:nvPr/>
        </p:nvSpPr>
        <p:spPr>
          <a:xfrm>
            <a:off x="7702730" y="4962106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201D4BC-0D07-E61A-EC6E-C8260A3C5E65}"/>
              </a:ext>
            </a:extLst>
          </p:cNvPr>
          <p:cNvSpPr/>
          <p:nvPr/>
        </p:nvSpPr>
        <p:spPr>
          <a:xfrm>
            <a:off x="4519324" y="5281713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CD48E61-DF69-8376-0814-BEB35531FC5E}"/>
              </a:ext>
            </a:extLst>
          </p:cNvPr>
          <p:cNvSpPr/>
          <p:nvPr/>
        </p:nvSpPr>
        <p:spPr>
          <a:xfrm>
            <a:off x="8785047" y="4891272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783F831-4AA2-687D-6AB2-85D2372BD743}"/>
              </a:ext>
            </a:extLst>
          </p:cNvPr>
          <p:cNvSpPr/>
          <p:nvPr/>
        </p:nvSpPr>
        <p:spPr>
          <a:xfrm>
            <a:off x="7389919" y="4118003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10313D0-78ED-073B-A17F-1199158E5775}"/>
              </a:ext>
            </a:extLst>
          </p:cNvPr>
          <p:cNvSpPr/>
          <p:nvPr/>
        </p:nvSpPr>
        <p:spPr>
          <a:xfrm>
            <a:off x="7536035" y="4328363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A52D9C4-388A-33CA-CE8D-A5D305E91D5C}"/>
              </a:ext>
            </a:extLst>
          </p:cNvPr>
          <p:cNvSpPr/>
          <p:nvPr/>
        </p:nvSpPr>
        <p:spPr>
          <a:xfrm>
            <a:off x="7248263" y="4295808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8E3338A-9C05-7151-4E2C-85E4E117F839}"/>
              </a:ext>
            </a:extLst>
          </p:cNvPr>
          <p:cNvSpPr/>
          <p:nvPr/>
        </p:nvSpPr>
        <p:spPr>
          <a:xfrm>
            <a:off x="9660019" y="4054895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F0CBB7E-5324-DE93-55F6-164E9CFF4DC4}"/>
              </a:ext>
            </a:extLst>
          </p:cNvPr>
          <p:cNvSpPr/>
          <p:nvPr/>
        </p:nvSpPr>
        <p:spPr>
          <a:xfrm>
            <a:off x="6365454" y="4068615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17061AC-5CD1-7AA0-6F03-6B648B644DFE}"/>
              </a:ext>
            </a:extLst>
          </p:cNvPr>
          <p:cNvSpPr/>
          <p:nvPr/>
        </p:nvSpPr>
        <p:spPr>
          <a:xfrm>
            <a:off x="6845990" y="4130505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15EDCD3-59A8-11F1-7B22-051D75EE81F4}"/>
              </a:ext>
            </a:extLst>
          </p:cNvPr>
          <p:cNvSpPr/>
          <p:nvPr/>
        </p:nvSpPr>
        <p:spPr>
          <a:xfrm>
            <a:off x="7388701" y="4032556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8E88D33-D075-57B1-2A03-6D8780CDB536}"/>
              </a:ext>
            </a:extLst>
          </p:cNvPr>
          <p:cNvSpPr/>
          <p:nvPr/>
        </p:nvSpPr>
        <p:spPr>
          <a:xfrm>
            <a:off x="6533179" y="3286403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7390108-0257-A063-02D5-C29E5E8DD2E9}"/>
              </a:ext>
            </a:extLst>
          </p:cNvPr>
          <p:cNvSpPr/>
          <p:nvPr/>
        </p:nvSpPr>
        <p:spPr>
          <a:xfrm>
            <a:off x="6679295" y="3496763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5460E35-C3C1-F09E-E813-6FD812B5FF43}"/>
              </a:ext>
            </a:extLst>
          </p:cNvPr>
          <p:cNvSpPr/>
          <p:nvPr/>
        </p:nvSpPr>
        <p:spPr>
          <a:xfrm>
            <a:off x="6391523" y="3464208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CEF457E-0DCC-B154-4DB6-3176CDE6E6B7}"/>
              </a:ext>
            </a:extLst>
          </p:cNvPr>
          <p:cNvSpPr/>
          <p:nvPr/>
        </p:nvSpPr>
        <p:spPr>
          <a:xfrm>
            <a:off x="8803279" y="3223295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7C44821-6A08-9D5E-1142-DF68D03B6ED5}"/>
              </a:ext>
            </a:extLst>
          </p:cNvPr>
          <p:cNvSpPr/>
          <p:nvPr/>
        </p:nvSpPr>
        <p:spPr>
          <a:xfrm>
            <a:off x="5650565" y="3990468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93A03B4-2682-E9F2-928F-47206D72EFFC}"/>
              </a:ext>
            </a:extLst>
          </p:cNvPr>
          <p:cNvSpPr/>
          <p:nvPr/>
        </p:nvSpPr>
        <p:spPr>
          <a:xfrm>
            <a:off x="6589066" y="4303386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4D1CD0D-E363-CFAA-403F-5C272C92D52F}"/>
              </a:ext>
            </a:extLst>
          </p:cNvPr>
          <p:cNvSpPr/>
          <p:nvPr/>
        </p:nvSpPr>
        <p:spPr>
          <a:xfrm>
            <a:off x="6275236" y="5612815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A7F2EF1-0D9D-0D18-673B-E6E7DEA617A1}"/>
              </a:ext>
            </a:extLst>
          </p:cNvPr>
          <p:cNvSpPr/>
          <p:nvPr/>
        </p:nvSpPr>
        <p:spPr>
          <a:xfrm>
            <a:off x="7612314" y="4267327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8C8EFF3-863B-8F03-0A73-BB1CCE7455EF}"/>
              </a:ext>
            </a:extLst>
          </p:cNvPr>
          <p:cNvSpPr/>
          <p:nvPr/>
        </p:nvSpPr>
        <p:spPr>
          <a:xfrm>
            <a:off x="6967066" y="3541972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3C780C3-9DC3-7EC4-E4E5-F960DEB82498}"/>
              </a:ext>
            </a:extLst>
          </p:cNvPr>
          <p:cNvSpPr/>
          <p:nvPr/>
        </p:nvSpPr>
        <p:spPr>
          <a:xfrm>
            <a:off x="6902907" y="3731534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C029E12-D404-C625-D90B-DC0FE080306B}"/>
              </a:ext>
            </a:extLst>
          </p:cNvPr>
          <p:cNvSpPr/>
          <p:nvPr/>
        </p:nvSpPr>
        <p:spPr>
          <a:xfrm>
            <a:off x="6615135" y="3698979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66C2E4F3-3E8A-331C-2785-67B4132D4E52}"/>
              </a:ext>
            </a:extLst>
          </p:cNvPr>
          <p:cNvSpPr/>
          <p:nvPr/>
        </p:nvSpPr>
        <p:spPr>
          <a:xfrm>
            <a:off x="8502482" y="4032556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6FC77DD-42C4-7590-842E-4E82CF1C006F}"/>
              </a:ext>
            </a:extLst>
          </p:cNvPr>
          <p:cNvSpPr/>
          <p:nvPr/>
        </p:nvSpPr>
        <p:spPr>
          <a:xfrm>
            <a:off x="7654264" y="4041101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269D35F-1FA7-4B3D-DC59-3246010C8F3C}"/>
              </a:ext>
            </a:extLst>
          </p:cNvPr>
          <p:cNvSpPr/>
          <p:nvPr/>
        </p:nvSpPr>
        <p:spPr>
          <a:xfrm>
            <a:off x="5551889" y="3387995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512215C-9B92-D273-B347-7D64EF4C45ED}"/>
              </a:ext>
            </a:extLst>
          </p:cNvPr>
          <p:cNvSpPr/>
          <p:nvPr/>
        </p:nvSpPr>
        <p:spPr>
          <a:xfrm>
            <a:off x="6472943" y="3858319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072B1AE-C3EA-2D08-4576-8D72F7A4EE36}"/>
              </a:ext>
            </a:extLst>
          </p:cNvPr>
          <p:cNvSpPr/>
          <p:nvPr/>
        </p:nvSpPr>
        <p:spPr>
          <a:xfrm>
            <a:off x="5663993" y="4093224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64E0535-9825-6927-2B54-B0142D6DC053}"/>
              </a:ext>
            </a:extLst>
          </p:cNvPr>
          <p:cNvSpPr/>
          <p:nvPr/>
        </p:nvSpPr>
        <p:spPr>
          <a:xfrm>
            <a:off x="7654264" y="4237856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22D4A865-F5DE-87E1-5260-1DBFAAAFEB69}"/>
              </a:ext>
            </a:extLst>
          </p:cNvPr>
          <p:cNvSpPr/>
          <p:nvPr/>
        </p:nvSpPr>
        <p:spPr>
          <a:xfrm>
            <a:off x="8134800" y="4299747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3773F4A-5F69-38B8-DA37-D34F3B514A41}"/>
              </a:ext>
            </a:extLst>
          </p:cNvPr>
          <p:cNvSpPr/>
          <p:nvPr/>
        </p:nvSpPr>
        <p:spPr>
          <a:xfrm>
            <a:off x="6228409" y="4551470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5E580FC-FAA8-968F-C85A-B68367B6C306}"/>
              </a:ext>
            </a:extLst>
          </p:cNvPr>
          <p:cNvSpPr/>
          <p:nvPr/>
        </p:nvSpPr>
        <p:spPr>
          <a:xfrm>
            <a:off x="8677511" y="4201798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A36338C0-4C1C-BA93-A05F-43FCEF339E85}"/>
              </a:ext>
            </a:extLst>
          </p:cNvPr>
          <p:cNvSpPr/>
          <p:nvPr/>
        </p:nvSpPr>
        <p:spPr>
          <a:xfrm>
            <a:off x="7821989" y="3455644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75961D15-28F5-77F1-1B7D-176867A17340}"/>
              </a:ext>
            </a:extLst>
          </p:cNvPr>
          <p:cNvSpPr/>
          <p:nvPr/>
        </p:nvSpPr>
        <p:spPr>
          <a:xfrm>
            <a:off x="7968104" y="3666005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4C241804-FD3D-0C75-B9B8-511CD384A934}"/>
              </a:ext>
            </a:extLst>
          </p:cNvPr>
          <p:cNvSpPr/>
          <p:nvPr/>
        </p:nvSpPr>
        <p:spPr>
          <a:xfrm>
            <a:off x="7680333" y="3633450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A761DC73-E252-4DBE-E1C1-BEADD3B4026E}"/>
              </a:ext>
            </a:extLst>
          </p:cNvPr>
          <p:cNvSpPr/>
          <p:nvPr/>
        </p:nvSpPr>
        <p:spPr>
          <a:xfrm>
            <a:off x="10092089" y="3392537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8D84FCDD-DCF3-F242-A39E-4AD353DC5760}"/>
              </a:ext>
            </a:extLst>
          </p:cNvPr>
          <p:cNvSpPr/>
          <p:nvPr/>
        </p:nvSpPr>
        <p:spPr>
          <a:xfrm>
            <a:off x="7397340" y="4359548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6BBACE60-B788-6091-0D04-62C7209F5CEA}"/>
              </a:ext>
            </a:extLst>
          </p:cNvPr>
          <p:cNvSpPr/>
          <p:nvPr/>
        </p:nvSpPr>
        <p:spPr>
          <a:xfrm>
            <a:off x="5690568" y="3789936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1BD67AE1-5EB7-F2A1-16D5-47E4855DDB98}"/>
              </a:ext>
            </a:extLst>
          </p:cNvPr>
          <p:cNvSpPr/>
          <p:nvPr/>
        </p:nvSpPr>
        <p:spPr>
          <a:xfrm>
            <a:off x="6696555" y="4093090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0A272C0A-F132-B279-8F83-A0FB6B8E47C7}"/>
              </a:ext>
            </a:extLst>
          </p:cNvPr>
          <p:cNvSpPr/>
          <p:nvPr/>
        </p:nvSpPr>
        <p:spPr>
          <a:xfrm>
            <a:off x="3884745" y="4742326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5634E330-3C66-66BE-D7E8-523D3AF3DCE6}"/>
              </a:ext>
            </a:extLst>
          </p:cNvPr>
          <p:cNvSpPr/>
          <p:nvPr/>
        </p:nvSpPr>
        <p:spPr>
          <a:xfrm>
            <a:off x="7877876" y="4472628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1817E320-D1C8-3941-1F3F-915A3ED7D198}"/>
              </a:ext>
            </a:extLst>
          </p:cNvPr>
          <p:cNvSpPr/>
          <p:nvPr/>
        </p:nvSpPr>
        <p:spPr>
          <a:xfrm>
            <a:off x="8358412" y="4534519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AFE541D7-F04E-F450-F65D-9DD93B54C0BB}"/>
              </a:ext>
            </a:extLst>
          </p:cNvPr>
          <p:cNvSpPr/>
          <p:nvPr/>
        </p:nvSpPr>
        <p:spPr>
          <a:xfrm>
            <a:off x="5175006" y="4854126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52084488-2062-5414-D78E-453E7B084592}"/>
              </a:ext>
            </a:extLst>
          </p:cNvPr>
          <p:cNvSpPr/>
          <p:nvPr/>
        </p:nvSpPr>
        <p:spPr>
          <a:xfrm>
            <a:off x="9440729" y="4463685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CFC1ECD1-6A74-76E6-EB36-F54A76199156}"/>
              </a:ext>
            </a:extLst>
          </p:cNvPr>
          <p:cNvSpPr/>
          <p:nvPr/>
        </p:nvSpPr>
        <p:spPr>
          <a:xfrm>
            <a:off x="8070640" y="2992829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235E745C-0EF6-8D32-ED71-709D3D43E8AB}"/>
              </a:ext>
            </a:extLst>
          </p:cNvPr>
          <p:cNvSpPr/>
          <p:nvPr/>
        </p:nvSpPr>
        <p:spPr>
          <a:xfrm>
            <a:off x="8191717" y="3900776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D0485F31-18EF-7464-2F56-23340242BAE9}"/>
              </a:ext>
            </a:extLst>
          </p:cNvPr>
          <p:cNvSpPr/>
          <p:nvPr/>
        </p:nvSpPr>
        <p:spPr>
          <a:xfrm>
            <a:off x="7903945" y="3868221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595D66EA-F661-7395-007A-3B5F3C7DD2C8}"/>
              </a:ext>
            </a:extLst>
          </p:cNvPr>
          <p:cNvSpPr/>
          <p:nvPr/>
        </p:nvSpPr>
        <p:spPr>
          <a:xfrm>
            <a:off x="10315701" y="3627308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CE3C330C-91B3-4E8D-C75E-644AE740CFC9}"/>
              </a:ext>
            </a:extLst>
          </p:cNvPr>
          <p:cNvSpPr/>
          <p:nvPr/>
        </p:nvSpPr>
        <p:spPr>
          <a:xfrm>
            <a:off x="7021136" y="3641028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CEF88718-AFE2-6420-AC54-9E6F4EF0BBED}"/>
              </a:ext>
            </a:extLst>
          </p:cNvPr>
          <p:cNvSpPr/>
          <p:nvPr/>
        </p:nvSpPr>
        <p:spPr>
          <a:xfrm>
            <a:off x="7334838" y="3173763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43593FCB-4631-1DC0-E2F4-C333B1ACF7FD}"/>
              </a:ext>
            </a:extLst>
          </p:cNvPr>
          <p:cNvSpPr/>
          <p:nvPr/>
        </p:nvSpPr>
        <p:spPr>
          <a:xfrm>
            <a:off x="9925393" y="3065424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D03F0FAA-B818-FD79-42DA-C77550255946}"/>
              </a:ext>
            </a:extLst>
          </p:cNvPr>
          <p:cNvSpPr/>
          <p:nvPr/>
        </p:nvSpPr>
        <p:spPr>
          <a:xfrm>
            <a:off x="7188861" y="2858816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A13DAD46-7E9A-00DE-E76C-14D596811B4F}"/>
              </a:ext>
            </a:extLst>
          </p:cNvPr>
          <p:cNvSpPr/>
          <p:nvPr/>
        </p:nvSpPr>
        <p:spPr>
          <a:xfrm>
            <a:off x="5385193" y="3201541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A182A1B3-7897-E75E-DB7C-36037AF3A53F}"/>
              </a:ext>
            </a:extLst>
          </p:cNvPr>
          <p:cNvSpPr/>
          <p:nvPr/>
        </p:nvSpPr>
        <p:spPr>
          <a:xfrm>
            <a:off x="7047205" y="3036621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1C2334EF-A1D5-0927-0AC5-239B99BD63EC}"/>
              </a:ext>
            </a:extLst>
          </p:cNvPr>
          <p:cNvSpPr/>
          <p:nvPr/>
        </p:nvSpPr>
        <p:spPr>
          <a:xfrm>
            <a:off x="9458961" y="2795708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2710D54B-F3CE-08C9-7389-470D649A7543}"/>
              </a:ext>
            </a:extLst>
          </p:cNvPr>
          <p:cNvSpPr/>
          <p:nvPr/>
        </p:nvSpPr>
        <p:spPr>
          <a:xfrm>
            <a:off x="6306247" y="3562881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7A5A52E8-AC1C-769B-5A84-482D42F7B9C6}"/>
              </a:ext>
            </a:extLst>
          </p:cNvPr>
          <p:cNvSpPr/>
          <p:nvPr/>
        </p:nvSpPr>
        <p:spPr>
          <a:xfrm>
            <a:off x="7244748" y="3875799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E01B644A-75EE-3674-3CE3-AE5C807D8114}"/>
              </a:ext>
            </a:extLst>
          </p:cNvPr>
          <p:cNvSpPr/>
          <p:nvPr/>
        </p:nvSpPr>
        <p:spPr>
          <a:xfrm>
            <a:off x="6930918" y="5185228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B00902F8-B5FF-1D5D-7C96-A7605B6F349D}"/>
              </a:ext>
            </a:extLst>
          </p:cNvPr>
          <p:cNvSpPr/>
          <p:nvPr/>
        </p:nvSpPr>
        <p:spPr>
          <a:xfrm>
            <a:off x="8639639" y="3608563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26C22DF8-1325-B204-F702-18533618C7B3}"/>
              </a:ext>
            </a:extLst>
          </p:cNvPr>
          <p:cNvSpPr/>
          <p:nvPr/>
        </p:nvSpPr>
        <p:spPr>
          <a:xfrm>
            <a:off x="7622748" y="3114385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1760A932-CA06-9037-6854-EBC2512CC075}"/>
              </a:ext>
            </a:extLst>
          </p:cNvPr>
          <p:cNvSpPr/>
          <p:nvPr/>
        </p:nvSpPr>
        <p:spPr>
          <a:xfrm>
            <a:off x="5671616" y="2830941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F6760DB2-D829-C037-E8D8-01AC6A0176F7}"/>
              </a:ext>
            </a:extLst>
          </p:cNvPr>
          <p:cNvSpPr/>
          <p:nvPr/>
        </p:nvSpPr>
        <p:spPr>
          <a:xfrm>
            <a:off x="5221480" y="3455842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821C69E7-BD69-F626-7DD5-7758A575F498}"/>
              </a:ext>
            </a:extLst>
          </p:cNvPr>
          <p:cNvSpPr/>
          <p:nvPr/>
        </p:nvSpPr>
        <p:spPr>
          <a:xfrm>
            <a:off x="9158164" y="3604969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336620E-15BE-629C-CCDF-5C80A1C516EA}"/>
              </a:ext>
            </a:extLst>
          </p:cNvPr>
          <p:cNvSpPr txBox="1"/>
          <p:nvPr/>
        </p:nvSpPr>
        <p:spPr>
          <a:xfrm>
            <a:off x="2177853" y="187460"/>
            <a:ext cx="9205277" cy="8699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Arial Rounded MT Bold" panose="020F0704030504030204" pitchFamily="34" charset="77"/>
              </a:rPr>
              <a:t>Now, satellite </a:t>
            </a:r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cannot</a:t>
            </a:r>
            <a:r>
              <a:rPr lang="en-US" dirty="0">
                <a:latin typeface="Arial Rounded MT Bold" panose="020F0704030504030204" pitchFamily="34" charset="77"/>
              </a:rPr>
              <a:t> see the bee colors. </a:t>
            </a:r>
            <a:br>
              <a:rPr lang="en-US" dirty="0">
                <a:latin typeface="Arial Rounded MT Bold" panose="020F0704030504030204" pitchFamily="34" charset="77"/>
              </a:rPr>
            </a:br>
            <a:r>
              <a:rPr lang="en-US" dirty="0">
                <a:latin typeface="Arial Rounded MT Bold" panose="020F0704030504030204" pitchFamily="34" charset="77"/>
              </a:rPr>
              <a:t>		</a:t>
            </a:r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Possible to still color each bee and find the 2 bee hive locations?</a:t>
            </a:r>
          </a:p>
        </p:txBody>
      </p:sp>
      <p:pic>
        <p:nvPicPr>
          <p:cNvPr id="73734" name="Picture 6" descr="7 Ways To Conquer The Chicken And Egg Problem | Idea Usher">
            <a:extLst>
              <a:ext uri="{FF2B5EF4-FFF2-40B4-BE49-F238E27FC236}">
                <a16:creationId xmlns:a16="http://schemas.microsoft.com/office/drawing/2014/main" id="{89D6349E-CD91-8985-CE3B-46E26AAC33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C9E3FF"/>
              </a:clrFrom>
              <a:clrTo>
                <a:srgbClr val="C9E3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33" t="11776" r="27972" b="17153"/>
          <a:stretch/>
        </p:blipFill>
        <p:spPr bwMode="auto">
          <a:xfrm>
            <a:off x="399147" y="1000119"/>
            <a:ext cx="3630263" cy="2548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128A4C3-C4CD-5CCF-7435-7934BD91B400}"/>
              </a:ext>
            </a:extLst>
          </p:cNvPr>
          <p:cNvSpPr txBox="1"/>
          <p:nvPr/>
        </p:nvSpPr>
        <p:spPr>
          <a:xfrm>
            <a:off x="596562" y="3496763"/>
            <a:ext cx="27519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Do you see the chicken</a:t>
            </a:r>
          </a:p>
          <a:p>
            <a:r>
              <a:rPr lang="en-US" dirty="0">
                <a:latin typeface="Arial Rounded MT Bold" panose="020F0704030504030204" pitchFamily="34" charset="77"/>
              </a:rPr>
              <a:t>and egg problem here?</a:t>
            </a:r>
          </a:p>
        </p:txBody>
      </p:sp>
    </p:spTree>
    <p:extLst>
      <p:ext uri="{BB962C8B-B14F-4D97-AF65-F5344CB8AC3E}">
        <p14:creationId xmlns:p14="http://schemas.microsoft.com/office/powerpoint/2010/main" val="28459864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1978ED-85A5-A352-D136-4E366BFC7765}"/>
              </a:ext>
            </a:extLst>
          </p:cNvPr>
          <p:cNvSpPr txBox="1"/>
          <p:nvPr/>
        </p:nvSpPr>
        <p:spPr>
          <a:xfrm>
            <a:off x="276411" y="260293"/>
            <a:ext cx="1498359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Multivariate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ED54A5D-31CF-A246-4C88-E1BE9D5A43D8}"/>
              </a:ext>
            </a:extLst>
          </p:cNvPr>
          <p:cNvGrpSpPr/>
          <p:nvPr/>
        </p:nvGrpSpPr>
        <p:grpSpPr>
          <a:xfrm>
            <a:off x="2186786" y="2636214"/>
            <a:ext cx="9810582" cy="3440576"/>
            <a:chOff x="2186786" y="2636214"/>
            <a:chExt cx="9810582" cy="3440576"/>
          </a:xfrm>
        </p:grpSpPr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DD31B9E6-2997-BFB8-EA55-CD18BE3A3795}"/>
                </a:ext>
              </a:extLst>
            </p:cNvPr>
            <p:cNvSpPr/>
            <p:nvPr/>
          </p:nvSpPr>
          <p:spPr>
            <a:xfrm>
              <a:off x="2186786" y="2636214"/>
              <a:ext cx="9810582" cy="3440576"/>
            </a:xfrm>
            <a:prstGeom prst="parallelogram">
              <a:avLst>
                <a:gd name="adj" fmla="val 94320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15F77A4-17F4-C115-F279-14034E4D2608}"/>
                </a:ext>
              </a:extLst>
            </p:cNvPr>
            <p:cNvSpPr/>
            <p:nvPr/>
          </p:nvSpPr>
          <p:spPr>
            <a:xfrm>
              <a:off x="6998582" y="4468688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FA6B622-36A2-1BBA-18BE-B2A423BE7E83}"/>
                </a:ext>
              </a:extLst>
            </p:cNvPr>
            <p:cNvSpPr/>
            <p:nvPr/>
          </p:nvSpPr>
          <p:spPr>
            <a:xfrm>
              <a:off x="4896207" y="3815582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0123CCB-AA64-2733-ADBD-52840AA6E34E}"/>
                </a:ext>
              </a:extLst>
            </p:cNvPr>
            <p:cNvSpPr/>
            <p:nvPr/>
          </p:nvSpPr>
          <p:spPr>
            <a:xfrm>
              <a:off x="5817261" y="4285906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082E167-3D9C-8DF3-9B49-75FE4FFC4834}"/>
                </a:ext>
              </a:extLst>
            </p:cNvPr>
            <p:cNvSpPr/>
            <p:nvPr/>
          </p:nvSpPr>
          <p:spPr>
            <a:xfrm>
              <a:off x="5008311" y="4520811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875E6ED-5935-3EFA-A8AB-F40DC0EC0028}"/>
                </a:ext>
              </a:extLst>
            </p:cNvPr>
            <p:cNvSpPr/>
            <p:nvPr/>
          </p:nvSpPr>
          <p:spPr>
            <a:xfrm>
              <a:off x="6998582" y="4665443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D1EAA9B-51FF-9871-BF1B-18ECC6761807}"/>
                </a:ext>
              </a:extLst>
            </p:cNvPr>
            <p:cNvSpPr/>
            <p:nvPr/>
          </p:nvSpPr>
          <p:spPr>
            <a:xfrm>
              <a:off x="7479118" y="4727334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4981484-CE20-9981-62FE-C4CB47205F0C}"/>
                </a:ext>
              </a:extLst>
            </p:cNvPr>
            <p:cNvSpPr/>
            <p:nvPr/>
          </p:nvSpPr>
          <p:spPr>
            <a:xfrm>
              <a:off x="5572727" y="4979057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AC6C0E2-6784-18AA-F295-C584A327D818}"/>
                </a:ext>
              </a:extLst>
            </p:cNvPr>
            <p:cNvSpPr/>
            <p:nvPr/>
          </p:nvSpPr>
          <p:spPr>
            <a:xfrm>
              <a:off x="8021829" y="4629385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A178223-12BB-E866-B5AF-6D4F113222B1}"/>
                </a:ext>
              </a:extLst>
            </p:cNvPr>
            <p:cNvSpPr/>
            <p:nvPr/>
          </p:nvSpPr>
          <p:spPr>
            <a:xfrm>
              <a:off x="7166307" y="3883231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4B91345-78B5-B02E-CD19-88E6697AB5A7}"/>
                </a:ext>
              </a:extLst>
            </p:cNvPr>
            <p:cNvSpPr/>
            <p:nvPr/>
          </p:nvSpPr>
          <p:spPr>
            <a:xfrm>
              <a:off x="7312422" y="4093592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13E119E-D119-B82E-86AF-9321A0EB6FB7}"/>
                </a:ext>
              </a:extLst>
            </p:cNvPr>
            <p:cNvSpPr/>
            <p:nvPr/>
          </p:nvSpPr>
          <p:spPr>
            <a:xfrm>
              <a:off x="7024651" y="4061037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1E76AC9-FAAC-CC9B-528B-60BF7F8C1A9F}"/>
                </a:ext>
              </a:extLst>
            </p:cNvPr>
            <p:cNvSpPr/>
            <p:nvPr/>
          </p:nvSpPr>
          <p:spPr>
            <a:xfrm>
              <a:off x="9436407" y="3820124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01D7AF1-6894-494F-7997-A1D97D46DB0F}"/>
                </a:ext>
              </a:extLst>
            </p:cNvPr>
            <p:cNvSpPr/>
            <p:nvPr/>
          </p:nvSpPr>
          <p:spPr>
            <a:xfrm>
              <a:off x="6741658" y="4787135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3D74526-B15E-FC41-6300-09B2D52AB489}"/>
                </a:ext>
              </a:extLst>
            </p:cNvPr>
            <p:cNvSpPr/>
            <p:nvPr/>
          </p:nvSpPr>
          <p:spPr>
            <a:xfrm>
              <a:off x="5671098" y="4440163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22A7E75-DA6E-66DD-F6EC-BF6D0D43C056}"/>
                </a:ext>
              </a:extLst>
            </p:cNvPr>
            <p:cNvSpPr/>
            <p:nvPr/>
          </p:nvSpPr>
          <p:spPr>
            <a:xfrm>
              <a:off x="6040873" y="4520677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2E0C4A3-6712-F17F-AE26-241E7B5E91B9}"/>
                </a:ext>
              </a:extLst>
            </p:cNvPr>
            <p:cNvSpPr/>
            <p:nvPr/>
          </p:nvSpPr>
          <p:spPr>
            <a:xfrm>
              <a:off x="4896207" y="4777243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2128E6C1-0972-9576-EC05-9B96276982AB}"/>
                </a:ext>
              </a:extLst>
            </p:cNvPr>
            <p:cNvSpPr/>
            <p:nvPr/>
          </p:nvSpPr>
          <p:spPr>
            <a:xfrm>
              <a:off x="7222194" y="4900215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C8E78C3-A020-3855-E9CB-CE6A6CB4DC5E}"/>
                </a:ext>
              </a:extLst>
            </p:cNvPr>
            <p:cNvSpPr/>
            <p:nvPr/>
          </p:nvSpPr>
          <p:spPr>
            <a:xfrm>
              <a:off x="7702730" y="4962106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7201D4BC-0D07-E61A-EC6E-C8260A3C5E65}"/>
                </a:ext>
              </a:extLst>
            </p:cNvPr>
            <p:cNvSpPr/>
            <p:nvPr/>
          </p:nvSpPr>
          <p:spPr>
            <a:xfrm>
              <a:off x="4519324" y="5281713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CD48E61-DF69-8376-0814-BEB35531FC5E}"/>
                </a:ext>
              </a:extLst>
            </p:cNvPr>
            <p:cNvSpPr/>
            <p:nvPr/>
          </p:nvSpPr>
          <p:spPr>
            <a:xfrm>
              <a:off x="8785047" y="4891272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783F831-4AA2-687D-6AB2-85D2372BD743}"/>
                </a:ext>
              </a:extLst>
            </p:cNvPr>
            <p:cNvSpPr/>
            <p:nvPr/>
          </p:nvSpPr>
          <p:spPr>
            <a:xfrm>
              <a:off x="7389919" y="4118003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10313D0-78ED-073B-A17F-1199158E5775}"/>
                </a:ext>
              </a:extLst>
            </p:cNvPr>
            <p:cNvSpPr/>
            <p:nvPr/>
          </p:nvSpPr>
          <p:spPr>
            <a:xfrm>
              <a:off x="7536035" y="4328363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5A52D9C4-388A-33CA-CE8D-A5D305E91D5C}"/>
                </a:ext>
              </a:extLst>
            </p:cNvPr>
            <p:cNvSpPr/>
            <p:nvPr/>
          </p:nvSpPr>
          <p:spPr>
            <a:xfrm>
              <a:off x="7248263" y="4295808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8E3338A-9C05-7151-4E2C-85E4E117F839}"/>
                </a:ext>
              </a:extLst>
            </p:cNvPr>
            <p:cNvSpPr/>
            <p:nvPr/>
          </p:nvSpPr>
          <p:spPr>
            <a:xfrm>
              <a:off x="9660019" y="4054895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BF0CBB7E-5324-DE93-55F6-164E9CFF4DC4}"/>
                </a:ext>
              </a:extLst>
            </p:cNvPr>
            <p:cNvSpPr/>
            <p:nvPr/>
          </p:nvSpPr>
          <p:spPr>
            <a:xfrm>
              <a:off x="6365454" y="4068615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17061AC-5CD1-7AA0-6F03-6B648B644DFE}"/>
                </a:ext>
              </a:extLst>
            </p:cNvPr>
            <p:cNvSpPr/>
            <p:nvPr/>
          </p:nvSpPr>
          <p:spPr>
            <a:xfrm>
              <a:off x="6845990" y="4130505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915EDCD3-59A8-11F1-7B22-051D75EE81F4}"/>
                </a:ext>
              </a:extLst>
            </p:cNvPr>
            <p:cNvSpPr/>
            <p:nvPr/>
          </p:nvSpPr>
          <p:spPr>
            <a:xfrm>
              <a:off x="7388701" y="4032556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F8E88D33-D075-57B1-2A03-6D8780CDB536}"/>
                </a:ext>
              </a:extLst>
            </p:cNvPr>
            <p:cNvSpPr/>
            <p:nvPr/>
          </p:nvSpPr>
          <p:spPr>
            <a:xfrm>
              <a:off x="6533179" y="3286403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17390108-0257-A063-02D5-C29E5E8DD2E9}"/>
                </a:ext>
              </a:extLst>
            </p:cNvPr>
            <p:cNvSpPr/>
            <p:nvPr/>
          </p:nvSpPr>
          <p:spPr>
            <a:xfrm>
              <a:off x="6679295" y="3496763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E5460E35-C3C1-F09E-E813-6FD812B5FF43}"/>
                </a:ext>
              </a:extLst>
            </p:cNvPr>
            <p:cNvSpPr/>
            <p:nvPr/>
          </p:nvSpPr>
          <p:spPr>
            <a:xfrm>
              <a:off x="6391523" y="3464208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ECEF457E-0DCC-B154-4DB6-3176CDE6E6B7}"/>
                </a:ext>
              </a:extLst>
            </p:cNvPr>
            <p:cNvSpPr/>
            <p:nvPr/>
          </p:nvSpPr>
          <p:spPr>
            <a:xfrm>
              <a:off x="8803279" y="3223295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57C44821-6A08-9D5E-1142-DF68D03B6ED5}"/>
                </a:ext>
              </a:extLst>
            </p:cNvPr>
            <p:cNvSpPr/>
            <p:nvPr/>
          </p:nvSpPr>
          <p:spPr>
            <a:xfrm>
              <a:off x="5650565" y="3990468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893A03B4-2682-E9F2-928F-47206D72EFFC}"/>
                </a:ext>
              </a:extLst>
            </p:cNvPr>
            <p:cNvSpPr/>
            <p:nvPr/>
          </p:nvSpPr>
          <p:spPr>
            <a:xfrm>
              <a:off x="6589066" y="4303386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F4D1CD0D-E363-CFAA-403F-5C272C92D52F}"/>
                </a:ext>
              </a:extLst>
            </p:cNvPr>
            <p:cNvSpPr/>
            <p:nvPr/>
          </p:nvSpPr>
          <p:spPr>
            <a:xfrm>
              <a:off x="6275236" y="5612815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AA7F2EF1-0D9D-0D18-673B-E6E7DEA617A1}"/>
                </a:ext>
              </a:extLst>
            </p:cNvPr>
            <p:cNvSpPr/>
            <p:nvPr/>
          </p:nvSpPr>
          <p:spPr>
            <a:xfrm>
              <a:off x="7612314" y="4267327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98C8EFF3-863B-8F03-0A73-BB1CCE7455EF}"/>
                </a:ext>
              </a:extLst>
            </p:cNvPr>
            <p:cNvSpPr/>
            <p:nvPr/>
          </p:nvSpPr>
          <p:spPr>
            <a:xfrm>
              <a:off x="6967066" y="3541972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B3C780C3-9DC3-7EC4-E4E5-F960DEB82498}"/>
                </a:ext>
              </a:extLst>
            </p:cNvPr>
            <p:cNvSpPr/>
            <p:nvPr/>
          </p:nvSpPr>
          <p:spPr>
            <a:xfrm>
              <a:off x="6902907" y="3731534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BC029E12-D404-C625-D90B-DC0FE080306B}"/>
                </a:ext>
              </a:extLst>
            </p:cNvPr>
            <p:cNvSpPr/>
            <p:nvPr/>
          </p:nvSpPr>
          <p:spPr>
            <a:xfrm>
              <a:off x="6615135" y="3698979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66C2E4F3-3E8A-331C-2785-67B4132D4E52}"/>
                </a:ext>
              </a:extLst>
            </p:cNvPr>
            <p:cNvSpPr/>
            <p:nvPr/>
          </p:nvSpPr>
          <p:spPr>
            <a:xfrm>
              <a:off x="8502482" y="4032556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6FC77DD-42C4-7590-842E-4E82CF1C006F}"/>
                </a:ext>
              </a:extLst>
            </p:cNvPr>
            <p:cNvSpPr/>
            <p:nvPr/>
          </p:nvSpPr>
          <p:spPr>
            <a:xfrm>
              <a:off x="7654264" y="4041101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8269D35F-1FA7-4B3D-DC59-3246010C8F3C}"/>
                </a:ext>
              </a:extLst>
            </p:cNvPr>
            <p:cNvSpPr/>
            <p:nvPr/>
          </p:nvSpPr>
          <p:spPr>
            <a:xfrm>
              <a:off x="5551889" y="3387995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5512215C-9B92-D273-B347-7D64EF4C45ED}"/>
                </a:ext>
              </a:extLst>
            </p:cNvPr>
            <p:cNvSpPr/>
            <p:nvPr/>
          </p:nvSpPr>
          <p:spPr>
            <a:xfrm>
              <a:off x="6472943" y="3858319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0072B1AE-C3EA-2D08-4576-8D72F7A4EE36}"/>
                </a:ext>
              </a:extLst>
            </p:cNvPr>
            <p:cNvSpPr/>
            <p:nvPr/>
          </p:nvSpPr>
          <p:spPr>
            <a:xfrm>
              <a:off x="5663993" y="4093224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664E0535-9825-6927-2B54-B0142D6DC053}"/>
                </a:ext>
              </a:extLst>
            </p:cNvPr>
            <p:cNvSpPr/>
            <p:nvPr/>
          </p:nvSpPr>
          <p:spPr>
            <a:xfrm>
              <a:off x="7654264" y="4237856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22D4A865-F5DE-87E1-5260-1DBFAAAFEB69}"/>
                </a:ext>
              </a:extLst>
            </p:cNvPr>
            <p:cNvSpPr/>
            <p:nvPr/>
          </p:nvSpPr>
          <p:spPr>
            <a:xfrm>
              <a:off x="8134800" y="4299747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63773F4A-5F69-38B8-DA37-D34F3B514A41}"/>
                </a:ext>
              </a:extLst>
            </p:cNvPr>
            <p:cNvSpPr/>
            <p:nvPr/>
          </p:nvSpPr>
          <p:spPr>
            <a:xfrm>
              <a:off x="6228409" y="4551470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35E580FC-FAA8-968F-C85A-B68367B6C306}"/>
                </a:ext>
              </a:extLst>
            </p:cNvPr>
            <p:cNvSpPr/>
            <p:nvPr/>
          </p:nvSpPr>
          <p:spPr>
            <a:xfrm>
              <a:off x="8677511" y="4201798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A36338C0-4C1C-BA93-A05F-43FCEF339E85}"/>
                </a:ext>
              </a:extLst>
            </p:cNvPr>
            <p:cNvSpPr/>
            <p:nvPr/>
          </p:nvSpPr>
          <p:spPr>
            <a:xfrm>
              <a:off x="7821989" y="3455644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75961D15-28F5-77F1-1B7D-176867A17340}"/>
                </a:ext>
              </a:extLst>
            </p:cNvPr>
            <p:cNvSpPr/>
            <p:nvPr/>
          </p:nvSpPr>
          <p:spPr>
            <a:xfrm>
              <a:off x="7968104" y="3666005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4C241804-FD3D-0C75-B9B8-511CD384A934}"/>
                </a:ext>
              </a:extLst>
            </p:cNvPr>
            <p:cNvSpPr/>
            <p:nvPr/>
          </p:nvSpPr>
          <p:spPr>
            <a:xfrm>
              <a:off x="7680333" y="3633450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A761DC73-E252-4DBE-E1C1-BEADD3B4026E}"/>
                </a:ext>
              </a:extLst>
            </p:cNvPr>
            <p:cNvSpPr/>
            <p:nvPr/>
          </p:nvSpPr>
          <p:spPr>
            <a:xfrm>
              <a:off x="10092089" y="3392537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8D84FCDD-DCF3-F242-A39E-4AD353DC5760}"/>
                </a:ext>
              </a:extLst>
            </p:cNvPr>
            <p:cNvSpPr/>
            <p:nvPr/>
          </p:nvSpPr>
          <p:spPr>
            <a:xfrm>
              <a:off x="7397340" y="4359548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6BBACE60-B788-6091-0D04-62C7209F5CEA}"/>
                </a:ext>
              </a:extLst>
            </p:cNvPr>
            <p:cNvSpPr/>
            <p:nvPr/>
          </p:nvSpPr>
          <p:spPr>
            <a:xfrm>
              <a:off x="5690568" y="3789936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1BD67AE1-5EB7-F2A1-16D5-47E4855DDB98}"/>
                </a:ext>
              </a:extLst>
            </p:cNvPr>
            <p:cNvSpPr/>
            <p:nvPr/>
          </p:nvSpPr>
          <p:spPr>
            <a:xfrm>
              <a:off x="6696555" y="4093090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0A272C0A-F132-B279-8F83-A0FB6B8E47C7}"/>
                </a:ext>
              </a:extLst>
            </p:cNvPr>
            <p:cNvSpPr/>
            <p:nvPr/>
          </p:nvSpPr>
          <p:spPr>
            <a:xfrm>
              <a:off x="3884745" y="4742326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5634E330-3C66-66BE-D7E8-523D3AF3DCE6}"/>
                </a:ext>
              </a:extLst>
            </p:cNvPr>
            <p:cNvSpPr/>
            <p:nvPr/>
          </p:nvSpPr>
          <p:spPr>
            <a:xfrm>
              <a:off x="7877876" y="4472628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1817E320-D1C8-3941-1F3F-915A3ED7D198}"/>
                </a:ext>
              </a:extLst>
            </p:cNvPr>
            <p:cNvSpPr/>
            <p:nvPr/>
          </p:nvSpPr>
          <p:spPr>
            <a:xfrm>
              <a:off x="8358412" y="4534519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AFE541D7-F04E-F450-F65D-9DD93B54C0BB}"/>
                </a:ext>
              </a:extLst>
            </p:cNvPr>
            <p:cNvSpPr/>
            <p:nvPr/>
          </p:nvSpPr>
          <p:spPr>
            <a:xfrm>
              <a:off x="5175006" y="4854126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52084488-2062-5414-D78E-453E7B084592}"/>
                </a:ext>
              </a:extLst>
            </p:cNvPr>
            <p:cNvSpPr/>
            <p:nvPr/>
          </p:nvSpPr>
          <p:spPr>
            <a:xfrm>
              <a:off x="9440729" y="4463685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CFC1ECD1-6A74-76E6-EB36-F54A76199156}"/>
                </a:ext>
              </a:extLst>
            </p:cNvPr>
            <p:cNvSpPr/>
            <p:nvPr/>
          </p:nvSpPr>
          <p:spPr>
            <a:xfrm>
              <a:off x="8070640" y="2992829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235E745C-0EF6-8D32-ED71-709D3D43E8AB}"/>
                </a:ext>
              </a:extLst>
            </p:cNvPr>
            <p:cNvSpPr/>
            <p:nvPr/>
          </p:nvSpPr>
          <p:spPr>
            <a:xfrm>
              <a:off x="8191717" y="3900776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D0485F31-18EF-7464-2F56-23340242BAE9}"/>
                </a:ext>
              </a:extLst>
            </p:cNvPr>
            <p:cNvSpPr/>
            <p:nvPr/>
          </p:nvSpPr>
          <p:spPr>
            <a:xfrm>
              <a:off x="7903945" y="3868221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95D66EA-F661-7395-007A-3B5F3C7DD2C8}"/>
                </a:ext>
              </a:extLst>
            </p:cNvPr>
            <p:cNvSpPr/>
            <p:nvPr/>
          </p:nvSpPr>
          <p:spPr>
            <a:xfrm>
              <a:off x="10315701" y="3627308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CE3C330C-91B3-4E8D-C75E-644AE740CFC9}"/>
                </a:ext>
              </a:extLst>
            </p:cNvPr>
            <p:cNvSpPr/>
            <p:nvPr/>
          </p:nvSpPr>
          <p:spPr>
            <a:xfrm>
              <a:off x="7021136" y="3641028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EF88718-AFE2-6420-AC54-9E6F4EF0BBED}"/>
                </a:ext>
              </a:extLst>
            </p:cNvPr>
            <p:cNvSpPr/>
            <p:nvPr/>
          </p:nvSpPr>
          <p:spPr>
            <a:xfrm>
              <a:off x="7334838" y="3173763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43593FCB-4631-1DC0-E2F4-C333B1ACF7FD}"/>
                </a:ext>
              </a:extLst>
            </p:cNvPr>
            <p:cNvSpPr/>
            <p:nvPr/>
          </p:nvSpPr>
          <p:spPr>
            <a:xfrm>
              <a:off x="9925393" y="3065424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D03F0FAA-B818-FD79-42DA-C77550255946}"/>
                </a:ext>
              </a:extLst>
            </p:cNvPr>
            <p:cNvSpPr/>
            <p:nvPr/>
          </p:nvSpPr>
          <p:spPr>
            <a:xfrm>
              <a:off x="7188861" y="2858816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A13DAD46-7E9A-00DE-E76C-14D596811B4F}"/>
                </a:ext>
              </a:extLst>
            </p:cNvPr>
            <p:cNvSpPr/>
            <p:nvPr/>
          </p:nvSpPr>
          <p:spPr>
            <a:xfrm>
              <a:off x="5385193" y="3201541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A182A1B3-7897-E75E-DB7C-36037AF3A53F}"/>
                </a:ext>
              </a:extLst>
            </p:cNvPr>
            <p:cNvSpPr/>
            <p:nvPr/>
          </p:nvSpPr>
          <p:spPr>
            <a:xfrm>
              <a:off x="7047205" y="3036621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1C2334EF-A1D5-0927-0AC5-239B99BD63EC}"/>
                </a:ext>
              </a:extLst>
            </p:cNvPr>
            <p:cNvSpPr/>
            <p:nvPr/>
          </p:nvSpPr>
          <p:spPr>
            <a:xfrm>
              <a:off x="9458961" y="2795708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2710D54B-F3CE-08C9-7389-470D649A7543}"/>
                </a:ext>
              </a:extLst>
            </p:cNvPr>
            <p:cNvSpPr/>
            <p:nvPr/>
          </p:nvSpPr>
          <p:spPr>
            <a:xfrm>
              <a:off x="6306247" y="3562881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7A5A52E8-AC1C-769B-5A84-482D42F7B9C6}"/>
                </a:ext>
              </a:extLst>
            </p:cNvPr>
            <p:cNvSpPr/>
            <p:nvPr/>
          </p:nvSpPr>
          <p:spPr>
            <a:xfrm>
              <a:off x="7244748" y="3875799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E01B644A-75EE-3674-3CE3-AE5C807D8114}"/>
                </a:ext>
              </a:extLst>
            </p:cNvPr>
            <p:cNvSpPr/>
            <p:nvPr/>
          </p:nvSpPr>
          <p:spPr>
            <a:xfrm>
              <a:off x="6930918" y="5185228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B00902F8-B5FF-1D5D-7C96-A7605B6F349D}"/>
                </a:ext>
              </a:extLst>
            </p:cNvPr>
            <p:cNvSpPr/>
            <p:nvPr/>
          </p:nvSpPr>
          <p:spPr>
            <a:xfrm>
              <a:off x="8639639" y="3608563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26C22DF8-1325-B204-F702-18533618C7B3}"/>
                </a:ext>
              </a:extLst>
            </p:cNvPr>
            <p:cNvSpPr/>
            <p:nvPr/>
          </p:nvSpPr>
          <p:spPr>
            <a:xfrm>
              <a:off x="7622748" y="3114385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1760A932-CA06-9037-6854-EBC2512CC075}"/>
                </a:ext>
              </a:extLst>
            </p:cNvPr>
            <p:cNvSpPr/>
            <p:nvPr/>
          </p:nvSpPr>
          <p:spPr>
            <a:xfrm>
              <a:off x="5671616" y="2830941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F6760DB2-D829-C037-E8D8-01AC6A0176F7}"/>
                </a:ext>
              </a:extLst>
            </p:cNvPr>
            <p:cNvSpPr/>
            <p:nvPr/>
          </p:nvSpPr>
          <p:spPr>
            <a:xfrm>
              <a:off x="5221480" y="3455842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821C69E7-BD69-F626-7DD5-7758A575F498}"/>
                </a:ext>
              </a:extLst>
            </p:cNvPr>
            <p:cNvSpPr/>
            <p:nvPr/>
          </p:nvSpPr>
          <p:spPr>
            <a:xfrm>
              <a:off x="9158164" y="3604969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4336620E-15BE-629C-CCDF-5C80A1C516EA}"/>
              </a:ext>
            </a:extLst>
          </p:cNvPr>
          <p:cNvSpPr txBox="1"/>
          <p:nvPr/>
        </p:nvSpPr>
        <p:spPr>
          <a:xfrm>
            <a:off x="2177853" y="187460"/>
            <a:ext cx="9205277" cy="8699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Arial Rounded MT Bold" panose="020F0704030504030204" pitchFamily="34" charset="77"/>
              </a:rPr>
              <a:t>Now, satellite </a:t>
            </a:r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cannot</a:t>
            </a:r>
            <a:r>
              <a:rPr lang="en-US" dirty="0">
                <a:latin typeface="Arial Rounded MT Bold" panose="020F0704030504030204" pitchFamily="34" charset="77"/>
              </a:rPr>
              <a:t> see the bee colors. </a:t>
            </a:r>
            <a:br>
              <a:rPr lang="en-US" dirty="0">
                <a:latin typeface="Arial Rounded MT Bold" panose="020F0704030504030204" pitchFamily="34" charset="77"/>
              </a:rPr>
            </a:br>
            <a:r>
              <a:rPr lang="en-US" dirty="0">
                <a:latin typeface="Arial Rounded MT Bold" panose="020F0704030504030204" pitchFamily="34" charset="77"/>
              </a:rPr>
              <a:t>		</a:t>
            </a:r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Possible to still color each bee and find the 2 bee hive locations?</a:t>
            </a:r>
          </a:p>
        </p:txBody>
      </p:sp>
      <p:pic>
        <p:nvPicPr>
          <p:cNvPr id="73734" name="Picture 6" descr="7 Ways To Conquer The Chicken And Egg Problem | Idea Usher">
            <a:extLst>
              <a:ext uri="{FF2B5EF4-FFF2-40B4-BE49-F238E27FC236}">
                <a16:creationId xmlns:a16="http://schemas.microsoft.com/office/drawing/2014/main" id="{89D6349E-CD91-8985-CE3B-46E26AAC33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C9E3FF"/>
              </a:clrFrom>
              <a:clrTo>
                <a:srgbClr val="C9E3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33" t="11776" r="27972" b="17153"/>
          <a:stretch/>
        </p:blipFill>
        <p:spPr bwMode="auto">
          <a:xfrm>
            <a:off x="399147" y="1000119"/>
            <a:ext cx="3630263" cy="2548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128A4C3-C4CD-5CCF-7435-7934BD91B400}"/>
              </a:ext>
            </a:extLst>
          </p:cNvPr>
          <p:cNvSpPr txBox="1"/>
          <p:nvPr/>
        </p:nvSpPr>
        <p:spPr>
          <a:xfrm>
            <a:off x="596562" y="3496763"/>
            <a:ext cx="27519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Do you see the chicken</a:t>
            </a:r>
          </a:p>
          <a:p>
            <a:r>
              <a:rPr lang="en-US" dirty="0">
                <a:latin typeface="Arial Rounded MT Bold" panose="020F0704030504030204" pitchFamily="34" charset="77"/>
              </a:rPr>
              <a:t>and egg problem here?</a:t>
            </a:r>
          </a:p>
        </p:txBody>
      </p:sp>
      <p:sp>
        <p:nvSpPr>
          <p:cNvPr id="19" name="Down Arrow 18">
            <a:extLst>
              <a:ext uri="{FF2B5EF4-FFF2-40B4-BE49-F238E27FC236}">
                <a16:creationId xmlns:a16="http://schemas.microsoft.com/office/drawing/2014/main" id="{6A59ADDA-95AA-D920-B250-934624F55497}"/>
              </a:ext>
            </a:extLst>
          </p:cNvPr>
          <p:cNvSpPr/>
          <p:nvPr/>
        </p:nvSpPr>
        <p:spPr>
          <a:xfrm>
            <a:off x="1716533" y="4201798"/>
            <a:ext cx="448384" cy="461472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8FA5AF4-2004-2871-E07A-B2B222FD425A}"/>
              </a:ext>
            </a:extLst>
          </p:cNvPr>
          <p:cNvSpPr txBox="1"/>
          <p:nvPr/>
        </p:nvSpPr>
        <p:spPr>
          <a:xfrm>
            <a:off x="542712" y="4711060"/>
            <a:ext cx="2660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Motivates the popular </a:t>
            </a:r>
          </a:p>
          <a:p>
            <a:pPr algn="ctr"/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EM algorithm</a:t>
            </a:r>
          </a:p>
        </p:txBody>
      </p:sp>
    </p:spTree>
    <p:extLst>
      <p:ext uri="{BB962C8B-B14F-4D97-AF65-F5344CB8AC3E}">
        <p14:creationId xmlns:p14="http://schemas.microsoft.com/office/powerpoint/2010/main" val="2476041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7267C48-D8E7-20B8-A663-20748291FFE5}"/>
              </a:ext>
            </a:extLst>
          </p:cNvPr>
          <p:cNvGrpSpPr/>
          <p:nvPr/>
        </p:nvGrpSpPr>
        <p:grpSpPr>
          <a:xfrm>
            <a:off x="660076" y="4841000"/>
            <a:ext cx="3890104" cy="1198418"/>
            <a:chOff x="2186786" y="2636214"/>
            <a:chExt cx="9810582" cy="3440576"/>
          </a:xfrm>
        </p:grpSpPr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30992775-F9F3-AF1E-B298-C03CC2FEFD03}"/>
                </a:ext>
              </a:extLst>
            </p:cNvPr>
            <p:cNvSpPr/>
            <p:nvPr/>
          </p:nvSpPr>
          <p:spPr>
            <a:xfrm>
              <a:off x="2186786" y="2636214"/>
              <a:ext cx="9810582" cy="3440576"/>
            </a:xfrm>
            <a:prstGeom prst="parallelogram">
              <a:avLst>
                <a:gd name="adj" fmla="val 94320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0387AF8-C657-60C3-A23D-D6E6FBB63A60}"/>
                </a:ext>
              </a:extLst>
            </p:cNvPr>
            <p:cNvSpPr/>
            <p:nvPr/>
          </p:nvSpPr>
          <p:spPr>
            <a:xfrm>
              <a:off x="6998582" y="4468688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96B2F4A0-2098-4AD8-47D7-336BF8FB6F35}"/>
                </a:ext>
              </a:extLst>
            </p:cNvPr>
            <p:cNvSpPr/>
            <p:nvPr/>
          </p:nvSpPr>
          <p:spPr>
            <a:xfrm>
              <a:off x="4896207" y="3815582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0E5CF96C-0FA2-5C7C-EC07-4286F0351BEC}"/>
                </a:ext>
              </a:extLst>
            </p:cNvPr>
            <p:cNvSpPr/>
            <p:nvPr/>
          </p:nvSpPr>
          <p:spPr>
            <a:xfrm>
              <a:off x="5817261" y="4285906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F06AD86D-A75B-8378-F093-CC2409B3D073}"/>
                </a:ext>
              </a:extLst>
            </p:cNvPr>
            <p:cNvSpPr/>
            <p:nvPr/>
          </p:nvSpPr>
          <p:spPr>
            <a:xfrm>
              <a:off x="5008311" y="4520811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0AC2E68C-D223-EC10-53BB-2056E4097FA2}"/>
                </a:ext>
              </a:extLst>
            </p:cNvPr>
            <p:cNvSpPr/>
            <p:nvPr/>
          </p:nvSpPr>
          <p:spPr>
            <a:xfrm>
              <a:off x="6998582" y="4665443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EFA02006-D4BB-5DD5-628A-ECFA42EEC4E4}"/>
                </a:ext>
              </a:extLst>
            </p:cNvPr>
            <p:cNvSpPr/>
            <p:nvPr/>
          </p:nvSpPr>
          <p:spPr>
            <a:xfrm>
              <a:off x="7479118" y="4727334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6FCB8371-D0E3-04B6-A57F-444D2169A4DE}"/>
                </a:ext>
              </a:extLst>
            </p:cNvPr>
            <p:cNvSpPr/>
            <p:nvPr/>
          </p:nvSpPr>
          <p:spPr>
            <a:xfrm>
              <a:off x="5572727" y="4979057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27495E0C-8590-76A4-69CE-9F2F74E15A6A}"/>
                </a:ext>
              </a:extLst>
            </p:cNvPr>
            <p:cNvSpPr/>
            <p:nvPr/>
          </p:nvSpPr>
          <p:spPr>
            <a:xfrm>
              <a:off x="8021829" y="4629385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E109D25E-9EEA-D1C0-89C5-EECC0909C699}"/>
                </a:ext>
              </a:extLst>
            </p:cNvPr>
            <p:cNvSpPr/>
            <p:nvPr/>
          </p:nvSpPr>
          <p:spPr>
            <a:xfrm>
              <a:off x="7166307" y="3883231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E3B5F712-FF49-01DE-0D5A-870CB1F235D6}"/>
                </a:ext>
              </a:extLst>
            </p:cNvPr>
            <p:cNvSpPr/>
            <p:nvPr/>
          </p:nvSpPr>
          <p:spPr>
            <a:xfrm>
              <a:off x="7312422" y="4093592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6E56583E-6152-33CF-30ED-5C2200F6D50D}"/>
                </a:ext>
              </a:extLst>
            </p:cNvPr>
            <p:cNvSpPr/>
            <p:nvPr/>
          </p:nvSpPr>
          <p:spPr>
            <a:xfrm>
              <a:off x="7024651" y="4061037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B1114B2A-B801-A143-7E74-78C2974C9C5D}"/>
                </a:ext>
              </a:extLst>
            </p:cNvPr>
            <p:cNvSpPr/>
            <p:nvPr/>
          </p:nvSpPr>
          <p:spPr>
            <a:xfrm>
              <a:off x="9436407" y="3820124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3A183818-75A0-10FB-04EE-2D44487CD683}"/>
                </a:ext>
              </a:extLst>
            </p:cNvPr>
            <p:cNvSpPr/>
            <p:nvPr/>
          </p:nvSpPr>
          <p:spPr>
            <a:xfrm>
              <a:off x="6741658" y="4787135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D46D9253-A0F6-7CAB-5548-78BFAE2B207A}"/>
                </a:ext>
              </a:extLst>
            </p:cNvPr>
            <p:cNvSpPr/>
            <p:nvPr/>
          </p:nvSpPr>
          <p:spPr>
            <a:xfrm>
              <a:off x="5671098" y="4440163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A234F0AB-4387-DF22-9523-194B1EE2B4E4}"/>
                </a:ext>
              </a:extLst>
            </p:cNvPr>
            <p:cNvSpPr/>
            <p:nvPr/>
          </p:nvSpPr>
          <p:spPr>
            <a:xfrm>
              <a:off x="6040873" y="4520677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86CFD1C0-92DF-B553-A9F4-7A9B4E71A974}"/>
                </a:ext>
              </a:extLst>
            </p:cNvPr>
            <p:cNvSpPr/>
            <p:nvPr/>
          </p:nvSpPr>
          <p:spPr>
            <a:xfrm>
              <a:off x="4896207" y="4777243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29BAC520-E8A5-EBCA-3FC1-65341126CF52}"/>
                </a:ext>
              </a:extLst>
            </p:cNvPr>
            <p:cNvSpPr/>
            <p:nvPr/>
          </p:nvSpPr>
          <p:spPr>
            <a:xfrm>
              <a:off x="7222194" y="4900215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EC03478D-1C85-526C-E3AD-D5E5E889A92B}"/>
                </a:ext>
              </a:extLst>
            </p:cNvPr>
            <p:cNvSpPr/>
            <p:nvPr/>
          </p:nvSpPr>
          <p:spPr>
            <a:xfrm>
              <a:off x="7702730" y="4962106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F7DC932F-EF49-325A-255A-B580B2399BE7}"/>
                </a:ext>
              </a:extLst>
            </p:cNvPr>
            <p:cNvSpPr/>
            <p:nvPr/>
          </p:nvSpPr>
          <p:spPr>
            <a:xfrm>
              <a:off x="4519324" y="5281713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5FA8CE58-4CC0-DC5D-ED13-39D2165FBAD7}"/>
                </a:ext>
              </a:extLst>
            </p:cNvPr>
            <p:cNvSpPr/>
            <p:nvPr/>
          </p:nvSpPr>
          <p:spPr>
            <a:xfrm>
              <a:off x="8785047" y="4891272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9FABB9DF-9063-D587-4133-DDB16DFC77AC}"/>
                </a:ext>
              </a:extLst>
            </p:cNvPr>
            <p:cNvSpPr/>
            <p:nvPr/>
          </p:nvSpPr>
          <p:spPr>
            <a:xfrm>
              <a:off x="7389919" y="4118003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55B05045-4678-CDF9-0785-BE980A8CD88B}"/>
                </a:ext>
              </a:extLst>
            </p:cNvPr>
            <p:cNvSpPr/>
            <p:nvPr/>
          </p:nvSpPr>
          <p:spPr>
            <a:xfrm>
              <a:off x="7536035" y="4328363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30D8D5AB-C8EC-1EFD-77A4-1EAEEEBB23E9}"/>
                </a:ext>
              </a:extLst>
            </p:cNvPr>
            <p:cNvSpPr/>
            <p:nvPr/>
          </p:nvSpPr>
          <p:spPr>
            <a:xfrm>
              <a:off x="7248263" y="4295808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908DEB19-52F3-FF0E-FF84-3FFDA42367EC}"/>
                </a:ext>
              </a:extLst>
            </p:cNvPr>
            <p:cNvSpPr/>
            <p:nvPr/>
          </p:nvSpPr>
          <p:spPr>
            <a:xfrm>
              <a:off x="9660019" y="4054895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D65378BA-8813-A5D9-B307-DBC34E68DE01}"/>
                </a:ext>
              </a:extLst>
            </p:cNvPr>
            <p:cNvSpPr/>
            <p:nvPr/>
          </p:nvSpPr>
          <p:spPr>
            <a:xfrm>
              <a:off x="6365454" y="4068615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6A4101DE-EFCE-5A69-20BD-0BAF7C40209E}"/>
                </a:ext>
              </a:extLst>
            </p:cNvPr>
            <p:cNvSpPr/>
            <p:nvPr/>
          </p:nvSpPr>
          <p:spPr>
            <a:xfrm>
              <a:off x="6845990" y="4130505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04DC15B1-6E01-5B1E-92E0-4020DAB61CD6}"/>
                </a:ext>
              </a:extLst>
            </p:cNvPr>
            <p:cNvSpPr/>
            <p:nvPr/>
          </p:nvSpPr>
          <p:spPr>
            <a:xfrm>
              <a:off x="7388701" y="4032556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6B061F6C-2167-3E4D-6371-BCFDA0FF3025}"/>
                </a:ext>
              </a:extLst>
            </p:cNvPr>
            <p:cNvSpPr/>
            <p:nvPr/>
          </p:nvSpPr>
          <p:spPr>
            <a:xfrm>
              <a:off x="6533179" y="3286403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53510794-27FA-DA52-15CC-EFF98A994DA5}"/>
                </a:ext>
              </a:extLst>
            </p:cNvPr>
            <p:cNvSpPr/>
            <p:nvPr/>
          </p:nvSpPr>
          <p:spPr>
            <a:xfrm>
              <a:off x="6679295" y="3496763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97DC3C33-8BBA-2ADF-A4D4-891E286E536D}"/>
                </a:ext>
              </a:extLst>
            </p:cNvPr>
            <p:cNvSpPr/>
            <p:nvPr/>
          </p:nvSpPr>
          <p:spPr>
            <a:xfrm>
              <a:off x="6391523" y="3464208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36EE4728-093B-F194-527B-604564EF311F}"/>
                </a:ext>
              </a:extLst>
            </p:cNvPr>
            <p:cNvSpPr/>
            <p:nvPr/>
          </p:nvSpPr>
          <p:spPr>
            <a:xfrm>
              <a:off x="8803279" y="3223295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94C92977-21D8-542C-4F3D-D0BC57ABAFD0}"/>
                </a:ext>
              </a:extLst>
            </p:cNvPr>
            <p:cNvSpPr/>
            <p:nvPr/>
          </p:nvSpPr>
          <p:spPr>
            <a:xfrm>
              <a:off x="5650565" y="3990468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4CD8CF19-521B-AA84-E593-2A4709D2B437}"/>
                </a:ext>
              </a:extLst>
            </p:cNvPr>
            <p:cNvSpPr/>
            <p:nvPr/>
          </p:nvSpPr>
          <p:spPr>
            <a:xfrm>
              <a:off x="6589066" y="4303386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4F69DF1F-CECA-FB8A-07B6-5026802C587F}"/>
                </a:ext>
              </a:extLst>
            </p:cNvPr>
            <p:cNvSpPr/>
            <p:nvPr/>
          </p:nvSpPr>
          <p:spPr>
            <a:xfrm>
              <a:off x="6275236" y="5612815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B7637FBF-F3DC-055F-9224-0FFD372DA7B4}"/>
                </a:ext>
              </a:extLst>
            </p:cNvPr>
            <p:cNvSpPr/>
            <p:nvPr/>
          </p:nvSpPr>
          <p:spPr>
            <a:xfrm>
              <a:off x="7612314" y="4267327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5AFD4BBE-E615-6BB1-4165-D4E15B0BF977}"/>
                </a:ext>
              </a:extLst>
            </p:cNvPr>
            <p:cNvSpPr/>
            <p:nvPr/>
          </p:nvSpPr>
          <p:spPr>
            <a:xfrm>
              <a:off x="6967066" y="3541972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28E92608-E1A5-B853-EA14-008862E6DE26}"/>
                </a:ext>
              </a:extLst>
            </p:cNvPr>
            <p:cNvSpPr/>
            <p:nvPr/>
          </p:nvSpPr>
          <p:spPr>
            <a:xfrm>
              <a:off x="6902907" y="3731534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E1859B57-533B-1492-2327-15054F31C3AB}"/>
                </a:ext>
              </a:extLst>
            </p:cNvPr>
            <p:cNvSpPr/>
            <p:nvPr/>
          </p:nvSpPr>
          <p:spPr>
            <a:xfrm>
              <a:off x="6615135" y="3698979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A0802911-BF6F-6130-7613-CB3974C0006D}"/>
                </a:ext>
              </a:extLst>
            </p:cNvPr>
            <p:cNvSpPr/>
            <p:nvPr/>
          </p:nvSpPr>
          <p:spPr>
            <a:xfrm>
              <a:off x="8502482" y="4032556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D7FEB87A-7547-9C3E-DB0C-328B25BFA7F1}"/>
                </a:ext>
              </a:extLst>
            </p:cNvPr>
            <p:cNvSpPr/>
            <p:nvPr/>
          </p:nvSpPr>
          <p:spPr>
            <a:xfrm>
              <a:off x="7654264" y="4041101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AC4FFD68-C306-43AA-32DD-EB1A7ADB3DEA}"/>
                </a:ext>
              </a:extLst>
            </p:cNvPr>
            <p:cNvSpPr/>
            <p:nvPr/>
          </p:nvSpPr>
          <p:spPr>
            <a:xfrm>
              <a:off x="5551889" y="3387995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43C2DDFD-104A-54B8-E156-3448A2DC1206}"/>
                </a:ext>
              </a:extLst>
            </p:cNvPr>
            <p:cNvSpPr/>
            <p:nvPr/>
          </p:nvSpPr>
          <p:spPr>
            <a:xfrm>
              <a:off x="6472943" y="3858319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758ED92A-3D11-C99F-3873-29610639E422}"/>
                </a:ext>
              </a:extLst>
            </p:cNvPr>
            <p:cNvSpPr/>
            <p:nvPr/>
          </p:nvSpPr>
          <p:spPr>
            <a:xfrm>
              <a:off x="5663993" y="4093224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D2889991-5542-A00F-3718-A2DA5C58E26F}"/>
                </a:ext>
              </a:extLst>
            </p:cNvPr>
            <p:cNvSpPr/>
            <p:nvPr/>
          </p:nvSpPr>
          <p:spPr>
            <a:xfrm>
              <a:off x="7654264" y="4237856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F59309A6-59B4-0D98-D9E2-C62384122965}"/>
                </a:ext>
              </a:extLst>
            </p:cNvPr>
            <p:cNvSpPr/>
            <p:nvPr/>
          </p:nvSpPr>
          <p:spPr>
            <a:xfrm>
              <a:off x="8134800" y="4299747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24826297-16F5-A421-CC05-33535A9C2873}"/>
                </a:ext>
              </a:extLst>
            </p:cNvPr>
            <p:cNvSpPr/>
            <p:nvPr/>
          </p:nvSpPr>
          <p:spPr>
            <a:xfrm>
              <a:off x="6228409" y="4551470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4D06BF22-8482-4AA1-058C-EC4EDCE646C9}"/>
                </a:ext>
              </a:extLst>
            </p:cNvPr>
            <p:cNvSpPr/>
            <p:nvPr/>
          </p:nvSpPr>
          <p:spPr>
            <a:xfrm>
              <a:off x="8677511" y="4201798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EEB3B387-E4FF-78FC-E4F3-002660F22479}"/>
                </a:ext>
              </a:extLst>
            </p:cNvPr>
            <p:cNvSpPr/>
            <p:nvPr/>
          </p:nvSpPr>
          <p:spPr>
            <a:xfrm>
              <a:off x="7821989" y="3455644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EF1BF58C-A47A-5044-5994-DC09BEF36560}"/>
                </a:ext>
              </a:extLst>
            </p:cNvPr>
            <p:cNvSpPr/>
            <p:nvPr/>
          </p:nvSpPr>
          <p:spPr>
            <a:xfrm>
              <a:off x="7968104" y="3666005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80EA22C7-99E3-7FDA-27FA-372B83B4801C}"/>
                </a:ext>
              </a:extLst>
            </p:cNvPr>
            <p:cNvSpPr/>
            <p:nvPr/>
          </p:nvSpPr>
          <p:spPr>
            <a:xfrm>
              <a:off x="7680333" y="3633450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EF42B79A-BEE3-0C2C-047D-FA22FA680F67}"/>
                </a:ext>
              </a:extLst>
            </p:cNvPr>
            <p:cNvSpPr/>
            <p:nvPr/>
          </p:nvSpPr>
          <p:spPr>
            <a:xfrm>
              <a:off x="10092089" y="3392537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2A1F3214-6680-9AFE-0F22-CE56CA948A2F}"/>
                </a:ext>
              </a:extLst>
            </p:cNvPr>
            <p:cNvSpPr/>
            <p:nvPr/>
          </p:nvSpPr>
          <p:spPr>
            <a:xfrm>
              <a:off x="7397340" y="4359548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51A040C4-4C05-057E-901C-3A119F0C2353}"/>
                </a:ext>
              </a:extLst>
            </p:cNvPr>
            <p:cNvSpPr/>
            <p:nvPr/>
          </p:nvSpPr>
          <p:spPr>
            <a:xfrm>
              <a:off x="5690568" y="3789936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F7B57799-CBD4-8C92-DC27-DF9EFFDDB411}"/>
                </a:ext>
              </a:extLst>
            </p:cNvPr>
            <p:cNvSpPr/>
            <p:nvPr/>
          </p:nvSpPr>
          <p:spPr>
            <a:xfrm>
              <a:off x="6696555" y="4093090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63D45C8B-63E4-F377-78DF-68B1A753AEAE}"/>
                </a:ext>
              </a:extLst>
            </p:cNvPr>
            <p:cNvSpPr/>
            <p:nvPr/>
          </p:nvSpPr>
          <p:spPr>
            <a:xfrm>
              <a:off x="3884745" y="4742326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50ECC546-27BD-811D-7C40-22632C9D5574}"/>
                </a:ext>
              </a:extLst>
            </p:cNvPr>
            <p:cNvSpPr/>
            <p:nvPr/>
          </p:nvSpPr>
          <p:spPr>
            <a:xfrm>
              <a:off x="7877876" y="4472628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899E4235-6F0D-1CFA-A303-B70E7C691CD8}"/>
                </a:ext>
              </a:extLst>
            </p:cNvPr>
            <p:cNvSpPr/>
            <p:nvPr/>
          </p:nvSpPr>
          <p:spPr>
            <a:xfrm>
              <a:off x="8358412" y="4534519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D9DFB755-8B92-46ED-61FF-271E73ACAADA}"/>
                </a:ext>
              </a:extLst>
            </p:cNvPr>
            <p:cNvSpPr/>
            <p:nvPr/>
          </p:nvSpPr>
          <p:spPr>
            <a:xfrm>
              <a:off x="5175006" y="4854126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DCF4D499-D924-7DB2-C8A8-C1D850BE5DE0}"/>
                </a:ext>
              </a:extLst>
            </p:cNvPr>
            <p:cNvSpPr/>
            <p:nvPr/>
          </p:nvSpPr>
          <p:spPr>
            <a:xfrm>
              <a:off x="9440729" y="4463685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C03E3748-32EE-296D-4DDB-4B9AAFEF1C14}"/>
                </a:ext>
              </a:extLst>
            </p:cNvPr>
            <p:cNvSpPr/>
            <p:nvPr/>
          </p:nvSpPr>
          <p:spPr>
            <a:xfrm>
              <a:off x="8070640" y="2992829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0E6835A4-3781-5DA2-4E88-1A0594B5DBFB}"/>
                </a:ext>
              </a:extLst>
            </p:cNvPr>
            <p:cNvSpPr/>
            <p:nvPr/>
          </p:nvSpPr>
          <p:spPr>
            <a:xfrm>
              <a:off x="8191717" y="3900776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2553CD9D-7317-1670-6078-68B351778188}"/>
                </a:ext>
              </a:extLst>
            </p:cNvPr>
            <p:cNvSpPr/>
            <p:nvPr/>
          </p:nvSpPr>
          <p:spPr>
            <a:xfrm>
              <a:off x="7903945" y="3868221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5F83E1B5-7E9B-D341-5FB7-2F1DC9663381}"/>
                </a:ext>
              </a:extLst>
            </p:cNvPr>
            <p:cNvSpPr/>
            <p:nvPr/>
          </p:nvSpPr>
          <p:spPr>
            <a:xfrm>
              <a:off x="10315701" y="3627308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C9A72D62-A7E7-92E5-BCA6-D4356EFA58BE}"/>
                </a:ext>
              </a:extLst>
            </p:cNvPr>
            <p:cNvSpPr/>
            <p:nvPr/>
          </p:nvSpPr>
          <p:spPr>
            <a:xfrm>
              <a:off x="7021136" y="3641028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260497FD-92DD-7F7A-E890-2D9EB5178964}"/>
                </a:ext>
              </a:extLst>
            </p:cNvPr>
            <p:cNvSpPr/>
            <p:nvPr/>
          </p:nvSpPr>
          <p:spPr>
            <a:xfrm>
              <a:off x="7334838" y="3173763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F5D3119C-E99C-1130-F59E-21E1D4F66841}"/>
                </a:ext>
              </a:extLst>
            </p:cNvPr>
            <p:cNvSpPr/>
            <p:nvPr/>
          </p:nvSpPr>
          <p:spPr>
            <a:xfrm>
              <a:off x="9925393" y="3065424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DA540804-4655-F1B6-CAE4-59839D52842C}"/>
                </a:ext>
              </a:extLst>
            </p:cNvPr>
            <p:cNvSpPr/>
            <p:nvPr/>
          </p:nvSpPr>
          <p:spPr>
            <a:xfrm>
              <a:off x="7188861" y="2858816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BBF1BD13-4FB4-5BFA-07FF-9AEA14FE7DF2}"/>
                </a:ext>
              </a:extLst>
            </p:cNvPr>
            <p:cNvSpPr/>
            <p:nvPr/>
          </p:nvSpPr>
          <p:spPr>
            <a:xfrm>
              <a:off x="5385193" y="3201541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A0795C5A-04D2-9778-51F5-2041F48DF305}"/>
                </a:ext>
              </a:extLst>
            </p:cNvPr>
            <p:cNvSpPr/>
            <p:nvPr/>
          </p:nvSpPr>
          <p:spPr>
            <a:xfrm>
              <a:off x="7047205" y="3036621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9AA9D3BF-1981-29A9-7B9F-3812FDB1FACE}"/>
                </a:ext>
              </a:extLst>
            </p:cNvPr>
            <p:cNvSpPr/>
            <p:nvPr/>
          </p:nvSpPr>
          <p:spPr>
            <a:xfrm>
              <a:off x="9458961" y="2795708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0D2A4C4A-5FA5-CEC9-D6C7-CAAB48431A33}"/>
                </a:ext>
              </a:extLst>
            </p:cNvPr>
            <p:cNvSpPr/>
            <p:nvPr/>
          </p:nvSpPr>
          <p:spPr>
            <a:xfrm>
              <a:off x="6306247" y="3562881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4A15E86C-9567-F4B6-DF56-7F7FC2DB0D71}"/>
                </a:ext>
              </a:extLst>
            </p:cNvPr>
            <p:cNvSpPr/>
            <p:nvPr/>
          </p:nvSpPr>
          <p:spPr>
            <a:xfrm>
              <a:off x="7244748" y="3875799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A33C87E5-6403-88BE-90C9-8502E5D2EC22}"/>
                </a:ext>
              </a:extLst>
            </p:cNvPr>
            <p:cNvSpPr/>
            <p:nvPr/>
          </p:nvSpPr>
          <p:spPr>
            <a:xfrm>
              <a:off x="6930918" y="5185228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CF52A504-C587-10C0-409E-7303E124147F}"/>
                </a:ext>
              </a:extLst>
            </p:cNvPr>
            <p:cNvSpPr/>
            <p:nvPr/>
          </p:nvSpPr>
          <p:spPr>
            <a:xfrm>
              <a:off x="8639639" y="3608563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344B0F3E-CC99-9DFD-B376-E68A6A0EF60C}"/>
                </a:ext>
              </a:extLst>
            </p:cNvPr>
            <p:cNvSpPr/>
            <p:nvPr/>
          </p:nvSpPr>
          <p:spPr>
            <a:xfrm>
              <a:off x="7622748" y="3114385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472A0FB7-A462-08B8-B064-C3355CE10411}"/>
                </a:ext>
              </a:extLst>
            </p:cNvPr>
            <p:cNvSpPr/>
            <p:nvPr/>
          </p:nvSpPr>
          <p:spPr>
            <a:xfrm>
              <a:off x="5671616" y="2830941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BD4E8E31-B868-AFF2-34BD-9316ACCE59FB}"/>
                </a:ext>
              </a:extLst>
            </p:cNvPr>
            <p:cNvSpPr/>
            <p:nvPr/>
          </p:nvSpPr>
          <p:spPr>
            <a:xfrm>
              <a:off x="5221480" y="3455842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05F59DF7-B3E8-B44B-2561-7A0F90EBADCE}"/>
                </a:ext>
              </a:extLst>
            </p:cNvPr>
            <p:cNvSpPr/>
            <p:nvPr/>
          </p:nvSpPr>
          <p:spPr>
            <a:xfrm>
              <a:off x="9158164" y="3604969"/>
              <a:ext cx="333391" cy="111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1" name="Picture 6" descr="Gaussian filter, or Gaussian blur — Librow — Digital LCD dashboards for  cars and boats">
            <a:extLst>
              <a:ext uri="{FF2B5EF4-FFF2-40B4-BE49-F238E27FC236}">
                <a16:creationId xmlns:a16="http://schemas.microsoft.com/office/drawing/2014/main" id="{4E301685-DA7A-B395-B796-508B773DC7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57" y="3765868"/>
            <a:ext cx="3064494" cy="1599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" name="Picture 6" descr="Gaussian filter, or Gaussian blur — Librow — Digital LCD dashboards for  cars and boats">
            <a:extLst>
              <a:ext uri="{FF2B5EF4-FFF2-40B4-BE49-F238E27FC236}">
                <a16:creationId xmlns:a16="http://schemas.microsoft.com/office/drawing/2014/main" id="{504AC581-17C2-06D6-E539-B5E2571DAE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2440" y="3521430"/>
            <a:ext cx="2857554" cy="1599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37FFF926-4086-B472-DF58-15F2319D06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356" y="2806059"/>
            <a:ext cx="4250694" cy="431888"/>
          </a:xfrm>
          <a:prstGeom prst="rect">
            <a:avLst/>
          </a:prstGeom>
        </p:spPr>
      </p:pic>
      <p:grpSp>
        <p:nvGrpSpPr>
          <p:cNvPr id="99" name="Group 98">
            <a:extLst>
              <a:ext uri="{FF2B5EF4-FFF2-40B4-BE49-F238E27FC236}">
                <a16:creationId xmlns:a16="http://schemas.microsoft.com/office/drawing/2014/main" id="{BE4CFCF5-0F42-ECBE-2C34-DD90F1D60393}"/>
              </a:ext>
            </a:extLst>
          </p:cNvPr>
          <p:cNvGrpSpPr/>
          <p:nvPr/>
        </p:nvGrpSpPr>
        <p:grpSpPr>
          <a:xfrm>
            <a:off x="7540470" y="3365099"/>
            <a:ext cx="4377544" cy="2472347"/>
            <a:chOff x="7550685" y="3262446"/>
            <a:chExt cx="4377544" cy="2472347"/>
          </a:xfrm>
        </p:grpSpPr>
        <p:pic>
          <p:nvPicPr>
            <p:cNvPr id="96" name="Picture 95" descr="Discrete Latent Spaces: Generative AI II - Synthesis AI">
              <a:extLst>
                <a:ext uri="{FF2B5EF4-FFF2-40B4-BE49-F238E27FC236}">
                  <a16:creationId xmlns:a16="http://schemas.microsoft.com/office/drawing/2014/main" id="{3AAFE938-6991-0D35-EA50-BDABAAC9B5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50686" y="3262446"/>
              <a:ext cx="4377543" cy="24723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7" name="Picture 6" descr="Beginner Chess Strategy: 5 Must-Know Tips - by GM Noël Studer">
              <a:extLst>
                <a:ext uri="{FF2B5EF4-FFF2-40B4-BE49-F238E27FC236}">
                  <a16:creationId xmlns:a16="http://schemas.microsoft.com/office/drawing/2014/main" id="{17188883-1F32-81EA-A9C4-457BE5A387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50685" y="3340581"/>
              <a:ext cx="966585" cy="9570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8" name="Picture 6" descr="Beginner Chess Strategy: 5 Must-Know Tips - by GM Noël Studer">
              <a:extLst>
                <a:ext uri="{FF2B5EF4-FFF2-40B4-BE49-F238E27FC236}">
                  <a16:creationId xmlns:a16="http://schemas.microsoft.com/office/drawing/2014/main" id="{EDFA54FA-36C4-C14D-9495-3E14F3351C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56464" y="3340581"/>
              <a:ext cx="966585" cy="9570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0" name="Picture 99">
            <a:extLst>
              <a:ext uri="{FF2B5EF4-FFF2-40B4-BE49-F238E27FC236}">
                <a16:creationId xmlns:a16="http://schemas.microsoft.com/office/drawing/2014/main" id="{BF527F33-50EE-3295-45A5-94C2BC8226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2703" y="2806059"/>
            <a:ext cx="1943100" cy="355600"/>
          </a:xfrm>
          <a:prstGeom prst="rect">
            <a:avLst/>
          </a:prstGeom>
        </p:spPr>
      </p:pic>
      <p:sp>
        <p:nvSpPr>
          <p:cNvPr id="101" name="TextBox 100">
            <a:extLst>
              <a:ext uri="{FF2B5EF4-FFF2-40B4-BE49-F238E27FC236}">
                <a16:creationId xmlns:a16="http://schemas.microsoft.com/office/drawing/2014/main" id="{74F28852-ADD9-8A7B-6A2D-C62BB7625E2A}"/>
              </a:ext>
            </a:extLst>
          </p:cNvPr>
          <p:cNvSpPr txBox="1"/>
          <p:nvPr/>
        </p:nvSpPr>
        <p:spPr>
          <a:xfrm>
            <a:off x="1710475" y="2758962"/>
            <a:ext cx="603050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EM: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D9656E2-C2B2-5D70-EDE4-ABA438DB6DAC}"/>
              </a:ext>
            </a:extLst>
          </p:cNvPr>
          <p:cNvSpPr txBox="1"/>
          <p:nvPr/>
        </p:nvSpPr>
        <p:spPr>
          <a:xfrm>
            <a:off x="6766940" y="2837337"/>
            <a:ext cx="724365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VAE:</a:t>
            </a:r>
          </a:p>
        </p:txBody>
      </p:sp>
      <p:pic>
        <p:nvPicPr>
          <p:cNvPr id="174" name="Picture 6" descr="7 Ways To Conquer The Chicken And Egg Problem | Idea Usher">
            <a:extLst>
              <a:ext uri="{FF2B5EF4-FFF2-40B4-BE49-F238E27FC236}">
                <a16:creationId xmlns:a16="http://schemas.microsoft.com/office/drawing/2014/main" id="{DA087AF1-DF6A-D283-5AE9-806BBEB036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clrChange>
              <a:clrFrom>
                <a:srgbClr val="C9E3FF"/>
              </a:clrFrom>
              <a:clrTo>
                <a:srgbClr val="C9E3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33" t="11776" r="27972" b="17153"/>
          <a:stretch/>
        </p:blipFill>
        <p:spPr bwMode="auto">
          <a:xfrm>
            <a:off x="6369050" y="684717"/>
            <a:ext cx="1654712" cy="1161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5" name="Cloud 174">
            <a:extLst>
              <a:ext uri="{FF2B5EF4-FFF2-40B4-BE49-F238E27FC236}">
                <a16:creationId xmlns:a16="http://schemas.microsoft.com/office/drawing/2014/main" id="{328913B1-4886-2013-56F7-E5E1946D2C0B}"/>
              </a:ext>
            </a:extLst>
          </p:cNvPr>
          <p:cNvSpPr/>
          <p:nvPr/>
        </p:nvSpPr>
        <p:spPr>
          <a:xfrm>
            <a:off x="8085370" y="-491369"/>
            <a:ext cx="4621427" cy="2351423"/>
          </a:xfrm>
          <a:prstGeom prst="cloud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EDA496FB-169C-C365-6DF2-5E5B54767E00}"/>
              </a:ext>
            </a:extLst>
          </p:cNvPr>
          <p:cNvSpPr txBox="1"/>
          <p:nvPr/>
        </p:nvSpPr>
        <p:spPr>
          <a:xfrm>
            <a:off x="8697928" y="374223"/>
            <a:ext cx="3494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What’s the chicken and egg</a:t>
            </a:r>
          </a:p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Problem in VAE? 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179" name="Picture 6" descr="7 Ways To Conquer The Chicken And Egg Problem | Idea Usher">
            <a:extLst>
              <a:ext uri="{FF2B5EF4-FFF2-40B4-BE49-F238E27FC236}">
                <a16:creationId xmlns:a16="http://schemas.microsoft.com/office/drawing/2014/main" id="{3BAF1258-C9AC-28FC-9598-F53D1272A6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clrChange>
              <a:clrFrom>
                <a:srgbClr val="C9E3FF"/>
              </a:clrFrom>
              <a:clrTo>
                <a:srgbClr val="C9E3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33" t="11776" r="27972" b="17153"/>
          <a:stretch/>
        </p:blipFill>
        <p:spPr bwMode="auto">
          <a:xfrm>
            <a:off x="399147" y="1000119"/>
            <a:ext cx="2351789" cy="1650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0" name="TextBox 179">
            <a:extLst>
              <a:ext uri="{FF2B5EF4-FFF2-40B4-BE49-F238E27FC236}">
                <a16:creationId xmlns:a16="http://schemas.microsoft.com/office/drawing/2014/main" id="{6B96E8F6-2EFE-B255-2DF9-43DF26F2BA95}"/>
              </a:ext>
            </a:extLst>
          </p:cNvPr>
          <p:cNvSpPr txBox="1"/>
          <p:nvPr/>
        </p:nvSpPr>
        <p:spPr>
          <a:xfrm>
            <a:off x="5548932" y="3733004"/>
            <a:ext cx="67839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dirty="0">
                <a:latin typeface="Arial Rounded MT Bold" panose="020F0704030504030204" pitchFamily="34" charset="77"/>
              </a:rPr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2616450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7F815F-D0F8-9AD8-2381-878DBF88C9C3}"/>
              </a:ext>
            </a:extLst>
          </p:cNvPr>
          <p:cNvSpPr txBox="1"/>
          <p:nvPr/>
        </p:nvSpPr>
        <p:spPr>
          <a:xfrm>
            <a:off x="5189149" y="3244334"/>
            <a:ext cx="1317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77"/>
                <a:ea typeface="+mn-ea"/>
                <a:cs typeface="+mn-cs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19298593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1978ED-85A5-A352-D136-4E366BFC7765}"/>
              </a:ext>
            </a:extLst>
          </p:cNvPr>
          <p:cNvSpPr txBox="1"/>
          <p:nvPr/>
        </p:nvSpPr>
        <p:spPr>
          <a:xfrm>
            <a:off x="276411" y="260293"/>
            <a:ext cx="1498359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Multivariate</a:t>
            </a: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DD31B9E6-2997-BFB8-EA55-CD18BE3A3795}"/>
              </a:ext>
            </a:extLst>
          </p:cNvPr>
          <p:cNvSpPr/>
          <p:nvPr/>
        </p:nvSpPr>
        <p:spPr>
          <a:xfrm>
            <a:off x="2186786" y="2636214"/>
            <a:ext cx="9810582" cy="3440576"/>
          </a:xfrm>
          <a:prstGeom prst="parallelogram">
            <a:avLst>
              <a:gd name="adj" fmla="val 9432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15F77A4-17F4-C115-F279-14034E4D2608}"/>
              </a:ext>
            </a:extLst>
          </p:cNvPr>
          <p:cNvSpPr/>
          <p:nvPr/>
        </p:nvSpPr>
        <p:spPr>
          <a:xfrm>
            <a:off x="6998582" y="4468688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FA6B622-36A2-1BBA-18BE-B2A423BE7E83}"/>
              </a:ext>
            </a:extLst>
          </p:cNvPr>
          <p:cNvSpPr/>
          <p:nvPr/>
        </p:nvSpPr>
        <p:spPr>
          <a:xfrm>
            <a:off x="4896207" y="3815582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0123CCB-AA64-2733-ADBD-52840AA6E34E}"/>
              </a:ext>
            </a:extLst>
          </p:cNvPr>
          <p:cNvSpPr/>
          <p:nvPr/>
        </p:nvSpPr>
        <p:spPr>
          <a:xfrm>
            <a:off x="5817261" y="4285906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082E167-3D9C-8DF3-9B49-75FE4FFC4834}"/>
              </a:ext>
            </a:extLst>
          </p:cNvPr>
          <p:cNvSpPr/>
          <p:nvPr/>
        </p:nvSpPr>
        <p:spPr>
          <a:xfrm>
            <a:off x="5008311" y="4520811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875E6ED-5935-3EFA-A8AB-F40DC0EC0028}"/>
              </a:ext>
            </a:extLst>
          </p:cNvPr>
          <p:cNvSpPr/>
          <p:nvPr/>
        </p:nvSpPr>
        <p:spPr>
          <a:xfrm>
            <a:off x="6998582" y="4665443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D1EAA9B-51FF-9871-BF1B-18ECC6761807}"/>
              </a:ext>
            </a:extLst>
          </p:cNvPr>
          <p:cNvSpPr/>
          <p:nvPr/>
        </p:nvSpPr>
        <p:spPr>
          <a:xfrm>
            <a:off x="7479118" y="4727334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4981484-CE20-9981-62FE-C4CB47205F0C}"/>
              </a:ext>
            </a:extLst>
          </p:cNvPr>
          <p:cNvSpPr/>
          <p:nvPr/>
        </p:nvSpPr>
        <p:spPr>
          <a:xfrm>
            <a:off x="5572727" y="4979057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AC6C0E2-6784-18AA-F295-C584A327D818}"/>
              </a:ext>
            </a:extLst>
          </p:cNvPr>
          <p:cNvSpPr/>
          <p:nvPr/>
        </p:nvSpPr>
        <p:spPr>
          <a:xfrm>
            <a:off x="8021829" y="4629385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A178223-12BB-E866-B5AF-6D4F113222B1}"/>
              </a:ext>
            </a:extLst>
          </p:cNvPr>
          <p:cNvSpPr/>
          <p:nvPr/>
        </p:nvSpPr>
        <p:spPr>
          <a:xfrm>
            <a:off x="7166307" y="3883231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4B91345-78B5-B02E-CD19-88E6697AB5A7}"/>
              </a:ext>
            </a:extLst>
          </p:cNvPr>
          <p:cNvSpPr/>
          <p:nvPr/>
        </p:nvSpPr>
        <p:spPr>
          <a:xfrm>
            <a:off x="7312422" y="4093592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13E119E-D119-B82E-86AF-9321A0EB6FB7}"/>
              </a:ext>
            </a:extLst>
          </p:cNvPr>
          <p:cNvSpPr/>
          <p:nvPr/>
        </p:nvSpPr>
        <p:spPr>
          <a:xfrm>
            <a:off x="7024651" y="4061037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1E76AC9-FAAC-CC9B-528B-60BF7F8C1A9F}"/>
              </a:ext>
            </a:extLst>
          </p:cNvPr>
          <p:cNvSpPr/>
          <p:nvPr/>
        </p:nvSpPr>
        <p:spPr>
          <a:xfrm>
            <a:off x="9436407" y="3820124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01D7AF1-6894-494F-7997-A1D97D46DB0F}"/>
              </a:ext>
            </a:extLst>
          </p:cNvPr>
          <p:cNvSpPr/>
          <p:nvPr/>
        </p:nvSpPr>
        <p:spPr>
          <a:xfrm>
            <a:off x="6741658" y="4787135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3D74526-B15E-FC41-6300-09B2D52AB489}"/>
              </a:ext>
            </a:extLst>
          </p:cNvPr>
          <p:cNvSpPr/>
          <p:nvPr/>
        </p:nvSpPr>
        <p:spPr>
          <a:xfrm>
            <a:off x="5671098" y="4440163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22A7E75-DA6E-66DD-F6EC-BF6D0D43C056}"/>
              </a:ext>
            </a:extLst>
          </p:cNvPr>
          <p:cNvSpPr/>
          <p:nvPr/>
        </p:nvSpPr>
        <p:spPr>
          <a:xfrm>
            <a:off x="6040873" y="4520677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2E0C4A3-6712-F17F-AE26-241E7B5E91B9}"/>
              </a:ext>
            </a:extLst>
          </p:cNvPr>
          <p:cNvSpPr/>
          <p:nvPr/>
        </p:nvSpPr>
        <p:spPr>
          <a:xfrm>
            <a:off x="4896207" y="4777243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128E6C1-0972-9576-EC05-9B96276982AB}"/>
              </a:ext>
            </a:extLst>
          </p:cNvPr>
          <p:cNvSpPr/>
          <p:nvPr/>
        </p:nvSpPr>
        <p:spPr>
          <a:xfrm>
            <a:off x="7222194" y="4900215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C8E78C3-A020-3855-E9CB-CE6A6CB4DC5E}"/>
              </a:ext>
            </a:extLst>
          </p:cNvPr>
          <p:cNvSpPr/>
          <p:nvPr/>
        </p:nvSpPr>
        <p:spPr>
          <a:xfrm>
            <a:off x="7702730" y="4962106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201D4BC-0D07-E61A-EC6E-C8260A3C5E65}"/>
              </a:ext>
            </a:extLst>
          </p:cNvPr>
          <p:cNvSpPr/>
          <p:nvPr/>
        </p:nvSpPr>
        <p:spPr>
          <a:xfrm>
            <a:off x="4519324" y="5281713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CD48E61-DF69-8376-0814-BEB35531FC5E}"/>
              </a:ext>
            </a:extLst>
          </p:cNvPr>
          <p:cNvSpPr/>
          <p:nvPr/>
        </p:nvSpPr>
        <p:spPr>
          <a:xfrm>
            <a:off x="8785047" y="4891272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783F831-4AA2-687D-6AB2-85D2372BD743}"/>
              </a:ext>
            </a:extLst>
          </p:cNvPr>
          <p:cNvSpPr/>
          <p:nvPr/>
        </p:nvSpPr>
        <p:spPr>
          <a:xfrm>
            <a:off x="7389919" y="4118003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10313D0-78ED-073B-A17F-1199158E5775}"/>
              </a:ext>
            </a:extLst>
          </p:cNvPr>
          <p:cNvSpPr/>
          <p:nvPr/>
        </p:nvSpPr>
        <p:spPr>
          <a:xfrm>
            <a:off x="7536035" y="4328363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A52D9C4-388A-33CA-CE8D-A5D305E91D5C}"/>
              </a:ext>
            </a:extLst>
          </p:cNvPr>
          <p:cNvSpPr/>
          <p:nvPr/>
        </p:nvSpPr>
        <p:spPr>
          <a:xfrm>
            <a:off x="7248263" y="4295808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8E3338A-9C05-7151-4E2C-85E4E117F839}"/>
              </a:ext>
            </a:extLst>
          </p:cNvPr>
          <p:cNvSpPr/>
          <p:nvPr/>
        </p:nvSpPr>
        <p:spPr>
          <a:xfrm>
            <a:off x="9660019" y="4054895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F0CBB7E-5324-DE93-55F6-164E9CFF4DC4}"/>
              </a:ext>
            </a:extLst>
          </p:cNvPr>
          <p:cNvSpPr/>
          <p:nvPr/>
        </p:nvSpPr>
        <p:spPr>
          <a:xfrm>
            <a:off x="6365454" y="4068615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17061AC-5CD1-7AA0-6F03-6B648B644DFE}"/>
              </a:ext>
            </a:extLst>
          </p:cNvPr>
          <p:cNvSpPr/>
          <p:nvPr/>
        </p:nvSpPr>
        <p:spPr>
          <a:xfrm>
            <a:off x="6845990" y="4130505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15EDCD3-59A8-11F1-7B22-051D75EE81F4}"/>
              </a:ext>
            </a:extLst>
          </p:cNvPr>
          <p:cNvSpPr/>
          <p:nvPr/>
        </p:nvSpPr>
        <p:spPr>
          <a:xfrm>
            <a:off x="7388701" y="4032556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8E88D33-D075-57B1-2A03-6D8780CDB536}"/>
              </a:ext>
            </a:extLst>
          </p:cNvPr>
          <p:cNvSpPr/>
          <p:nvPr/>
        </p:nvSpPr>
        <p:spPr>
          <a:xfrm>
            <a:off x="6533179" y="3286403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7390108-0257-A063-02D5-C29E5E8DD2E9}"/>
              </a:ext>
            </a:extLst>
          </p:cNvPr>
          <p:cNvSpPr/>
          <p:nvPr/>
        </p:nvSpPr>
        <p:spPr>
          <a:xfrm>
            <a:off x="6679295" y="3496763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5460E35-C3C1-F09E-E813-6FD812B5FF43}"/>
              </a:ext>
            </a:extLst>
          </p:cNvPr>
          <p:cNvSpPr/>
          <p:nvPr/>
        </p:nvSpPr>
        <p:spPr>
          <a:xfrm>
            <a:off x="6391523" y="3464208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CEF457E-0DCC-B154-4DB6-3176CDE6E6B7}"/>
              </a:ext>
            </a:extLst>
          </p:cNvPr>
          <p:cNvSpPr/>
          <p:nvPr/>
        </p:nvSpPr>
        <p:spPr>
          <a:xfrm>
            <a:off x="8803279" y="3223295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7C44821-6A08-9D5E-1142-DF68D03B6ED5}"/>
              </a:ext>
            </a:extLst>
          </p:cNvPr>
          <p:cNvSpPr/>
          <p:nvPr/>
        </p:nvSpPr>
        <p:spPr>
          <a:xfrm>
            <a:off x="5650565" y="3990468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93A03B4-2682-E9F2-928F-47206D72EFFC}"/>
              </a:ext>
            </a:extLst>
          </p:cNvPr>
          <p:cNvSpPr/>
          <p:nvPr/>
        </p:nvSpPr>
        <p:spPr>
          <a:xfrm>
            <a:off x="6589066" y="4303386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4D1CD0D-E363-CFAA-403F-5C272C92D52F}"/>
              </a:ext>
            </a:extLst>
          </p:cNvPr>
          <p:cNvSpPr/>
          <p:nvPr/>
        </p:nvSpPr>
        <p:spPr>
          <a:xfrm>
            <a:off x="6275236" y="5612815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A7F2EF1-0D9D-0D18-673B-E6E7DEA617A1}"/>
              </a:ext>
            </a:extLst>
          </p:cNvPr>
          <p:cNvSpPr/>
          <p:nvPr/>
        </p:nvSpPr>
        <p:spPr>
          <a:xfrm>
            <a:off x="7612314" y="4267327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8C8EFF3-863B-8F03-0A73-BB1CCE7455EF}"/>
              </a:ext>
            </a:extLst>
          </p:cNvPr>
          <p:cNvSpPr/>
          <p:nvPr/>
        </p:nvSpPr>
        <p:spPr>
          <a:xfrm>
            <a:off x="6967066" y="3541972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3C780C3-9DC3-7EC4-E4E5-F960DEB82498}"/>
              </a:ext>
            </a:extLst>
          </p:cNvPr>
          <p:cNvSpPr/>
          <p:nvPr/>
        </p:nvSpPr>
        <p:spPr>
          <a:xfrm>
            <a:off x="6902907" y="3731534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C029E12-D404-C625-D90B-DC0FE080306B}"/>
              </a:ext>
            </a:extLst>
          </p:cNvPr>
          <p:cNvSpPr/>
          <p:nvPr/>
        </p:nvSpPr>
        <p:spPr>
          <a:xfrm>
            <a:off x="6615135" y="3698979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66C2E4F3-3E8A-331C-2785-67B4132D4E52}"/>
              </a:ext>
            </a:extLst>
          </p:cNvPr>
          <p:cNvSpPr/>
          <p:nvPr/>
        </p:nvSpPr>
        <p:spPr>
          <a:xfrm>
            <a:off x="8502482" y="4032556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6FC77DD-42C4-7590-842E-4E82CF1C006F}"/>
              </a:ext>
            </a:extLst>
          </p:cNvPr>
          <p:cNvSpPr/>
          <p:nvPr/>
        </p:nvSpPr>
        <p:spPr>
          <a:xfrm>
            <a:off x="7654264" y="4041101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269D35F-1FA7-4B3D-DC59-3246010C8F3C}"/>
              </a:ext>
            </a:extLst>
          </p:cNvPr>
          <p:cNvSpPr/>
          <p:nvPr/>
        </p:nvSpPr>
        <p:spPr>
          <a:xfrm>
            <a:off x="5551889" y="3387995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512215C-9B92-D273-B347-7D64EF4C45ED}"/>
              </a:ext>
            </a:extLst>
          </p:cNvPr>
          <p:cNvSpPr/>
          <p:nvPr/>
        </p:nvSpPr>
        <p:spPr>
          <a:xfrm>
            <a:off x="6472943" y="3858319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072B1AE-C3EA-2D08-4576-8D72F7A4EE36}"/>
              </a:ext>
            </a:extLst>
          </p:cNvPr>
          <p:cNvSpPr/>
          <p:nvPr/>
        </p:nvSpPr>
        <p:spPr>
          <a:xfrm>
            <a:off x="5663993" y="4093224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64E0535-9825-6927-2B54-B0142D6DC053}"/>
              </a:ext>
            </a:extLst>
          </p:cNvPr>
          <p:cNvSpPr/>
          <p:nvPr/>
        </p:nvSpPr>
        <p:spPr>
          <a:xfrm>
            <a:off x="7654264" y="4237856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22D4A865-F5DE-87E1-5260-1DBFAAAFEB69}"/>
              </a:ext>
            </a:extLst>
          </p:cNvPr>
          <p:cNvSpPr/>
          <p:nvPr/>
        </p:nvSpPr>
        <p:spPr>
          <a:xfrm>
            <a:off x="8134800" y="4299747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3773F4A-5F69-38B8-DA37-D34F3B514A41}"/>
              </a:ext>
            </a:extLst>
          </p:cNvPr>
          <p:cNvSpPr/>
          <p:nvPr/>
        </p:nvSpPr>
        <p:spPr>
          <a:xfrm>
            <a:off x="6228409" y="4551470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5E580FC-FAA8-968F-C85A-B68367B6C306}"/>
              </a:ext>
            </a:extLst>
          </p:cNvPr>
          <p:cNvSpPr/>
          <p:nvPr/>
        </p:nvSpPr>
        <p:spPr>
          <a:xfrm>
            <a:off x="8677511" y="4201798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A36338C0-4C1C-BA93-A05F-43FCEF339E85}"/>
              </a:ext>
            </a:extLst>
          </p:cNvPr>
          <p:cNvSpPr/>
          <p:nvPr/>
        </p:nvSpPr>
        <p:spPr>
          <a:xfrm>
            <a:off x="7821989" y="3455644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75961D15-28F5-77F1-1B7D-176867A17340}"/>
              </a:ext>
            </a:extLst>
          </p:cNvPr>
          <p:cNvSpPr/>
          <p:nvPr/>
        </p:nvSpPr>
        <p:spPr>
          <a:xfrm>
            <a:off x="7968104" y="3666005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4C241804-FD3D-0C75-B9B8-511CD384A934}"/>
              </a:ext>
            </a:extLst>
          </p:cNvPr>
          <p:cNvSpPr/>
          <p:nvPr/>
        </p:nvSpPr>
        <p:spPr>
          <a:xfrm>
            <a:off x="7680333" y="3633450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A761DC73-E252-4DBE-E1C1-BEADD3B4026E}"/>
              </a:ext>
            </a:extLst>
          </p:cNvPr>
          <p:cNvSpPr/>
          <p:nvPr/>
        </p:nvSpPr>
        <p:spPr>
          <a:xfrm>
            <a:off x="10092089" y="3392537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8D84FCDD-DCF3-F242-A39E-4AD353DC5760}"/>
              </a:ext>
            </a:extLst>
          </p:cNvPr>
          <p:cNvSpPr/>
          <p:nvPr/>
        </p:nvSpPr>
        <p:spPr>
          <a:xfrm>
            <a:off x="7397340" y="4359548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6BBACE60-B788-6091-0D04-62C7209F5CEA}"/>
              </a:ext>
            </a:extLst>
          </p:cNvPr>
          <p:cNvSpPr/>
          <p:nvPr/>
        </p:nvSpPr>
        <p:spPr>
          <a:xfrm>
            <a:off x="5690568" y="3789936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1BD67AE1-5EB7-F2A1-16D5-47E4855DDB98}"/>
              </a:ext>
            </a:extLst>
          </p:cNvPr>
          <p:cNvSpPr/>
          <p:nvPr/>
        </p:nvSpPr>
        <p:spPr>
          <a:xfrm>
            <a:off x="6696555" y="4093090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0A272C0A-F132-B279-8F83-A0FB6B8E47C7}"/>
              </a:ext>
            </a:extLst>
          </p:cNvPr>
          <p:cNvSpPr/>
          <p:nvPr/>
        </p:nvSpPr>
        <p:spPr>
          <a:xfrm>
            <a:off x="3884745" y="4742326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5634E330-3C66-66BE-D7E8-523D3AF3DCE6}"/>
              </a:ext>
            </a:extLst>
          </p:cNvPr>
          <p:cNvSpPr/>
          <p:nvPr/>
        </p:nvSpPr>
        <p:spPr>
          <a:xfrm>
            <a:off x="7877876" y="4472628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1817E320-D1C8-3941-1F3F-915A3ED7D198}"/>
              </a:ext>
            </a:extLst>
          </p:cNvPr>
          <p:cNvSpPr/>
          <p:nvPr/>
        </p:nvSpPr>
        <p:spPr>
          <a:xfrm>
            <a:off x="8358412" y="4534519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AFE541D7-F04E-F450-F65D-9DD93B54C0BB}"/>
              </a:ext>
            </a:extLst>
          </p:cNvPr>
          <p:cNvSpPr/>
          <p:nvPr/>
        </p:nvSpPr>
        <p:spPr>
          <a:xfrm>
            <a:off x="5175006" y="4854126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52084488-2062-5414-D78E-453E7B084592}"/>
              </a:ext>
            </a:extLst>
          </p:cNvPr>
          <p:cNvSpPr/>
          <p:nvPr/>
        </p:nvSpPr>
        <p:spPr>
          <a:xfrm>
            <a:off x="9440729" y="4463685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CFC1ECD1-6A74-76E6-EB36-F54A76199156}"/>
              </a:ext>
            </a:extLst>
          </p:cNvPr>
          <p:cNvSpPr/>
          <p:nvPr/>
        </p:nvSpPr>
        <p:spPr>
          <a:xfrm>
            <a:off x="8070640" y="2992829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235E745C-0EF6-8D32-ED71-709D3D43E8AB}"/>
              </a:ext>
            </a:extLst>
          </p:cNvPr>
          <p:cNvSpPr/>
          <p:nvPr/>
        </p:nvSpPr>
        <p:spPr>
          <a:xfrm>
            <a:off x="8191717" y="3900776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D0485F31-18EF-7464-2F56-23340242BAE9}"/>
              </a:ext>
            </a:extLst>
          </p:cNvPr>
          <p:cNvSpPr/>
          <p:nvPr/>
        </p:nvSpPr>
        <p:spPr>
          <a:xfrm>
            <a:off x="7903945" y="3868221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595D66EA-F661-7395-007A-3B5F3C7DD2C8}"/>
              </a:ext>
            </a:extLst>
          </p:cNvPr>
          <p:cNvSpPr/>
          <p:nvPr/>
        </p:nvSpPr>
        <p:spPr>
          <a:xfrm>
            <a:off x="10315701" y="3627308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CE3C330C-91B3-4E8D-C75E-644AE740CFC9}"/>
              </a:ext>
            </a:extLst>
          </p:cNvPr>
          <p:cNvSpPr/>
          <p:nvPr/>
        </p:nvSpPr>
        <p:spPr>
          <a:xfrm>
            <a:off x="7021136" y="3641028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CEF88718-AFE2-6420-AC54-9E6F4EF0BBED}"/>
              </a:ext>
            </a:extLst>
          </p:cNvPr>
          <p:cNvSpPr/>
          <p:nvPr/>
        </p:nvSpPr>
        <p:spPr>
          <a:xfrm>
            <a:off x="7334838" y="3173763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43593FCB-4631-1DC0-E2F4-C333B1ACF7FD}"/>
              </a:ext>
            </a:extLst>
          </p:cNvPr>
          <p:cNvSpPr/>
          <p:nvPr/>
        </p:nvSpPr>
        <p:spPr>
          <a:xfrm>
            <a:off x="9925393" y="3065424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D03F0FAA-B818-FD79-42DA-C77550255946}"/>
              </a:ext>
            </a:extLst>
          </p:cNvPr>
          <p:cNvSpPr/>
          <p:nvPr/>
        </p:nvSpPr>
        <p:spPr>
          <a:xfrm>
            <a:off x="7188861" y="2858816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A13DAD46-7E9A-00DE-E76C-14D596811B4F}"/>
              </a:ext>
            </a:extLst>
          </p:cNvPr>
          <p:cNvSpPr/>
          <p:nvPr/>
        </p:nvSpPr>
        <p:spPr>
          <a:xfrm>
            <a:off x="5385193" y="3201541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A182A1B3-7897-E75E-DB7C-36037AF3A53F}"/>
              </a:ext>
            </a:extLst>
          </p:cNvPr>
          <p:cNvSpPr/>
          <p:nvPr/>
        </p:nvSpPr>
        <p:spPr>
          <a:xfrm>
            <a:off x="7047205" y="3036621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1C2334EF-A1D5-0927-0AC5-239B99BD63EC}"/>
              </a:ext>
            </a:extLst>
          </p:cNvPr>
          <p:cNvSpPr/>
          <p:nvPr/>
        </p:nvSpPr>
        <p:spPr>
          <a:xfrm>
            <a:off x="9458961" y="2795708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2710D54B-F3CE-08C9-7389-470D649A7543}"/>
              </a:ext>
            </a:extLst>
          </p:cNvPr>
          <p:cNvSpPr/>
          <p:nvPr/>
        </p:nvSpPr>
        <p:spPr>
          <a:xfrm>
            <a:off x="6306247" y="3562881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7A5A52E8-AC1C-769B-5A84-482D42F7B9C6}"/>
              </a:ext>
            </a:extLst>
          </p:cNvPr>
          <p:cNvSpPr/>
          <p:nvPr/>
        </p:nvSpPr>
        <p:spPr>
          <a:xfrm>
            <a:off x="7244748" y="3875799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E01B644A-75EE-3674-3CE3-AE5C807D8114}"/>
              </a:ext>
            </a:extLst>
          </p:cNvPr>
          <p:cNvSpPr/>
          <p:nvPr/>
        </p:nvSpPr>
        <p:spPr>
          <a:xfrm>
            <a:off x="6930918" y="5185228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B00902F8-B5FF-1D5D-7C96-A7605B6F349D}"/>
              </a:ext>
            </a:extLst>
          </p:cNvPr>
          <p:cNvSpPr/>
          <p:nvPr/>
        </p:nvSpPr>
        <p:spPr>
          <a:xfrm>
            <a:off x="8639639" y="3608563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26C22DF8-1325-B204-F702-18533618C7B3}"/>
              </a:ext>
            </a:extLst>
          </p:cNvPr>
          <p:cNvSpPr/>
          <p:nvPr/>
        </p:nvSpPr>
        <p:spPr>
          <a:xfrm>
            <a:off x="7622748" y="3114385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1760A932-CA06-9037-6854-EBC2512CC075}"/>
              </a:ext>
            </a:extLst>
          </p:cNvPr>
          <p:cNvSpPr/>
          <p:nvPr/>
        </p:nvSpPr>
        <p:spPr>
          <a:xfrm>
            <a:off x="5671616" y="2830941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F6760DB2-D829-C037-E8D8-01AC6A0176F7}"/>
              </a:ext>
            </a:extLst>
          </p:cNvPr>
          <p:cNvSpPr/>
          <p:nvPr/>
        </p:nvSpPr>
        <p:spPr>
          <a:xfrm>
            <a:off x="5221480" y="3455842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821C69E7-BD69-F626-7DD5-7758A575F498}"/>
              </a:ext>
            </a:extLst>
          </p:cNvPr>
          <p:cNvSpPr/>
          <p:nvPr/>
        </p:nvSpPr>
        <p:spPr>
          <a:xfrm>
            <a:off x="9158164" y="3604969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336620E-15BE-629C-CCDF-5C80A1C516EA}"/>
              </a:ext>
            </a:extLst>
          </p:cNvPr>
          <p:cNvSpPr txBox="1"/>
          <p:nvPr/>
        </p:nvSpPr>
        <p:spPr>
          <a:xfrm>
            <a:off x="2177853" y="187460"/>
            <a:ext cx="9205277" cy="8699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Arial Rounded MT Bold" panose="020F0704030504030204" pitchFamily="34" charset="77"/>
              </a:rPr>
              <a:t>Now, satellite </a:t>
            </a:r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cannot</a:t>
            </a:r>
            <a:r>
              <a:rPr lang="en-US" dirty="0">
                <a:latin typeface="Arial Rounded MT Bold" panose="020F0704030504030204" pitchFamily="34" charset="77"/>
              </a:rPr>
              <a:t> see the bee colors. </a:t>
            </a:r>
            <a:br>
              <a:rPr lang="en-US" dirty="0">
                <a:latin typeface="Arial Rounded MT Bold" panose="020F0704030504030204" pitchFamily="34" charset="77"/>
              </a:rPr>
            </a:br>
            <a:r>
              <a:rPr lang="en-US" dirty="0">
                <a:latin typeface="Arial Rounded MT Bold" panose="020F0704030504030204" pitchFamily="34" charset="77"/>
              </a:rPr>
              <a:t>		</a:t>
            </a:r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Possible to still color each bee and find the 2 bee hive locations?</a:t>
            </a:r>
          </a:p>
        </p:txBody>
      </p:sp>
      <p:pic>
        <p:nvPicPr>
          <p:cNvPr id="73734" name="Picture 6" descr="7 Ways To Conquer The Chicken And Egg Problem | Idea Usher">
            <a:extLst>
              <a:ext uri="{FF2B5EF4-FFF2-40B4-BE49-F238E27FC236}">
                <a16:creationId xmlns:a16="http://schemas.microsoft.com/office/drawing/2014/main" id="{89D6349E-CD91-8985-CE3B-46E26AAC33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C9E3FF"/>
              </a:clrFrom>
              <a:clrTo>
                <a:srgbClr val="C9E3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33" t="11776" r="27972" b="17153"/>
          <a:stretch/>
        </p:blipFill>
        <p:spPr bwMode="auto">
          <a:xfrm>
            <a:off x="399147" y="1000119"/>
            <a:ext cx="3630263" cy="2548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128A4C3-C4CD-5CCF-7435-7934BD91B400}"/>
              </a:ext>
            </a:extLst>
          </p:cNvPr>
          <p:cNvSpPr txBox="1"/>
          <p:nvPr/>
        </p:nvSpPr>
        <p:spPr>
          <a:xfrm>
            <a:off x="596562" y="3496763"/>
            <a:ext cx="27519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Do you see the chicken</a:t>
            </a:r>
          </a:p>
          <a:p>
            <a:r>
              <a:rPr lang="en-US" dirty="0">
                <a:latin typeface="Arial Rounded MT Bold" panose="020F0704030504030204" pitchFamily="34" charset="77"/>
              </a:rPr>
              <a:t>and egg problem here?</a:t>
            </a:r>
          </a:p>
        </p:txBody>
      </p:sp>
      <p:sp>
        <p:nvSpPr>
          <p:cNvPr id="19" name="Down Arrow 18">
            <a:extLst>
              <a:ext uri="{FF2B5EF4-FFF2-40B4-BE49-F238E27FC236}">
                <a16:creationId xmlns:a16="http://schemas.microsoft.com/office/drawing/2014/main" id="{6A59ADDA-95AA-D920-B250-934624F55497}"/>
              </a:ext>
            </a:extLst>
          </p:cNvPr>
          <p:cNvSpPr/>
          <p:nvPr/>
        </p:nvSpPr>
        <p:spPr>
          <a:xfrm>
            <a:off x="1716533" y="4201798"/>
            <a:ext cx="448384" cy="461472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8FA5AF4-2004-2871-E07A-B2B222FD425A}"/>
              </a:ext>
            </a:extLst>
          </p:cNvPr>
          <p:cNvSpPr txBox="1"/>
          <p:nvPr/>
        </p:nvSpPr>
        <p:spPr>
          <a:xfrm>
            <a:off x="542712" y="4711060"/>
            <a:ext cx="2660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Motivates the popular </a:t>
            </a:r>
          </a:p>
          <a:p>
            <a:pPr algn="ctr"/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EM algorithm</a:t>
            </a:r>
          </a:p>
        </p:txBody>
      </p:sp>
    </p:spTree>
    <p:extLst>
      <p:ext uri="{BB962C8B-B14F-4D97-AF65-F5344CB8AC3E}">
        <p14:creationId xmlns:p14="http://schemas.microsoft.com/office/powerpoint/2010/main" val="11503694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1978ED-85A5-A352-D136-4E366BFC7765}"/>
              </a:ext>
            </a:extLst>
          </p:cNvPr>
          <p:cNvSpPr txBox="1"/>
          <p:nvPr/>
        </p:nvSpPr>
        <p:spPr>
          <a:xfrm>
            <a:off x="276411" y="260293"/>
            <a:ext cx="1498359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Multivariate</a:t>
            </a: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DD31B9E6-2997-BFB8-EA55-CD18BE3A3795}"/>
              </a:ext>
            </a:extLst>
          </p:cNvPr>
          <p:cNvSpPr/>
          <p:nvPr/>
        </p:nvSpPr>
        <p:spPr>
          <a:xfrm>
            <a:off x="2186786" y="2636214"/>
            <a:ext cx="9810582" cy="3440576"/>
          </a:xfrm>
          <a:prstGeom prst="parallelogram">
            <a:avLst>
              <a:gd name="adj" fmla="val 9432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15F77A4-17F4-C115-F279-14034E4D2608}"/>
              </a:ext>
            </a:extLst>
          </p:cNvPr>
          <p:cNvSpPr/>
          <p:nvPr/>
        </p:nvSpPr>
        <p:spPr>
          <a:xfrm>
            <a:off x="6998582" y="4468688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FA6B622-36A2-1BBA-18BE-B2A423BE7E83}"/>
              </a:ext>
            </a:extLst>
          </p:cNvPr>
          <p:cNvSpPr/>
          <p:nvPr/>
        </p:nvSpPr>
        <p:spPr>
          <a:xfrm>
            <a:off x="4896207" y="3815582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0123CCB-AA64-2733-ADBD-52840AA6E34E}"/>
              </a:ext>
            </a:extLst>
          </p:cNvPr>
          <p:cNvSpPr/>
          <p:nvPr/>
        </p:nvSpPr>
        <p:spPr>
          <a:xfrm>
            <a:off x="5817261" y="4285906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082E167-3D9C-8DF3-9B49-75FE4FFC4834}"/>
              </a:ext>
            </a:extLst>
          </p:cNvPr>
          <p:cNvSpPr/>
          <p:nvPr/>
        </p:nvSpPr>
        <p:spPr>
          <a:xfrm>
            <a:off x="5008311" y="4520811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875E6ED-5935-3EFA-A8AB-F40DC0EC0028}"/>
              </a:ext>
            </a:extLst>
          </p:cNvPr>
          <p:cNvSpPr/>
          <p:nvPr/>
        </p:nvSpPr>
        <p:spPr>
          <a:xfrm>
            <a:off x="6998582" y="4665443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D1EAA9B-51FF-9871-BF1B-18ECC6761807}"/>
              </a:ext>
            </a:extLst>
          </p:cNvPr>
          <p:cNvSpPr/>
          <p:nvPr/>
        </p:nvSpPr>
        <p:spPr>
          <a:xfrm>
            <a:off x="7479118" y="4727334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4981484-CE20-9981-62FE-C4CB47205F0C}"/>
              </a:ext>
            </a:extLst>
          </p:cNvPr>
          <p:cNvSpPr/>
          <p:nvPr/>
        </p:nvSpPr>
        <p:spPr>
          <a:xfrm>
            <a:off x="5572727" y="4979057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AC6C0E2-6784-18AA-F295-C584A327D818}"/>
              </a:ext>
            </a:extLst>
          </p:cNvPr>
          <p:cNvSpPr/>
          <p:nvPr/>
        </p:nvSpPr>
        <p:spPr>
          <a:xfrm>
            <a:off x="8021829" y="4629385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A178223-12BB-E866-B5AF-6D4F113222B1}"/>
              </a:ext>
            </a:extLst>
          </p:cNvPr>
          <p:cNvSpPr/>
          <p:nvPr/>
        </p:nvSpPr>
        <p:spPr>
          <a:xfrm>
            <a:off x="7166307" y="3883231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4B91345-78B5-B02E-CD19-88E6697AB5A7}"/>
              </a:ext>
            </a:extLst>
          </p:cNvPr>
          <p:cNvSpPr/>
          <p:nvPr/>
        </p:nvSpPr>
        <p:spPr>
          <a:xfrm>
            <a:off x="7312422" y="4093592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13E119E-D119-B82E-86AF-9321A0EB6FB7}"/>
              </a:ext>
            </a:extLst>
          </p:cNvPr>
          <p:cNvSpPr/>
          <p:nvPr/>
        </p:nvSpPr>
        <p:spPr>
          <a:xfrm>
            <a:off x="7024651" y="4061037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1E76AC9-FAAC-CC9B-528B-60BF7F8C1A9F}"/>
              </a:ext>
            </a:extLst>
          </p:cNvPr>
          <p:cNvSpPr/>
          <p:nvPr/>
        </p:nvSpPr>
        <p:spPr>
          <a:xfrm>
            <a:off x="9436407" y="3820124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01D7AF1-6894-494F-7997-A1D97D46DB0F}"/>
              </a:ext>
            </a:extLst>
          </p:cNvPr>
          <p:cNvSpPr/>
          <p:nvPr/>
        </p:nvSpPr>
        <p:spPr>
          <a:xfrm>
            <a:off x="6741658" y="4787135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3D74526-B15E-FC41-6300-09B2D52AB489}"/>
              </a:ext>
            </a:extLst>
          </p:cNvPr>
          <p:cNvSpPr/>
          <p:nvPr/>
        </p:nvSpPr>
        <p:spPr>
          <a:xfrm>
            <a:off x="5671098" y="4440163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22A7E75-DA6E-66DD-F6EC-BF6D0D43C056}"/>
              </a:ext>
            </a:extLst>
          </p:cNvPr>
          <p:cNvSpPr/>
          <p:nvPr/>
        </p:nvSpPr>
        <p:spPr>
          <a:xfrm>
            <a:off x="6040873" y="4520677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2E0C4A3-6712-F17F-AE26-241E7B5E91B9}"/>
              </a:ext>
            </a:extLst>
          </p:cNvPr>
          <p:cNvSpPr/>
          <p:nvPr/>
        </p:nvSpPr>
        <p:spPr>
          <a:xfrm>
            <a:off x="4896207" y="4777243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128E6C1-0972-9576-EC05-9B96276982AB}"/>
              </a:ext>
            </a:extLst>
          </p:cNvPr>
          <p:cNvSpPr/>
          <p:nvPr/>
        </p:nvSpPr>
        <p:spPr>
          <a:xfrm>
            <a:off x="7222194" y="4900215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C8E78C3-A020-3855-E9CB-CE6A6CB4DC5E}"/>
              </a:ext>
            </a:extLst>
          </p:cNvPr>
          <p:cNvSpPr/>
          <p:nvPr/>
        </p:nvSpPr>
        <p:spPr>
          <a:xfrm>
            <a:off x="7702730" y="4962106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201D4BC-0D07-E61A-EC6E-C8260A3C5E65}"/>
              </a:ext>
            </a:extLst>
          </p:cNvPr>
          <p:cNvSpPr/>
          <p:nvPr/>
        </p:nvSpPr>
        <p:spPr>
          <a:xfrm>
            <a:off x="4519324" y="5281713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CD48E61-DF69-8376-0814-BEB35531FC5E}"/>
              </a:ext>
            </a:extLst>
          </p:cNvPr>
          <p:cNvSpPr/>
          <p:nvPr/>
        </p:nvSpPr>
        <p:spPr>
          <a:xfrm>
            <a:off x="8785047" y="4891272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783F831-4AA2-687D-6AB2-85D2372BD743}"/>
              </a:ext>
            </a:extLst>
          </p:cNvPr>
          <p:cNvSpPr/>
          <p:nvPr/>
        </p:nvSpPr>
        <p:spPr>
          <a:xfrm>
            <a:off x="7389919" y="4118003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10313D0-78ED-073B-A17F-1199158E5775}"/>
              </a:ext>
            </a:extLst>
          </p:cNvPr>
          <p:cNvSpPr/>
          <p:nvPr/>
        </p:nvSpPr>
        <p:spPr>
          <a:xfrm>
            <a:off x="7536035" y="4328363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A52D9C4-388A-33CA-CE8D-A5D305E91D5C}"/>
              </a:ext>
            </a:extLst>
          </p:cNvPr>
          <p:cNvSpPr/>
          <p:nvPr/>
        </p:nvSpPr>
        <p:spPr>
          <a:xfrm>
            <a:off x="7248263" y="4295808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8E3338A-9C05-7151-4E2C-85E4E117F839}"/>
              </a:ext>
            </a:extLst>
          </p:cNvPr>
          <p:cNvSpPr/>
          <p:nvPr/>
        </p:nvSpPr>
        <p:spPr>
          <a:xfrm>
            <a:off x="9660019" y="4054895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F0CBB7E-5324-DE93-55F6-164E9CFF4DC4}"/>
              </a:ext>
            </a:extLst>
          </p:cNvPr>
          <p:cNvSpPr/>
          <p:nvPr/>
        </p:nvSpPr>
        <p:spPr>
          <a:xfrm>
            <a:off x="6365454" y="4068615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17061AC-5CD1-7AA0-6F03-6B648B644DFE}"/>
              </a:ext>
            </a:extLst>
          </p:cNvPr>
          <p:cNvSpPr/>
          <p:nvPr/>
        </p:nvSpPr>
        <p:spPr>
          <a:xfrm>
            <a:off x="6845990" y="4130505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15EDCD3-59A8-11F1-7B22-051D75EE81F4}"/>
              </a:ext>
            </a:extLst>
          </p:cNvPr>
          <p:cNvSpPr/>
          <p:nvPr/>
        </p:nvSpPr>
        <p:spPr>
          <a:xfrm>
            <a:off x="7388701" y="4032556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8E88D33-D075-57B1-2A03-6D8780CDB536}"/>
              </a:ext>
            </a:extLst>
          </p:cNvPr>
          <p:cNvSpPr/>
          <p:nvPr/>
        </p:nvSpPr>
        <p:spPr>
          <a:xfrm>
            <a:off x="6533179" y="3286403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7390108-0257-A063-02D5-C29E5E8DD2E9}"/>
              </a:ext>
            </a:extLst>
          </p:cNvPr>
          <p:cNvSpPr/>
          <p:nvPr/>
        </p:nvSpPr>
        <p:spPr>
          <a:xfrm>
            <a:off x="6679295" y="3496763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5460E35-C3C1-F09E-E813-6FD812B5FF43}"/>
              </a:ext>
            </a:extLst>
          </p:cNvPr>
          <p:cNvSpPr/>
          <p:nvPr/>
        </p:nvSpPr>
        <p:spPr>
          <a:xfrm>
            <a:off x="6391523" y="3464208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CEF457E-0DCC-B154-4DB6-3176CDE6E6B7}"/>
              </a:ext>
            </a:extLst>
          </p:cNvPr>
          <p:cNvSpPr/>
          <p:nvPr/>
        </p:nvSpPr>
        <p:spPr>
          <a:xfrm>
            <a:off x="8803279" y="3223295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7C44821-6A08-9D5E-1142-DF68D03B6ED5}"/>
              </a:ext>
            </a:extLst>
          </p:cNvPr>
          <p:cNvSpPr/>
          <p:nvPr/>
        </p:nvSpPr>
        <p:spPr>
          <a:xfrm>
            <a:off x="5650565" y="3990468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93A03B4-2682-E9F2-928F-47206D72EFFC}"/>
              </a:ext>
            </a:extLst>
          </p:cNvPr>
          <p:cNvSpPr/>
          <p:nvPr/>
        </p:nvSpPr>
        <p:spPr>
          <a:xfrm>
            <a:off x="6589066" y="4303386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4D1CD0D-E363-CFAA-403F-5C272C92D52F}"/>
              </a:ext>
            </a:extLst>
          </p:cNvPr>
          <p:cNvSpPr/>
          <p:nvPr/>
        </p:nvSpPr>
        <p:spPr>
          <a:xfrm>
            <a:off x="6275236" y="5612815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A7F2EF1-0D9D-0D18-673B-E6E7DEA617A1}"/>
              </a:ext>
            </a:extLst>
          </p:cNvPr>
          <p:cNvSpPr/>
          <p:nvPr/>
        </p:nvSpPr>
        <p:spPr>
          <a:xfrm>
            <a:off x="7612314" y="4267327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8C8EFF3-863B-8F03-0A73-BB1CCE7455EF}"/>
              </a:ext>
            </a:extLst>
          </p:cNvPr>
          <p:cNvSpPr/>
          <p:nvPr/>
        </p:nvSpPr>
        <p:spPr>
          <a:xfrm>
            <a:off x="6967066" y="3541972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3C780C3-9DC3-7EC4-E4E5-F960DEB82498}"/>
              </a:ext>
            </a:extLst>
          </p:cNvPr>
          <p:cNvSpPr/>
          <p:nvPr/>
        </p:nvSpPr>
        <p:spPr>
          <a:xfrm>
            <a:off x="6902907" y="3731534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C029E12-D404-C625-D90B-DC0FE080306B}"/>
              </a:ext>
            </a:extLst>
          </p:cNvPr>
          <p:cNvSpPr/>
          <p:nvPr/>
        </p:nvSpPr>
        <p:spPr>
          <a:xfrm>
            <a:off x="6615135" y="3698979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66C2E4F3-3E8A-331C-2785-67B4132D4E52}"/>
              </a:ext>
            </a:extLst>
          </p:cNvPr>
          <p:cNvSpPr/>
          <p:nvPr/>
        </p:nvSpPr>
        <p:spPr>
          <a:xfrm>
            <a:off x="8502482" y="4032556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6FC77DD-42C4-7590-842E-4E82CF1C006F}"/>
              </a:ext>
            </a:extLst>
          </p:cNvPr>
          <p:cNvSpPr/>
          <p:nvPr/>
        </p:nvSpPr>
        <p:spPr>
          <a:xfrm>
            <a:off x="7654264" y="4041101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269D35F-1FA7-4B3D-DC59-3246010C8F3C}"/>
              </a:ext>
            </a:extLst>
          </p:cNvPr>
          <p:cNvSpPr/>
          <p:nvPr/>
        </p:nvSpPr>
        <p:spPr>
          <a:xfrm>
            <a:off x="5551889" y="3387995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512215C-9B92-D273-B347-7D64EF4C45ED}"/>
              </a:ext>
            </a:extLst>
          </p:cNvPr>
          <p:cNvSpPr/>
          <p:nvPr/>
        </p:nvSpPr>
        <p:spPr>
          <a:xfrm>
            <a:off x="6472943" y="3858319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072B1AE-C3EA-2D08-4576-8D72F7A4EE36}"/>
              </a:ext>
            </a:extLst>
          </p:cNvPr>
          <p:cNvSpPr/>
          <p:nvPr/>
        </p:nvSpPr>
        <p:spPr>
          <a:xfrm>
            <a:off x="5663993" y="4093224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64E0535-9825-6927-2B54-B0142D6DC053}"/>
              </a:ext>
            </a:extLst>
          </p:cNvPr>
          <p:cNvSpPr/>
          <p:nvPr/>
        </p:nvSpPr>
        <p:spPr>
          <a:xfrm>
            <a:off x="7654264" y="4237856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22D4A865-F5DE-87E1-5260-1DBFAAAFEB69}"/>
              </a:ext>
            </a:extLst>
          </p:cNvPr>
          <p:cNvSpPr/>
          <p:nvPr/>
        </p:nvSpPr>
        <p:spPr>
          <a:xfrm>
            <a:off x="8134800" y="4299747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3773F4A-5F69-38B8-DA37-D34F3B514A41}"/>
              </a:ext>
            </a:extLst>
          </p:cNvPr>
          <p:cNvSpPr/>
          <p:nvPr/>
        </p:nvSpPr>
        <p:spPr>
          <a:xfrm>
            <a:off x="6228409" y="4551470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5E580FC-FAA8-968F-C85A-B68367B6C306}"/>
              </a:ext>
            </a:extLst>
          </p:cNvPr>
          <p:cNvSpPr/>
          <p:nvPr/>
        </p:nvSpPr>
        <p:spPr>
          <a:xfrm>
            <a:off x="8677511" y="4201798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A36338C0-4C1C-BA93-A05F-43FCEF339E85}"/>
              </a:ext>
            </a:extLst>
          </p:cNvPr>
          <p:cNvSpPr/>
          <p:nvPr/>
        </p:nvSpPr>
        <p:spPr>
          <a:xfrm>
            <a:off x="7821989" y="3455644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75961D15-28F5-77F1-1B7D-176867A17340}"/>
              </a:ext>
            </a:extLst>
          </p:cNvPr>
          <p:cNvSpPr/>
          <p:nvPr/>
        </p:nvSpPr>
        <p:spPr>
          <a:xfrm>
            <a:off x="7968104" y="3666005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4C241804-FD3D-0C75-B9B8-511CD384A934}"/>
              </a:ext>
            </a:extLst>
          </p:cNvPr>
          <p:cNvSpPr/>
          <p:nvPr/>
        </p:nvSpPr>
        <p:spPr>
          <a:xfrm>
            <a:off x="7680333" y="3633450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A761DC73-E252-4DBE-E1C1-BEADD3B4026E}"/>
              </a:ext>
            </a:extLst>
          </p:cNvPr>
          <p:cNvSpPr/>
          <p:nvPr/>
        </p:nvSpPr>
        <p:spPr>
          <a:xfrm>
            <a:off x="10092089" y="3392537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8D84FCDD-DCF3-F242-A39E-4AD353DC5760}"/>
              </a:ext>
            </a:extLst>
          </p:cNvPr>
          <p:cNvSpPr/>
          <p:nvPr/>
        </p:nvSpPr>
        <p:spPr>
          <a:xfrm>
            <a:off x="7397340" y="4359548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6BBACE60-B788-6091-0D04-62C7209F5CEA}"/>
              </a:ext>
            </a:extLst>
          </p:cNvPr>
          <p:cNvSpPr/>
          <p:nvPr/>
        </p:nvSpPr>
        <p:spPr>
          <a:xfrm>
            <a:off x="5690568" y="3789936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1BD67AE1-5EB7-F2A1-16D5-47E4855DDB98}"/>
              </a:ext>
            </a:extLst>
          </p:cNvPr>
          <p:cNvSpPr/>
          <p:nvPr/>
        </p:nvSpPr>
        <p:spPr>
          <a:xfrm>
            <a:off x="6696555" y="4093090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0A272C0A-F132-B279-8F83-A0FB6B8E47C7}"/>
              </a:ext>
            </a:extLst>
          </p:cNvPr>
          <p:cNvSpPr/>
          <p:nvPr/>
        </p:nvSpPr>
        <p:spPr>
          <a:xfrm>
            <a:off x="3884745" y="4742326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5634E330-3C66-66BE-D7E8-523D3AF3DCE6}"/>
              </a:ext>
            </a:extLst>
          </p:cNvPr>
          <p:cNvSpPr/>
          <p:nvPr/>
        </p:nvSpPr>
        <p:spPr>
          <a:xfrm>
            <a:off x="7877876" y="4472628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1817E320-D1C8-3941-1F3F-915A3ED7D198}"/>
              </a:ext>
            </a:extLst>
          </p:cNvPr>
          <p:cNvSpPr/>
          <p:nvPr/>
        </p:nvSpPr>
        <p:spPr>
          <a:xfrm>
            <a:off x="8358412" y="4534519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AFE541D7-F04E-F450-F65D-9DD93B54C0BB}"/>
              </a:ext>
            </a:extLst>
          </p:cNvPr>
          <p:cNvSpPr/>
          <p:nvPr/>
        </p:nvSpPr>
        <p:spPr>
          <a:xfrm>
            <a:off x="5175006" y="4854126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52084488-2062-5414-D78E-453E7B084592}"/>
              </a:ext>
            </a:extLst>
          </p:cNvPr>
          <p:cNvSpPr/>
          <p:nvPr/>
        </p:nvSpPr>
        <p:spPr>
          <a:xfrm>
            <a:off x="9440729" y="4463685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CFC1ECD1-6A74-76E6-EB36-F54A76199156}"/>
              </a:ext>
            </a:extLst>
          </p:cNvPr>
          <p:cNvSpPr/>
          <p:nvPr/>
        </p:nvSpPr>
        <p:spPr>
          <a:xfrm>
            <a:off x="8070640" y="2992829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235E745C-0EF6-8D32-ED71-709D3D43E8AB}"/>
              </a:ext>
            </a:extLst>
          </p:cNvPr>
          <p:cNvSpPr/>
          <p:nvPr/>
        </p:nvSpPr>
        <p:spPr>
          <a:xfrm>
            <a:off x="8191717" y="3900776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D0485F31-18EF-7464-2F56-23340242BAE9}"/>
              </a:ext>
            </a:extLst>
          </p:cNvPr>
          <p:cNvSpPr/>
          <p:nvPr/>
        </p:nvSpPr>
        <p:spPr>
          <a:xfrm>
            <a:off x="7903945" y="3868221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595D66EA-F661-7395-007A-3B5F3C7DD2C8}"/>
              </a:ext>
            </a:extLst>
          </p:cNvPr>
          <p:cNvSpPr/>
          <p:nvPr/>
        </p:nvSpPr>
        <p:spPr>
          <a:xfrm>
            <a:off x="10315701" y="3627308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CE3C330C-91B3-4E8D-C75E-644AE740CFC9}"/>
              </a:ext>
            </a:extLst>
          </p:cNvPr>
          <p:cNvSpPr/>
          <p:nvPr/>
        </p:nvSpPr>
        <p:spPr>
          <a:xfrm>
            <a:off x="7021136" y="3641028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CEF88718-AFE2-6420-AC54-9E6F4EF0BBED}"/>
              </a:ext>
            </a:extLst>
          </p:cNvPr>
          <p:cNvSpPr/>
          <p:nvPr/>
        </p:nvSpPr>
        <p:spPr>
          <a:xfrm>
            <a:off x="7334838" y="3173763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43593FCB-4631-1DC0-E2F4-C333B1ACF7FD}"/>
              </a:ext>
            </a:extLst>
          </p:cNvPr>
          <p:cNvSpPr/>
          <p:nvPr/>
        </p:nvSpPr>
        <p:spPr>
          <a:xfrm>
            <a:off x="9925393" y="3065424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D03F0FAA-B818-FD79-42DA-C77550255946}"/>
              </a:ext>
            </a:extLst>
          </p:cNvPr>
          <p:cNvSpPr/>
          <p:nvPr/>
        </p:nvSpPr>
        <p:spPr>
          <a:xfrm>
            <a:off x="7188861" y="2858816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A13DAD46-7E9A-00DE-E76C-14D596811B4F}"/>
              </a:ext>
            </a:extLst>
          </p:cNvPr>
          <p:cNvSpPr/>
          <p:nvPr/>
        </p:nvSpPr>
        <p:spPr>
          <a:xfrm>
            <a:off x="5385193" y="3201541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A182A1B3-7897-E75E-DB7C-36037AF3A53F}"/>
              </a:ext>
            </a:extLst>
          </p:cNvPr>
          <p:cNvSpPr/>
          <p:nvPr/>
        </p:nvSpPr>
        <p:spPr>
          <a:xfrm>
            <a:off x="7047205" y="3036621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1C2334EF-A1D5-0927-0AC5-239B99BD63EC}"/>
              </a:ext>
            </a:extLst>
          </p:cNvPr>
          <p:cNvSpPr/>
          <p:nvPr/>
        </p:nvSpPr>
        <p:spPr>
          <a:xfrm>
            <a:off x="9458961" y="2795708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2710D54B-F3CE-08C9-7389-470D649A7543}"/>
              </a:ext>
            </a:extLst>
          </p:cNvPr>
          <p:cNvSpPr/>
          <p:nvPr/>
        </p:nvSpPr>
        <p:spPr>
          <a:xfrm>
            <a:off x="6306247" y="3562881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7A5A52E8-AC1C-769B-5A84-482D42F7B9C6}"/>
              </a:ext>
            </a:extLst>
          </p:cNvPr>
          <p:cNvSpPr/>
          <p:nvPr/>
        </p:nvSpPr>
        <p:spPr>
          <a:xfrm>
            <a:off x="7244748" y="3875799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E01B644A-75EE-3674-3CE3-AE5C807D8114}"/>
              </a:ext>
            </a:extLst>
          </p:cNvPr>
          <p:cNvSpPr/>
          <p:nvPr/>
        </p:nvSpPr>
        <p:spPr>
          <a:xfrm>
            <a:off x="6930918" y="5185228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B00902F8-B5FF-1D5D-7C96-A7605B6F349D}"/>
              </a:ext>
            </a:extLst>
          </p:cNvPr>
          <p:cNvSpPr/>
          <p:nvPr/>
        </p:nvSpPr>
        <p:spPr>
          <a:xfrm>
            <a:off x="8639639" y="3608563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26C22DF8-1325-B204-F702-18533618C7B3}"/>
              </a:ext>
            </a:extLst>
          </p:cNvPr>
          <p:cNvSpPr/>
          <p:nvPr/>
        </p:nvSpPr>
        <p:spPr>
          <a:xfrm>
            <a:off x="7622748" y="3114385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1760A932-CA06-9037-6854-EBC2512CC075}"/>
              </a:ext>
            </a:extLst>
          </p:cNvPr>
          <p:cNvSpPr/>
          <p:nvPr/>
        </p:nvSpPr>
        <p:spPr>
          <a:xfrm>
            <a:off x="5671616" y="2830941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F6760DB2-D829-C037-E8D8-01AC6A0176F7}"/>
              </a:ext>
            </a:extLst>
          </p:cNvPr>
          <p:cNvSpPr/>
          <p:nvPr/>
        </p:nvSpPr>
        <p:spPr>
          <a:xfrm>
            <a:off x="5221480" y="3455842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821C69E7-BD69-F626-7DD5-7758A575F498}"/>
              </a:ext>
            </a:extLst>
          </p:cNvPr>
          <p:cNvSpPr/>
          <p:nvPr/>
        </p:nvSpPr>
        <p:spPr>
          <a:xfrm>
            <a:off x="9158164" y="3604969"/>
            <a:ext cx="333391" cy="111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00CD9B-59A6-2529-54FC-4BDD0338A67F}"/>
              </a:ext>
            </a:extLst>
          </p:cNvPr>
          <p:cNvSpPr txBox="1"/>
          <p:nvPr/>
        </p:nvSpPr>
        <p:spPr>
          <a:xfrm>
            <a:off x="254962" y="903315"/>
            <a:ext cx="30396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latin typeface="Arial Rounded MT Bold" panose="020F0704030504030204" pitchFamily="34" charset="77"/>
              </a:rPr>
              <a:t>Brute force?</a:t>
            </a:r>
          </a:p>
          <a:p>
            <a:pPr marL="342900" indent="-342900">
              <a:buAutoNum type="arabicPeriod"/>
            </a:pPr>
            <a:r>
              <a:rPr lang="en-US" dirty="0">
                <a:latin typeface="Arial Rounded MT Bold" panose="020F0704030504030204" pitchFamily="34" charset="77"/>
              </a:rPr>
              <a:t>K-means </a:t>
            </a:r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 then MLE?</a:t>
            </a:r>
          </a:p>
          <a:p>
            <a:pPr marL="342900" indent="-342900">
              <a:buAutoNum type="arabicPeriod"/>
            </a:pPr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Other ideas?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93D8D9-8B15-5DA1-95BA-1A024DC20ABB}"/>
              </a:ext>
            </a:extLst>
          </p:cNvPr>
          <p:cNvSpPr txBox="1"/>
          <p:nvPr/>
        </p:nvSpPr>
        <p:spPr>
          <a:xfrm>
            <a:off x="2177853" y="187460"/>
            <a:ext cx="9302098" cy="4544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Arial Rounded MT Bold" panose="020F0704030504030204" pitchFamily="34" charset="77"/>
              </a:rPr>
              <a:t>Now, satellite </a:t>
            </a:r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cannot</a:t>
            </a:r>
            <a:r>
              <a:rPr lang="en-US" dirty="0">
                <a:latin typeface="Arial Rounded MT Bold" panose="020F0704030504030204" pitchFamily="34" charset="77"/>
              </a:rPr>
              <a:t> see the bee colors. </a:t>
            </a:r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Possible to still find 2 bee hive locations?</a:t>
            </a:r>
          </a:p>
        </p:txBody>
      </p:sp>
    </p:spTree>
    <p:extLst>
      <p:ext uri="{BB962C8B-B14F-4D97-AF65-F5344CB8AC3E}">
        <p14:creationId xmlns:p14="http://schemas.microsoft.com/office/powerpoint/2010/main" val="8502118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82E09-FA3F-4E45-3EB8-E8F294BE7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689A2D5-FFF7-953D-E955-30A31FEE732D}"/>
              </a:ext>
            </a:extLst>
          </p:cNvPr>
          <p:cNvSpPr txBox="1"/>
          <p:nvPr/>
        </p:nvSpPr>
        <p:spPr>
          <a:xfrm>
            <a:off x="276411" y="260293"/>
            <a:ext cx="3595536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Expectation Maximization (EM)</a:t>
            </a: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CFA20AF2-85A6-3757-9688-5D204122B2B0}"/>
              </a:ext>
            </a:extLst>
          </p:cNvPr>
          <p:cNvSpPr/>
          <p:nvPr/>
        </p:nvSpPr>
        <p:spPr>
          <a:xfrm>
            <a:off x="8842933" y="254329"/>
            <a:ext cx="3349067" cy="1103254"/>
          </a:xfrm>
          <a:prstGeom prst="parallelogram">
            <a:avLst>
              <a:gd name="adj" fmla="val 9432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3EBAADD-B314-419A-562D-32C0E8DBB159}"/>
              </a:ext>
            </a:extLst>
          </p:cNvPr>
          <p:cNvSpPr/>
          <p:nvPr/>
        </p:nvSpPr>
        <p:spPr>
          <a:xfrm>
            <a:off x="10485550" y="841930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FE71C1F-63EC-AD74-AE08-05ED4FA770A5}"/>
              </a:ext>
            </a:extLst>
          </p:cNvPr>
          <p:cNvSpPr/>
          <p:nvPr/>
        </p:nvSpPr>
        <p:spPr>
          <a:xfrm>
            <a:off x="9767856" y="632505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F6AEDD1-252E-C8EE-35DA-62F1EA7AA99C}"/>
              </a:ext>
            </a:extLst>
          </p:cNvPr>
          <p:cNvSpPr/>
          <p:nvPr/>
        </p:nvSpPr>
        <p:spPr>
          <a:xfrm>
            <a:off x="10082279" y="783319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5EE9D5D-1D98-1266-7BBF-DF1262B0F855}"/>
              </a:ext>
            </a:extLst>
          </p:cNvPr>
          <p:cNvSpPr/>
          <p:nvPr/>
        </p:nvSpPr>
        <p:spPr>
          <a:xfrm>
            <a:off x="9806125" y="858643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1B24E32-9234-DECE-8A3A-312D7B35F8FD}"/>
              </a:ext>
            </a:extLst>
          </p:cNvPr>
          <p:cNvSpPr/>
          <p:nvPr/>
        </p:nvSpPr>
        <p:spPr>
          <a:xfrm>
            <a:off x="10485550" y="905021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E70E673-0199-6A31-0BAF-55690993C66B}"/>
              </a:ext>
            </a:extLst>
          </p:cNvPr>
          <p:cNvSpPr/>
          <p:nvPr/>
        </p:nvSpPr>
        <p:spPr>
          <a:xfrm>
            <a:off x="10649592" y="924867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803DC95-20BF-BF0A-2B68-E918F5151168}"/>
              </a:ext>
            </a:extLst>
          </p:cNvPr>
          <p:cNvSpPr/>
          <p:nvPr/>
        </p:nvSpPr>
        <p:spPr>
          <a:xfrm>
            <a:off x="9998802" y="1005584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7AA0609-83BF-DA16-4122-6844CB867171}"/>
              </a:ext>
            </a:extLst>
          </p:cNvPr>
          <p:cNvSpPr/>
          <p:nvPr/>
        </p:nvSpPr>
        <p:spPr>
          <a:xfrm>
            <a:off x="10834859" y="893459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2D89CA3-1581-7561-D2DE-70BF12A97E8C}"/>
              </a:ext>
            </a:extLst>
          </p:cNvPr>
          <p:cNvSpPr/>
          <p:nvPr/>
        </p:nvSpPr>
        <p:spPr>
          <a:xfrm>
            <a:off x="10542807" y="654197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6DABACC-A113-2009-57D5-B40D7821237E}"/>
              </a:ext>
            </a:extLst>
          </p:cNvPr>
          <p:cNvSpPr/>
          <p:nvPr/>
        </p:nvSpPr>
        <p:spPr>
          <a:xfrm>
            <a:off x="10592686" y="721651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7DF1F06-BE49-43F5-C90D-EF9B9EF0A797}"/>
              </a:ext>
            </a:extLst>
          </p:cNvPr>
          <p:cNvSpPr/>
          <p:nvPr/>
        </p:nvSpPr>
        <p:spPr>
          <a:xfrm>
            <a:off x="10494449" y="711212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74857CB-29AB-76A4-57D9-741F78DA2566}"/>
              </a:ext>
            </a:extLst>
          </p:cNvPr>
          <p:cNvSpPr/>
          <p:nvPr/>
        </p:nvSpPr>
        <p:spPr>
          <a:xfrm>
            <a:off x="11317757" y="633961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6111D92-C35D-224F-51CE-BCB4AA7AF5EB}"/>
              </a:ext>
            </a:extLst>
          </p:cNvPr>
          <p:cNvSpPr/>
          <p:nvPr/>
        </p:nvSpPr>
        <p:spPr>
          <a:xfrm>
            <a:off x="10397843" y="944043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7E29E5B-8A50-A474-9582-913DD6AED56E}"/>
              </a:ext>
            </a:extLst>
          </p:cNvPr>
          <p:cNvSpPr/>
          <p:nvPr/>
        </p:nvSpPr>
        <p:spPr>
          <a:xfrm>
            <a:off x="10032383" y="832783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F1A7815-EDAB-9DE5-50C5-2A47DC33EB4A}"/>
              </a:ext>
            </a:extLst>
          </p:cNvPr>
          <p:cNvSpPr/>
          <p:nvPr/>
        </p:nvSpPr>
        <p:spPr>
          <a:xfrm>
            <a:off x="10158614" y="858600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351C3C3-82E6-A529-293B-293D16B213CC}"/>
              </a:ext>
            </a:extLst>
          </p:cNvPr>
          <p:cNvSpPr/>
          <p:nvPr/>
        </p:nvSpPr>
        <p:spPr>
          <a:xfrm>
            <a:off x="9767856" y="940871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FF7F833-677A-6862-A020-7986505C9DB2}"/>
              </a:ext>
            </a:extLst>
          </p:cNvPr>
          <p:cNvSpPr/>
          <p:nvPr/>
        </p:nvSpPr>
        <p:spPr>
          <a:xfrm>
            <a:off x="10561885" y="980303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D3E133C-9A12-ED69-933C-761D2FDF164F}"/>
              </a:ext>
            </a:extLst>
          </p:cNvPr>
          <p:cNvSpPr/>
          <p:nvPr/>
        </p:nvSpPr>
        <p:spPr>
          <a:xfrm>
            <a:off x="10725927" y="1000149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2C9FFD6-E8E8-64F2-C21D-7314A0EFEED0}"/>
              </a:ext>
            </a:extLst>
          </p:cNvPr>
          <p:cNvSpPr/>
          <p:nvPr/>
        </p:nvSpPr>
        <p:spPr>
          <a:xfrm>
            <a:off x="9639198" y="1102634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E99AEA8-AD2E-8EDE-14C1-F175DFCEAB84}"/>
              </a:ext>
            </a:extLst>
          </p:cNvPr>
          <p:cNvSpPr/>
          <p:nvPr/>
        </p:nvSpPr>
        <p:spPr>
          <a:xfrm>
            <a:off x="11095401" y="977435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B13E035-82E9-B790-4087-9607DF601CF3}"/>
              </a:ext>
            </a:extLst>
          </p:cNvPr>
          <p:cNvSpPr/>
          <p:nvPr/>
        </p:nvSpPr>
        <p:spPr>
          <a:xfrm>
            <a:off x="10619142" y="729479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7723AEE-B23F-8043-7CEB-A739894231E1}"/>
              </a:ext>
            </a:extLst>
          </p:cNvPr>
          <p:cNvSpPr/>
          <p:nvPr/>
        </p:nvSpPr>
        <p:spPr>
          <a:xfrm>
            <a:off x="10669022" y="796933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3661A54-2D1B-B111-4FF7-F58E3253A83A}"/>
              </a:ext>
            </a:extLst>
          </p:cNvPr>
          <p:cNvSpPr/>
          <p:nvPr/>
        </p:nvSpPr>
        <p:spPr>
          <a:xfrm>
            <a:off x="10570784" y="786494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CA34D7E-08B3-FDA2-5DF1-DB984F366AF0}"/>
              </a:ext>
            </a:extLst>
          </p:cNvPr>
          <p:cNvSpPr/>
          <p:nvPr/>
        </p:nvSpPr>
        <p:spPr>
          <a:xfrm>
            <a:off x="11394092" y="709243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B7545AB-A8E3-52A4-38A0-6AE7EE4E2817}"/>
              </a:ext>
            </a:extLst>
          </p:cNvPr>
          <p:cNvSpPr/>
          <p:nvPr/>
        </p:nvSpPr>
        <p:spPr>
          <a:xfrm>
            <a:off x="10269417" y="713642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177E2FB-55DF-5EF0-882D-0320AFB2CD4A}"/>
              </a:ext>
            </a:extLst>
          </p:cNvPr>
          <p:cNvSpPr/>
          <p:nvPr/>
        </p:nvSpPr>
        <p:spPr>
          <a:xfrm>
            <a:off x="10433459" y="733488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6BDCA97-B32F-4043-47C8-68F55CCC2509}"/>
              </a:ext>
            </a:extLst>
          </p:cNvPr>
          <p:cNvSpPr/>
          <p:nvPr/>
        </p:nvSpPr>
        <p:spPr>
          <a:xfrm>
            <a:off x="10618726" y="702080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8B47620-F901-618C-64A8-9408B9D9FDE2}"/>
              </a:ext>
            </a:extLst>
          </p:cNvPr>
          <p:cNvSpPr/>
          <p:nvPr/>
        </p:nvSpPr>
        <p:spPr>
          <a:xfrm>
            <a:off x="10326674" y="462818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97061E3-A0F3-8AB3-E5AA-14CF27E63B24}"/>
              </a:ext>
            </a:extLst>
          </p:cNvPr>
          <p:cNvSpPr/>
          <p:nvPr/>
        </p:nvSpPr>
        <p:spPr>
          <a:xfrm>
            <a:off x="10376554" y="530272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D271B88-732D-1978-3272-72F266C19181}"/>
              </a:ext>
            </a:extLst>
          </p:cNvPr>
          <p:cNvSpPr/>
          <p:nvPr/>
        </p:nvSpPr>
        <p:spPr>
          <a:xfrm>
            <a:off x="10278316" y="519833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676A386-7061-5C0E-106F-E29A0AC91113}"/>
              </a:ext>
            </a:extLst>
          </p:cNvPr>
          <p:cNvSpPr/>
          <p:nvPr/>
        </p:nvSpPr>
        <p:spPr>
          <a:xfrm>
            <a:off x="11101625" y="442582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AA571FA-E8E1-AD12-CDDC-AE9C1037E7F4}"/>
              </a:ext>
            </a:extLst>
          </p:cNvPr>
          <p:cNvSpPr/>
          <p:nvPr/>
        </p:nvSpPr>
        <p:spPr>
          <a:xfrm>
            <a:off x="10025373" y="688584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266C3E6-43E3-AA7A-8DC6-EDBA5E4EFF86}"/>
              </a:ext>
            </a:extLst>
          </p:cNvPr>
          <p:cNvSpPr/>
          <p:nvPr/>
        </p:nvSpPr>
        <p:spPr>
          <a:xfrm>
            <a:off x="10345752" y="788924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3683BD0-2ADD-CBA1-6292-F844BBC6CD1F}"/>
              </a:ext>
            </a:extLst>
          </p:cNvPr>
          <p:cNvSpPr/>
          <p:nvPr/>
        </p:nvSpPr>
        <p:spPr>
          <a:xfrm>
            <a:off x="10238619" y="1208805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99D5941-6B10-957A-2212-CA617372BB4C}"/>
              </a:ext>
            </a:extLst>
          </p:cNvPr>
          <p:cNvSpPr/>
          <p:nvPr/>
        </p:nvSpPr>
        <p:spPr>
          <a:xfrm>
            <a:off x="10695061" y="777361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B2695F26-84B2-62D2-E2DD-E5D253409123}"/>
              </a:ext>
            </a:extLst>
          </p:cNvPr>
          <p:cNvSpPr/>
          <p:nvPr/>
        </p:nvSpPr>
        <p:spPr>
          <a:xfrm>
            <a:off x="10474791" y="544769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1B7D9396-F49C-0A7B-F379-C73933AA850B}"/>
              </a:ext>
            </a:extLst>
          </p:cNvPr>
          <p:cNvSpPr/>
          <p:nvPr/>
        </p:nvSpPr>
        <p:spPr>
          <a:xfrm>
            <a:off x="10452889" y="605554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0EF6FE6-2E51-E0EB-224A-D8C0DC3B78C0}"/>
              </a:ext>
            </a:extLst>
          </p:cNvPr>
          <p:cNvSpPr/>
          <p:nvPr/>
        </p:nvSpPr>
        <p:spPr>
          <a:xfrm>
            <a:off x="10354651" y="595115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D877B01-767C-7688-3C2D-6BE0BD13ECC3}"/>
              </a:ext>
            </a:extLst>
          </p:cNvPr>
          <p:cNvSpPr/>
          <p:nvPr/>
        </p:nvSpPr>
        <p:spPr>
          <a:xfrm>
            <a:off x="10998941" y="702080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123DC3B-176C-F41B-9A28-38C1825542F5}"/>
              </a:ext>
            </a:extLst>
          </p:cNvPr>
          <p:cNvSpPr/>
          <p:nvPr/>
        </p:nvSpPr>
        <p:spPr>
          <a:xfrm>
            <a:off x="10709382" y="704820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7644F15-B568-14E4-03A9-01CED48889B8}"/>
              </a:ext>
            </a:extLst>
          </p:cNvPr>
          <p:cNvSpPr/>
          <p:nvPr/>
        </p:nvSpPr>
        <p:spPr>
          <a:xfrm>
            <a:off x="9991688" y="495395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2920B07-8A4C-98F4-A63A-837FDC4C7265}"/>
              </a:ext>
            </a:extLst>
          </p:cNvPr>
          <p:cNvSpPr/>
          <p:nvPr/>
        </p:nvSpPr>
        <p:spPr>
          <a:xfrm>
            <a:off x="10306111" y="646209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09EF0E1-EE96-BDB6-2FBB-03A0A6583E84}"/>
              </a:ext>
            </a:extLst>
          </p:cNvPr>
          <p:cNvSpPr/>
          <p:nvPr/>
        </p:nvSpPr>
        <p:spPr>
          <a:xfrm>
            <a:off x="10029957" y="721533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24D84EB-2237-CEB4-E631-E7B89AC54B88}"/>
              </a:ext>
            </a:extLst>
          </p:cNvPr>
          <p:cNvSpPr/>
          <p:nvPr/>
        </p:nvSpPr>
        <p:spPr>
          <a:xfrm>
            <a:off x="10709382" y="767911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40CB9D18-F258-8918-6746-5C3AA52D8C4D}"/>
              </a:ext>
            </a:extLst>
          </p:cNvPr>
          <p:cNvSpPr/>
          <p:nvPr/>
        </p:nvSpPr>
        <p:spPr>
          <a:xfrm>
            <a:off x="10873424" y="787757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7527C98C-2812-6747-4823-8F548316D6F2}"/>
              </a:ext>
            </a:extLst>
          </p:cNvPr>
          <p:cNvSpPr/>
          <p:nvPr/>
        </p:nvSpPr>
        <p:spPr>
          <a:xfrm>
            <a:off x="10222634" y="868474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FD414228-94F0-F0A0-4235-B4467AE01957}"/>
              </a:ext>
            </a:extLst>
          </p:cNvPr>
          <p:cNvSpPr/>
          <p:nvPr/>
        </p:nvSpPr>
        <p:spPr>
          <a:xfrm>
            <a:off x="11058691" y="756349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C372A9C9-452C-F261-B26A-7C852ABA000A}"/>
              </a:ext>
            </a:extLst>
          </p:cNvPr>
          <p:cNvSpPr/>
          <p:nvPr/>
        </p:nvSpPr>
        <p:spPr>
          <a:xfrm>
            <a:off x="10766639" y="517087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298188F-3963-6CCF-5705-BC948514B92D}"/>
              </a:ext>
            </a:extLst>
          </p:cNvPr>
          <p:cNvSpPr/>
          <p:nvPr/>
        </p:nvSpPr>
        <p:spPr>
          <a:xfrm>
            <a:off x="10816518" y="584541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C557388D-F656-43A2-2669-B303AB86A04A}"/>
              </a:ext>
            </a:extLst>
          </p:cNvPr>
          <p:cNvSpPr/>
          <p:nvPr/>
        </p:nvSpPr>
        <p:spPr>
          <a:xfrm>
            <a:off x="10718281" y="574102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66878E08-6481-8745-1041-2760605DA9CD}"/>
              </a:ext>
            </a:extLst>
          </p:cNvPr>
          <p:cNvSpPr/>
          <p:nvPr/>
        </p:nvSpPr>
        <p:spPr>
          <a:xfrm>
            <a:off x="11541589" y="496851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05A0B299-2E29-212F-0A3E-A21C484F0E6D}"/>
              </a:ext>
            </a:extLst>
          </p:cNvPr>
          <p:cNvSpPr/>
          <p:nvPr/>
        </p:nvSpPr>
        <p:spPr>
          <a:xfrm>
            <a:off x="10621675" y="806933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CFBE6128-B11D-1B94-5C05-9FE234BC58D8}"/>
              </a:ext>
            </a:extLst>
          </p:cNvPr>
          <p:cNvSpPr/>
          <p:nvPr/>
        </p:nvSpPr>
        <p:spPr>
          <a:xfrm>
            <a:off x="10039029" y="624281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3C5DE2C1-0133-1DD5-334C-BD9430488181}"/>
              </a:ext>
            </a:extLst>
          </p:cNvPr>
          <p:cNvSpPr/>
          <p:nvPr/>
        </p:nvSpPr>
        <p:spPr>
          <a:xfrm>
            <a:off x="10382446" y="721490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5309ABE9-43BA-85F8-BA36-971E8B989C39}"/>
              </a:ext>
            </a:extLst>
          </p:cNvPr>
          <p:cNvSpPr/>
          <p:nvPr/>
        </p:nvSpPr>
        <p:spPr>
          <a:xfrm>
            <a:off x="9422570" y="929674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557F88CC-3E0F-BAFE-D0D7-7FDD862B850A}"/>
              </a:ext>
            </a:extLst>
          </p:cNvPr>
          <p:cNvSpPr/>
          <p:nvPr/>
        </p:nvSpPr>
        <p:spPr>
          <a:xfrm>
            <a:off x="10785717" y="843193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C08D4C85-5967-7427-F20E-AD739C1C9A62}"/>
              </a:ext>
            </a:extLst>
          </p:cNvPr>
          <p:cNvSpPr/>
          <p:nvPr/>
        </p:nvSpPr>
        <p:spPr>
          <a:xfrm>
            <a:off x="10949759" y="863039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39334AD4-6219-8B80-410C-06213DDED78A}"/>
              </a:ext>
            </a:extLst>
          </p:cNvPr>
          <p:cNvSpPr/>
          <p:nvPr/>
        </p:nvSpPr>
        <p:spPr>
          <a:xfrm>
            <a:off x="9863030" y="965524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5F985F65-1393-E821-42AA-6BFFB7A5B567}"/>
              </a:ext>
            </a:extLst>
          </p:cNvPr>
          <p:cNvSpPr/>
          <p:nvPr/>
        </p:nvSpPr>
        <p:spPr>
          <a:xfrm>
            <a:off x="11319233" y="840325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7A90AD6E-9A18-3B00-1F9A-08059FB155D1}"/>
              </a:ext>
            </a:extLst>
          </p:cNvPr>
          <p:cNvSpPr/>
          <p:nvPr/>
        </p:nvSpPr>
        <p:spPr>
          <a:xfrm>
            <a:off x="10851521" y="368681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72E9358C-FD49-5497-81DF-8CE9AD08B2C0}"/>
              </a:ext>
            </a:extLst>
          </p:cNvPr>
          <p:cNvSpPr/>
          <p:nvPr/>
        </p:nvSpPr>
        <p:spPr>
          <a:xfrm>
            <a:off x="10892854" y="659823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695AE129-412E-FB9A-1D3F-BA6FEAF9A64B}"/>
              </a:ext>
            </a:extLst>
          </p:cNvPr>
          <p:cNvSpPr/>
          <p:nvPr/>
        </p:nvSpPr>
        <p:spPr>
          <a:xfrm>
            <a:off x="10794616" y="649384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644DB9AE-BEF1-97A3-0FCC-77D8D048A54F}"/>
              </a:ext>
            </a:extLst>
          </p:cNvPr>
          <p:cNvSpPr/>
          <p:nvPr/>
        </p:nvSpPr>
        <p:spPr>
          <a:xfrm>
            <a:off x="11617924" y="572133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9424BB3A-71CA-69F2-9395-AF6A369899FF}"/>
              </a:ext>
            </a:extLst>
          </p:cNvPr>
          <p:cNvSpPr/>
          <p:nvPr/>
        </p:nvSpPr>
        <p:spPr>
          <a:xfrm>
            <a:off x="10493249" y="576532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04F36514-BE21-B10D-4E07-0139E8F67212}"/>
              </a:ext>
            </a:extLst>
          </p:cNvPr>
          <p:cNvSpPr/>
          <p:nvPr/>
        </p:nvSpPr>
        <p:spPr>
          <a:xfrm>
            <a:off x="10600339" y="426699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56AA97FA-05C3-935B-241F-614BA2F986C6}"/>
              </a:ext>
            </a:extLst>
          </p:cNvPr>
          <p:cNvSpPr/>
          <p:nvPr/>
        </p:nvSpPr>
        <p:spPr>
          <a:xfrm>
            <a:off x="11484684" y="391959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40F6239F-7806-5675-B203-24662722BCDC}"/>
              </a:ext>
            </a:extLst>
          </p:cNvPr>
          <p:cNvSpPr/>
          <p:nvPr/>
        </p:nvSpPr>
        <p:spPr>
          <a:xfrm>
            <a:off x="10550506" y="325708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A5A42BD1-7BB6-E75B-57D3-3350FA85F94F}"/>
              </a:ext>
            </a:extLst>
          </p:cNvPr>
          <p:cNvSpPr/>
          <p:nvPr/>
        </p:nvSpPr>
        <p:spPr>
          <a:xfrm>
            <a:off x="9934783" y="435607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F5D103BC-164E-9FCB-2496-EFB90024144D}"/>
              </a:ext>
            </a:extLst>
          </p:cNvPr>
          <p:cNvSpPr/>
          <p:nvPr/>
        </p:nvSpPr>
        <p:spPr>
          <a:xfrm>
            <a:off x="10502148" y="382723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FC22B1DC-1F2D-E4D3-25ED-5371553E1FD0}"/>
              </a:ext>
            </a:extLst>
          </p:cNvPr>
          <p:cNvSpPr/>
          <p:nvPr/>
        </p:nvSpPr>
        <p:spPr>
          <a:xfrm>
            <a:off x="11325457" y="305472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77A1094A-34FE-42B0-7B57-635F46476BD6}"/>
              </a:ext>
            </a:extLst>
          </p:cNvPr>
          <p:cNvSpPr/>
          <p:nvPr/>
        </p:nvSpPr>
        <p:spPr>
          <a:xfrm>
            <a:off x="10249205" y="551474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6DA9E2F2-C844-228D-F194-1525F1D00B4C}"/>
              </a:ext>
            </a:extLst>
          </p:cNvPr>
          <p:cNvSpPr/>
          <p:nvPr/>
        </p:nvSpPr>
        <p:spPr>
          <a:xfrm>
            <a:off x="10569584" y="651814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397BCCEB-2965-062E-69CB-43D1E0024068}"/>
              </a:ext>
            </a:extLst>
          </p:cNvPr>
          <p:cNvSpPr/>
          <p:nvPr/>
        </p:nvSpPr>
        <p:spPr>
          <a:xfrm>
            <a:off x="10462451" y="1071695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93B74B5E-5577-04C5-B197-2191EF4FB29A}"/>
              </a:ext>
            </a:extLst>
          </p:cNvPr>
          <p:cNvSpPr/>
          <p:nvPr/>
        </p:nvSpPr>
        <p:spPr>
          <a:xfrm>
            <a:off x="11045762" y="566122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454E7755-86EC-7C2B-B9A1-EC9CB5FFD88B}"/>
              </a:ext>
            </a:extLst>
          </p:cNvPr>
          <p:cNvSpPr/>
          <p:nvPr/>
        </p:nvSpPr>
        <p:spPr>
          <a:xfrm>
            <a:off x="10698623" y="407659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3192AAE5-B8B7-B069-BE55-F979FA7CFA21}"/>
              </a:ext>
            </a:extLst>
          </p:cNvPr>
          <p:cNvSpPr/>
          <p:nvPr/>
        </p:nvSpPr>
        <p:spPr>
          <a:xfrm>
            <a:off x="10032560" y="316770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2C00395A-18C3-012F-5AED-A3B3B9BF2ABE}"/>
              </a:ext>
            </a:extLst>
          </p:cNvPr>
          <p:cNvSpPr/>
          <p:nvPr/>
        </p:nvSpPr>
        <p:spPr>
          <a:xfrm>
            <a:off x="9878895" y="517151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6CEB7245-B83A-33C3-5F19-AC1767299663}"/>
              </a:ext>
            </a:extLst>
          </p:cNvPr>
          <p:cNvSpPr/>
          <p:nvPr/>
        </p:nvSpPr>
        <p:spPr>
          <a:xfrm>
            <a:off x="11222773" y="564970"/>
            <a:ext cx="113811" cy="35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0E1C628-6981-DD00-B004-F89095CC52CD}"/>
              </a:ext>
            </a:extLst>
          </p:cNvPr>
          <p:cNvSpPr txBox="1"/>
          <p:nvPr/>
        </p:nvSpPr>
        <p:spPr>
          <a:xfrm>
            <a:off x="207284" y="812519"/>
            <a:ext cx="2556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Given: Bee locations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6745B5A2-BAFC-AEED-AFBB-D57FCDA20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585" y="901765"/>
            <a:ext cx="243622" cy="188401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5B366955-C989-BDA6-1AE7-A47707789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9567" y="873645"/>
            <a:ext cx="217378" cy="217378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643F113C-AEBB-4039-63C4-C25AEC74CC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9343" y="761874"/>
            <a:ext cx="1148047" cy="369332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3A7258A4-AF40-066E-AA2D-CD984447B435}"/>
              </a:ext>
            </a:extLst>
          </p:cNvPr>
          <p:cNvGrpSpPr/>
          <p:nvPr/>
        </p:nvGrpSpPr>
        <p:grpSpPr>
          <a:xfrm>
            <a:off x="2236215" y="2424572"/>
            <a:ext cx="5997134" cy="1772906"/>
            <a:chOff x="2236215" y="2424572"/>
            <a:chExt cx="5997134" cy="1772906"/>
          </a:xfrm>
        </p:grpSpPr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A9D922C-4BC8-F2A1-98C1-F984E24068ED}"/>
                </a:ext>
              </a:extLst>
            </p:cNvPr>
            <p:cNvSpPr/>
            <p:nvPr/>
          </p:nvSpPr>
          <p:spPr>
            <a:xfrm>
              <a:off x="2236215" y="3321502"/>
              <a:ext cx="4978875" cy="522529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3988CF">
                <a:alpha val="30196"/>
              </a:srgb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4F3078E-06BA-6481-4ADC-62159C4FC0F0}"/>
                </a:ext>
              </a:extLst>
            </p:cNvPr>
            <p:cNvSpPr/>
            <p:nvPr/>
          </p:nvSpPr>
          <p:spPr>
            <a:xfrm>
              <a:off x="5739567" y="2424572"/>
              <a:ext cx="2493782" cy="1447376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FF0909">
                <a:alpha val="29804"/>
              </a:srgb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E7DF6EE7-EFF3-6A13-F33B-2AADD06EFDA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744620" y="3096038"/>
              <a:ext cx="457264" cy="704948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6865C983-0D49-2AA3-0C53-873F1376698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6986458" y="3096038"/>
              <a:ext cx="457264" cy="704948"/>
            </a:xfrm>
            <a:prstGeom prst="rect">
              <a:avLst/>
            </a:prstGeom>
          </p:spPr>
        </p:pic>
        <p:pic>
          <p:nvPicPr>
            <p:cNvPr id="98" name="Picture 97">
              <a:extLst>
                <a:ext uri="{FF2B5EF4-FFF2-40B4-BE49-F238E27FC236}">
                  <a16:creationId xmlns:a16="http://schemas.microsoft.com/office/drawing/2014/main" id="{8E5DD1A8-EC4E-EA38-4347-BD660096C6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5514786" y="3827386"/>
              <a:ext cx="314972" cy="370092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AFC3C6B-53C2-62EA-C9FC-8106C7D85CAB}"/>
              </a:ext>
            </a:extLst>
          </p:cNvPr>
          <p:cNvSpPr txBox="1"/>
          <p:nvPr/>
        </p:nvSpPr>
        <p:spPr>
          <a:xfrm>
            <a:off x="3280358" y="817059"/>
            <a:ext cx="5173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Estimate: bee colors       and bee hives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AEDDBF-38BA-8C15-879F-C77B1156BC72}"/>
              </a:ext>
            </a:extLst>
          </p:cNvPr>
          <p:cNvSpPr txBox="1"/>
          <p:nvPr/>
        </p:nvSpPr>
        <p:spPr>
          <a:xfrm>
            <a:off x="207284" y="1392594"/>
            <a:ext cx="6683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But we can estimate        if we know locations of both hives    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DA18DC07-67FB-65C0-8811-4E2235654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3772" y="1432476"/>
            <a:ext cx="217378" cy="217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2053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6B480-C189-D117-2B0C-C005734C0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D5AD192-FA4F-51FF-0182-B9446CD5B436}"/>
              </a:ext>
            </a:extLst>
          </p:cNvPr>
          <p:cNvSpPr txBox="1"/>
          <p:nvPr/>
        </p:nvSpPr>
        <p:spPr>
          <a:xfrm>
            <a:off x="276411" y="260293"/>
            <a:ext cx="3595536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Expectation Maximization (EM)</a:t>
            </a:r>
          </a:p>
        </p:txBody>
      </p:sp>
      <p:pic>
        <p:nvPicPr>
          <p:cNvPr id="105" name="Picture 104">
            <a:extLst>
              <a:ext uri="{FF2B5EF4-FFF2-40B4-BE49-F238E27FC236}">
                <a16:creationId xmlns:a16="http://schemas.microsoft.com/office/drawing/2014/main" id="{C5C38A21-492A-F338-1D32-B175EC94B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758" y="2099305"/>
            <a:ext cx="2338744" cy="284210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06D2E179-45CA-FA31-03D5-FCEE985E6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383" y="1898272"/>
            <a:ext cx="3150143" cy="713510"/>
          </a:xfrm>
          <a:prstGeom prst="rect">
            <a:avLst/>
          </a:prstGeom>
        </p:spPr>
      </p:pic>
      <p:grpSp>
        <p:nvGrpSpPr>
          <p:cNvPr id="177" name="Group 176">
            <a:extLst>
              <a:ext uri="{FF2B5EF4-FFF2-40B4-BE49-F238E27FC236}">
                <a16:creationId xmlns:a16="http://schemas.microsoft.com/office/drawing/2014/main" id="{1E65813D-7E3D-BE85-57A7-39E7E5ED0140}"/>
              </a:ext>
            </a:extLst>
          </p:cNvPr>
          <p:cNvGrpSpPr/>
          <p:nvPr/>
        </p:nvGrpSpPr>
        <p:grpSpPr>
          <a:xfrm>
            <a:off x="8566522" y="251770"/>
            <a:ext cx="3349067" cy="1103254"/>
            <a:chOff x="8566522" y="251770"/>
            <a:chExt cx="3349067" cy="1103254"/>
          </a:xfrm>
        </p:grpSpPr>
        <p:sp>
          <p:nvSpPr>
            <p:cNvPr id="2" name="Parallelogram 1">
              <a:extLst>
                <a:ext uri="{FF2B5EF4-FFF2-40B4-BE49-F238E27FC236}">
                  <a16:creationId xmlns:a16="http://schemas.microsoft.com/office/drawing/2014/main" id="{E8639263-640A-B192-CBFC-11922F1D36E0}"/>
                </a:ext>
              </a:extLst>
            </p:cNvPr>
            <p:cNvSpPr/>
            <p:nvPr/>
          </p:nvSpPr>
          <p:spPr>
            <a:xfrm>
              <a:off x="8566522" y="251770"/>
              <a:ext cx="3349067" cy="1103254"/>
            </a:xfrm>
            <a:prstGeom prst="parallelogram">
              <a:avLst>
                <a:gd name="adj" fmla="val 94320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5175455-3803-0A34-0D29-ADBDB0A83AD3}"/>
                </a:ext>
              </a:extLst>
            </p:cNvPr>
            <p:cNvSpPr/>
            <p:nvPr/>
          </p:nvSpPr>
          <p:spPr>
            <a:xfrm>
              <a:off x="10209139" y="839371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9895AAC4-E84E-ED3C-5171-B31D3261F1C3}"/>
                </a:ext>
              </a:extLst>
            </p:cNvPr>
            <p:cNvSpPr/>
            <p:nvPr/>
          </p:nvSpPr>
          <p:spPr>
            <a:xfrm>
              <a:off x="9491445" y="629946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D69BEB4B-3C7F-EF74-05C5-A7C27372FF30}"/>
                </a:ext>
              </a:extLst>
            </p:cNvPr>
            <p:cNvSpPr/>
            <p:nvPr/>
          </p:nvSpPr>
          <p:spPr>
            <a:xfrm>
              <a:off x="9805868" y="78076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044C4B0D-A3D1-F19C-DFD2-893306F73498}"/>
                </a:ext>
              </a:extLst>
            </p:cNvPr>
            <p:cNvSpPr/>
            <p:nvPr/>
          </p:nvSpPr>
          <p:spPr>
            <a:xfrm>
              <a:off x="9529714" y="85608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8314BF03-C0FA-8FD8-60A8-06CAA555ACDA}"/>
                </a:ext>
              </a:extLst>
            </p:cNvPr>
            <p:cNvSpPr/>
            <p:nvPr/>
          </p:nvSpPr>
          <p:spPr>
            <a:xfrm>
              <a:off x="10209139" y="90246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30684A14-DB07-AE57-A864-1E1188CCD275}"/>
                </a:ext>
              </a:extLst>
            </p:cNvPr>
            <p:cNvSpPr/>
            <p:nvPr/>
          </p:nvSpPr>
          <p:spPr>
            <a:xfrm>
              <a:off x="10373181" y="922308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23EC2957-B729-D93F-DEBA-AD1DA25312BB}"/>
                </a:ext>
              </a:extLst>
            </p:cNvPr>
            <p:cNvSpPr/>
            <p:nvPr/>
          </p:nvSpPr>
          <p:spPr>
            <a:xfrm>
              <a:off x="9722391" y="100302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5BD6F571-8140-29A5-FE78-46DBBC3846E8}"/>
                </a:ext>
              </a:extLst>
            </p:cNvPr>
            <p:cNvSpPr/>
            <p:nvPr/>
          </p:nvSpPr>
          <p:spPr>
            <a:xfrm>
              <a:off x="10558448" y="89090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BE741CAD-E267-81B6-83FC-4DE8CF533903}"/>
                </a:ext>
              </a:extLst>
            </p:cNvPr>
            <p:cNvSpPr/>
            <p:nvPr/>
          </p:nvSpPr>
          <p:spPr>
            <a:xfrm>
              <a:off x="10266396" y="651638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3DB576C8-3AD4-7621-6648-C2BFB09934D2}"/>
                </a:ext>
              </a:extLst>
            </p:cNvPr>
            <p:cNvSpPr/>
            <p:nvPr/>
          </p:nvSpPr>
          <p:spPr>
            <a:xfrm>
              <a:off x="10316275" y="71909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A5A6A834-A956-C94B-0C81-CE72C1D84326}"/>
                </a:ext>
              </a:extLst>
            </p:cNvPr>
            <p:cNvSpPr/>
            <p:nvPr/>
          </p:nvSpPr>
          <p:spPr>
            <a:xfrm>
              <a:off x="10218038" y="708653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B1BC6083-7F94-604D-C543-D8E211988605}"/>
                </a:ext>
              </a:extLst>
            </p:cNvPr>
            <p:cNvSpPr/>
            <p:nvPr/>
          </p:nvSpPr>
          <p:spPr>
            <a:xfrm>
              <a:off x="11041346" y="63140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E39240E9-715C-7745-93A0-6B763C23F504}"/>
                </a:ext>
              </a:extLst>
            </p:cNvPr>
            <p:cNvSpPr/>
            <p:nvPr/>
          </p:nvSpPr>
          <p:spPr>
            <a:xfrm>
              <a:off x="10121432" y="94148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11BFD53A-95FA-ED16-5937-08F66607A420}"/>
                </a:ext>
              </a:extLst>
            </p:cNvPr>
            <p:cNvSpPr/>
            <p:nvPr/>
          </p:nvSpPr>
          <p:spPr>
            <a:xfrm>
              <a:off x="9755972" y="83022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86042219-1AC4-801C-48B2-7B17658E838C}"/>
                </a:ext>
              </a:extLst>
            </p:cNvPr>
            <p:cNvSpPr/>
            <p:nvPr/>
          </p:nvSpPr>
          <p:spPr>
            <a:xfrm>
              <a:off x="9882203" y="856041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0389C3E5-B53F-468C-5A7D-C4FD2D702A90}"/>
                </a:ext>
              </a:extLst>
            </p:cNvPr>
            <p:cNvSpPr/>
            <p:nvPr/>
          </p:nvSpPr>
          <p:spPr>
            <a:xfrm>
              <a:off x="9491445" y="93831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8E653D70-CA67-44DF-4F4C-8E26F6979C0A}"/>
                </a:ext>
              </a:extLst>
            </p:cNvPr>
            <p:cNvSpPr/>
            <p:nvPr/>
          </p:nvSpPr>
          <p:spPr>
            <a:xfrm>
              <a:off x="10285474" y="97774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DC0611A1-7B8C-B4FA-7C70-BD3900587D3F}"/>
                </a:ext>
              </a:extLst>
            </p:cNvPr>
            <p:cNvSpPr/>
            <p:nvPr/>
          </p:nvSpPr>
          <p:spPr>
            <a:xfrm>
              <a:off x="10449516" y="99759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9B868E57-87EE-C94E-F86A-AEAA0CE03CE6}"/>
                </a:ext>
              </a:extLst>
            </p:cNvPr>
            <p:cNvSpPr/>
            <p:nvPr/>
          </p:nvSpPr>
          <p:spPr>
            <a:xfrm>
              <a:off x="9362787" y="110007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D36FE2E3-D462-5207-E7BE-2FAED2869390}"/>
                </a:ext>
              </a:extLst>
            </p:cNvPr>
            <p:cNvSpPr/>
            <p:nvPr/>
          </p:nvSpPr>
          <p:spPr>
            <a:xfrm>
              <a:off x="10818990" y="974876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BD5C3EF2-F48C-0FB7-B183-E8C98F2F6AD0}"/>
                </a:ext>
              </a:extLst>
            </p:cNvPr>
            <p:cNvSpPr/>
            <p:nvPr/>
          </p:nvSpPr>
          <p:spPr>
            <a:xfrm>
              <a:off x="10342731" y="72692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8C2F95F8-065C-1E85-2027-093BA41993D3}"/>
                </a:ext>
              </a:extLst>
            </p:cNvPr>
            <p:cNvSpPr/>
            <p:nvPr/>
          </p:nvSpPr>
          <p:spPr>
            <a:xfrm>
              <a:off x="10392611" y="79437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D78E8725-C877-75FE-65D5-11422545748B}"/>
                </a:ext>
              </a:extLst>
            </p:cNvPr>
            <p:cNvSpPr/>
            <p:nvPr/>
          </p:nvSpPr>
          <p:spPr>
            <a:xfrm>
              <a:off x="10294373" y="78393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6E0DD40D-63C5-B492-8C9E-F9910A10A605}"/>
                </a:ext>
              </a:extLst>
            </p:cNvPr>
            <p:cNvSpPr/>
            <p:nvPr/>
          </p:nvSpPr>
          <p:spPr>
            <a:xfrm>
              <a:off x="11117681" y="70668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711EED2A-F09F-F5A3-3705-90B14F560F8F}"/>
                </a:ext>
              </a:extLst>
            </p:cNvPr>
            <p:cNvSpPr/>
            <p:nvPr/>
          </p:nvSpPr>
          <p:spPr>
            <a:xfrm>
              <a:off x="9993006" y="711083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113087C9-D82F-E2D7-DAE7-F1E02BA774C6}"/>
                </a:ext>
              </a:extLst>
            </p:cNvPr>
            <p:cNvSpPr/>
            <p:nvPr/>
          </p:nvSpPr>
          <p:spPr>
            <a:xfrm>
              <a:off x="10157048" y="730929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F8984C55-3816-F291-375E-A63752F07D77}"/>
                </a:ext>
              </a:extLst>
            </p:cNvPr>
            <p:cNvSpPr/>
            <p:nvPr/>
          </p:nvSpPr>
          <p:spPr>
            <a:xfrm>
              <a:off x="10342315" y="699521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E2B3D26C-0573-8475-594A-0BFAC4706C5C}"/>
                </a:ext>
              </a:extLst>
            </p:cNvPr>
            <p:cNvSpPr/>
            <p:nvPr/>
          </p:nvSpPr>
          <p:spPr>
            <a:xfrm>
              <a:off x="10050263" y="460259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C5946CB0-CF78-394A-9042-5BF4F9181F38}"/>
                </a:ext>
              </a:extLst>
            </p:cNvPr>
            <p:cNvSpPr/>
            <p:nvPr/>
          </p:nvSpPr>
          <p:spPr>
            <a:xfrm>
              <a:off x="10100143" y="527713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F8BDD11B-B5C1-D07F-945E-99224DB711E2}"/>
                </a:ext>
              </a:extLst>
            </p:cNvPr>
            <p:cNvSpPr/>
            <p:nvPr/>
          </p:nvSpPr>
          <p:spPr>
            <a:xfrm>
              <a:off x="10001905" y="51727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F7D105AE-D75F-9F56-A5FE-B83CCFC2B00E}"/>
                </a:ext>
              </a:extLst>
            </p:cNvPr>
            <p:cNvSpPr/>
            <p:nvPr/>
          </p:nvSpPr>
          <p:spPr>
            <a:xfrm>
              <a:off x="10825214" y="440023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9F5A8C55-94B8-020B-9E0A-FD281A0DFD52}"/>
                </a:ext>
              </a:extLst>
            </p:cNvPr>
            <p:cNvSpPr/>
            <p:nvPr/>
          </p:nvSpPr>
          <p:spPr>
            <a:xfrm>
              <a:off x="9748962" y="68602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FB3FA212-31D8-F3C5-89EA-F84A1AA9D2C1}"/>
                </a:ext>
              </a:extLst>
            </p:cNvPr>
            <p:cNvSpPr/>
            <p:nvPr/>
          </p:nvSpPr>
          <p:spPr>
            <a:xfrm>
              <a:off x="10069341" y="78636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ECA94FA7-0E6C-2FB0-CD5A-D15A81B07C33}"/>
                </a:ext>
              </a:extLst>
            </p:cNvPr>
            <p:cNvSpPr/>
            <p:nvPr/>
          </p:nvSpPr>
          <p:spPr>
            <a:xfrm>
              <a:off x="9962208" y="1206246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0E544DB8-8BA3-20F0-7892-BF1760067290}"/>
                </a:ext>
              </a:extLst>
            </p:cNvPr>
            <p:cNvSpPr/>
            <p:nvPr/>
          </p:nvSpPr>
          <p:spPr>
            <a:xfrm>
              <a:off x="10418650" y="77480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49E4809F-31D1-7FBD-9312-819BF0D7E8FA}"/>
                </a:ext>
              </a:extLst>
            </p:cNvPr>
            <p:cNvSpPr/>
            <p:nvPr/>
          </p:nvSpPr>
          <p:spPr>
            <a:xfrm>
              <a:off x="10198380" y="54221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3430D866-058E-690B-7E7A-8FEE5F9BFC65}"/>
                </a:ext>
              </a:extLst>
            </p:cNvPr>
            <p:cNvSpPr/>
            <p:nvPr/>
          </p:nvSpPr>
          <p:spPr>
            <a:xfrm>
              <a:off x="10176478" y="60299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752F4094-101F-4DF4-DBF4-76ECFDD920B3}"/>
                </a:ext>
              </a:extLst>
            </p:cNvPr>
            <p:cNvSpPr/>
            <p:nvPr/>
          </p:nvSpPr>
          <p:spPr>
            <a:xfrm>
              <a:off x="10078240" y="592556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9B3A7263-2E3B-04C9-CBDF-EA9485EA2B58}"/>
                </a:ext>
              </a:extLst>
            </p:cNvPr>
            <p:cNvSpPr/>
            <p:nvPr/>
          </p:nvSpPr>
          <p:spPr>
            <a:xfrm>
              <a:off x="10722530" y="699521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D16C46AF-DF53-F243-A8D8-3FC773E1EAAB}"/>
                </a:ext>
              </a:extLst>
            </p:cNvPr>
            <p:cNvSpPr/>
            <p:nvPr/>
          </p:nvSpPr>
          <p:spPr>
            <a:xfrm>
              <a:off x="10432971" y="702261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B93B2AA4-A2CA-08D7-B2A9-A05603C2DD26}"/>
                </a:ext>
              </a:extLst>
            </p:cNvPr>
            <p:cNvSpPr/>
            <p:nvPr/>
          </p:nvSpPr>
          <p:spPr>
            <a:xfrm>
              <a:off x="9715277" y="492836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50174EAF-13FA-77C4-32A5-8866260072B5}"/>
                </a:ext>
              </a:extLst>
            </p:cNvPr>
            <p:cNvSpPr/>
            <p:nvPr/>
          </p:nvSpPr>
          <p:spPr>
            <a:xfrm>
              <a:off x="10029700" y="64365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7FE3C3C1-5B41-3F9B-F245-D6A9E30606EC}"/>
                </a:ext>
              </a:extLst>
            </p:cNvPr>
            <p:cNvSpPr/>
            <p:nvPr/>
          </p:nvSpPr>
          <p:spPr>
            <a:xfrm>
              <a:off x="9753546" y="71897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C74C9BDC-6D1E-6A84-02F7-5D336C78D6C6}"/>
                </a:ext>
              </a:extLst>
            </p:cNvPr>
            <p:cNvSpPr/>
            <p:nvPr/>
          </p:nvSpPr>
          <p:spPr>
            <a:xfrm>
              <a:off x="10432971" y="76535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37B1536F-C448-162B-EE87-70A83520E13C}"/>
                </a:ext>
              </a:extLst>
            </p:cNvPr>
            <p:cNvSpPr/>
            <p:nvPr/>
          </p:nvSpPr>
          <p:spPr>
            <a:xfrm>
              <a:off x="10597013" y="785198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F3718BC3-6CC6-15BC-4CAC-99A14F53547A}"/>
                </a:ext>
              </a:extLst>
            </p:cNvPr>
            <p:cNvSpPr/>
            <p:nvPr/>
          </p:nvSpPr>
          <p:spPr>
            <a:xfrm>
              <a:off x="9946223" y="86591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757E2A24-23D0-E5F6-6633-C10D2B49EAA4}"/>
                </a:ext>
              </a:extLst>
            </p:cNvPr>
            <p:cNvSpPr/>
            <p:nvPr/>
          </p:nvSpPr>
          <p:spPr>
            <a:xfrm>
              <a:off x="10782280" y="75379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986EAE36-5418-6C76-7943-29FCCB12C9FE}"/>
                </a:ext>
              </a:extLst>
            </p:cNvPr>
            <p:cNvSpPr/>
            <p:nvPr/>
          </p:nvSpPr>
          <p:spPr>
            <a:xfrm>
              <a:off x="10490228" y="514528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7C39F2D3-3BAD-2EC9-9107-DD150A8CB5C6}"/>
                </a:ext>
              </a:extLst>
            </p:cNvPr>
            <p:cNvSpPr/>
            <p:nvPr/>
          </p:nvSpPr>
          <p:spPr>
            <a:xfrm>
              <a:off x="10540107" y="58198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3954AFA1-7AC7-A965-BDCD-C09AFDC5FD01}"/>
                </a:ext>
              </a:extLst>
            </p:cNvPr>
            <p:cNvSpPr/>
            <p:nvPr/>
          </p:nvSpPr>
          <p:spPr>
            <a:xfrm>
              <a:off x="10441870" y="571543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E9F5E37F-022A-CD43-2EBC-4C2AEE1BF88C}"/>
                </a:ext>
              </a:extLst>
            </p:cNvPr>
            <p:cNvSpPr/>
            <p:nvPr/>
          </p:nvSpPr>
          <p:spPr>
            <a:xfrm>
              <a:off x="11265178" y="49429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08C807A6-2696-7A93-AB99-8F8DD3EBED2E}"/>
                </a:ext>
              </a:extLst>
            </p:cNvPr>
            <p:cNvSpPr/>
            <p:nvPr/>
          </p:nvSpPr>
          <p:spPr>
            <a:xfrm>
              <a:off x="10345264" y="80437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0D50D238-458F-3E14-68D8-E263A5DDEA62}"/>
                </a:ext>
              </a:extLst>
            </p:cNvPr>
            <p:cNvSpPr/>
            <p:nvPr/>
          </p:nvSpPr>
          <p:spPr>
            <a:xfrm>
              <a:off x="9762618" y="62172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743E80AA-4C54-0BFC-E475-4078D998EA55}"/>
                </a:ext>
              </a:extLst>
            </p:cNvPr>
            <p:cNvSpPr/>
            <p:nvPr/>
          </p:nvSpPr>
          <p:spPr>
            <a:xfrm>
              <a:off x="10106035" y="718931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285D6F88-F8F1-1167-E9C1-29FAD1AE6B35}"/>
                </a:ext>
              </a:extLst>
            </p:cNvPr>
            <p:cNvSpPr/>
            <p:nvPr/>
          </p:nvSpPr>
          <p:spPr>
            <a:xfrm>
              <a:off x="9146159" y="92711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EBB90882-7C23-6F93-6809-C8143F7CC0AF}"/>
                </a:ext>
              </a:extLst>
            </p:cNvPr>
            <p:cNvSpPr/>
            <p:nvPr/>
          </p:nvSpPr>
          <p:spPr>
            <a:xfrm>
              <a:off x="10509306" y="84063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95B1F0B8-561E-4443-AE34-FF15694A5B74}"/>
                </a:ext>
              </a:extLst>
            </p:cNvPr>
            <p:cNvSpPr/>
            <p:nvPr/>
          </p:nvSpPr>
          <p:spPr>
            <a:xfrm>
              <a:off x="10673348" y="86048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984D5AA9-1E84-6EE5-84FD-AFF9F0AB4CCB}"/>
                </a:ext>
              </a:extLst>
            </p:cNvPr>
            <p:cNvSpPr/>
            <p:nvPr/>
          </p:nvSpPr>
          <p:spPr>
            <a:xfrm>
              <a:off x="9586619" y="96296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8B5A4F93-7AC2-D897-ED65-E1584C6BF576}"/>
                </a:ext>
              </a:extLst>
            </p:cNvPr>
            <p:cNvSpPr/>
            <p:nvPr/>
          </p:nvSpPr>
          <p:spPr>
            <a:xfrm>
              <a:off x="11042822" y="837766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4B31978F-3573-D5CE-1330-1482FA0C3D01}"/>
                </a:ext>
              </a:extLst>
            </p:cNvPr>
            <p:cNvSpPr/>
            <p:nvPr/>
          </p:nvSpPr>
          <p:spPr>
            <a:xfrm>
              <a:off x="10575110" y="36612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E909E97D-0997-1C00-1DF9-12CA5869ADFB}"/>
                </a:ext>
              </a:extLst>
            </p:cNvPr>
            <p:cNvSpPr/>
            <p:nvPr/>
          </p:nvSpPr>
          <p:spPr>
            <a:xfrm>
              <a:off x="10616443" y="65726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5B64163D-8EB6-736E-4B87-7A1614438030}"/>
                </a:ext>
              </a:extLst>
            </p:cNvPr>
            <p:cNvSpPr/>
            <p:nvPr/>
          </p:nvSpPr>
          <p:spPr>
            <a:xfrm>
              <a:off x="10518205" y="64682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5228C728-0F86-18FE-1242-97AB8B1219DA}"/>
                </a:ext>
              </a:extLst>
            </p:cNvPr>
            <p:cNvSpPr/>
            <p:nvPr/>
          </p:nvSpPr>
          <p:spPr>
            <a:xfrm>
              <a:off x="11341513" y="56957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D70BF0ED-2D06-81C7-C8A7-A6B646EBB7CF}"/>
                </a:ext>
              </a:extLst>
            </p:cNvPr>
            <p:cNvSpPr/>
            <p:nvPr/>
          </p:nvSpPr>
          <p:spPr>
            <a:xfrm>
              <a:off x="10216838" y="573973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C4955254-50A5-F14B-2D58-DEA72106ADA3}"/>
                </a:ext>
              </a:extLst>
            </p:cNvPr>
            <p:cNvSpPr/>
            <p:nvPr/>
          </p:nvSpPr>
          <p:spPr>
            <a:xfrm>
              <a:off x="10323928" y="42414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6FDF70D9-6BED-BDE3-9BE7-D0A764ADE8EE}"/>
                </a:ext>
              </a:extLst>
            </p:cNvPr>
            <p:cNvSpPr/>
            <p:nvPr/>
          </p:nvSpPr>
          <p:spPr>
            <a:xfrm>
              <a:off x="11208273" y="38940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5B44F8C7-4109-D97F-3DF8-7F1F0411C70D}"/>
                </a:ext>
              </a:extLst>
            </p:cNvPr>
            <p:cNvSpPr/>
            <p:nvPr/>
          </p:nvSpPr>
          <p:spPr>
            <a:xfrm>
              <a:off x="10274095" y="323149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6CC86977-E917-BF40-1071-1867A922CC90}"/>
                </a:ext>
              </a:extLst>
            </p:cNvPr>
            <p:cNvSpPr/>
            <p:nvPr/>
          </p:nvSpPr>
          <p:spPr>
            <a:xfrm>
              <a:off x="9658372" y="433048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4D868A70-E977-6E29-3C9B-FA5AD32B98D7}"/>
                </a:ext>
              </a:extLst>
            </p:cNvPr>
            <p:cNvSpPr/>
            <p:nvPr/>
          </p:nvSpPr>
          <p:spPr>
            <a:xfrm>
              <a:off x="10225737" y="38016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D5166350-764C-A13B-B1B1-03C3D10F036D}"/>
                </a:ext>
              </a:extLst>
            </p:cNvPr>
            <p:cNvSpPr/>
            <p:nvPr/>
          </p:nvSpPr>
          <p:spPr>
            <a:xfrm>
              <a:off x="11049046" y="302913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5E68560C-1A38-6AF7-52FF-3B69FF128A9F}"/>
                </a:ext>
              </a:extLst>
            </p:cNvPr>
            <p:cNvSpPr/>
            <p:nvPr/>
          </p:nvSpPr>
          <p:spPr>
            <a:xfrm>
              <a:off x="9972794" y="54891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5A85087C-D2F0-16C4-5B50-B1266446E4D9}"/>
                </a:ext>
              </a:extLst>
            </p:cNvPr>
            <p:cNvSpPr/>
            <p:nvPr/>
          </p:nvSpPr>
          <p:spPr>
            <a:xfrm>
              <a:off x="10293173" y="64925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F878CBE1-D585-912F-0D4F-40E1E958EE8C}"/>
                </a:ext>
              </a:extLst>
            </p:cNvPr>
            <p:cNvSpPr/>
            <p:nvPr/>
          </p:nvSpPr>
          <p:spPr>
            <a:xfrm>
              <a:off x="10186040" y="1069136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E4FD34E7-2849-D78B-A5B9-C36319EBAA30}"/>
                </a:ext>
              </a:extLst>
            </p:cNvPr>
            <p:cNvSpPr/>
            <p:nvPr/>
          </p:nvSpPr>
          <p:spPr>
            <a:xfrm>
              <a:off x="10769351" y="563563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A688BB01-ED08-7985-4689-135C60052B96}"/>
                </a:ext>
              </a:extLst>
            </p:cNvPr>
            <p:cNvSpPr/>
            <p:nvPr/>
          </p:nvSpPr>
          <p:spPr>
            <a:xfrm>
              <a:off x="10422212" y="40510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92F00982-12A6-C820-CB2E-39A456E5CEC0}"/>
                </a:ext>
              </a:extLst>
            </p:cNvPr>
            <p:cNvSpPr/>
            <p:nvPr/>
          </p:nvSpPr>
          <p:spPr>
            <a:xfrm>
              <a:off x="9756149" y="314211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C1858E23-3688-BF41-6755-4FA1FE8484B1}"/>
                </a:ext>
              </a:extLst>
            </p:cNvPr>
            <p:cNvSpPr/>
            <p:nvPr/>
          </p:nvSpPr>
          <p:spPr>
            <a:xfrm>
              <a:off x="9602484" y="51459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Oval 175">
              <a:extLst>
                <a:ext uri="{FF2B5EF4-FFF2-40B4-BE49-F238E27FC236}">
                  <a16:creationId xmlns:a16="http://schemas.microsoft.com/office/drawing/2014/main" id="{F393EAF7-5886-594E-BA43-FB766EA291C1}"/>
                </a:ext>
              </a:extLst>
            </p:cNvPr>
            <p:cNvSpPr/>
            <p:nvPr/>
          </p:nvSpPr>
          <p:spPr>
            <a:xfrm>
              <a:off x="10946362" y="562411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5999A97-73CA-6196-6135-A357D251F45E}"/>
              </a:ext>
            </a:extLst>
          </p:cNvPr>
          <p:cNvSpPr txBox="1"/>
          <p:nvPr/>
        </p:nvSpPr>
        <p:spPr>
          <a:xfrm>
            <a:off x="207284" y="812519"/>
            <a:ext cx="2556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Given: Bee locations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E1B992-FEBE-07E9-B14E-E9259072B9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5585" y="901765"/>
            <a:ext cx="243622" cy="1884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E4024C-DCD5-54A8-DDD0-626B5DF2DD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9567" y="873645"/>
            <a:ext cx="217378" cy="2173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DD40BC-D163-69E3-BE86-5188540D31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9343" y="761874"/>
            <a:ext cx="1148047" cy="3693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594B436-C854-BE2F-E1E0-93EFC4ED265A}"/>
              </a:ext>
            </a:extLst>
          </p:cNvPr>
          <p:cNvSpPr txBox="1"/>
          <p:nvPr/>
        </p:nvSpPr>
        <p:spPr>
          <a:xfrm>
            <a:off x="3280358" y="817059"/>
            <a:ext cx="5173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Estimate: bee colors       and bee hives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85AC164-3FA9-B850-4DCC-33B4CD0C3E24}"/>
              </a:ext>
            </a:extLst>
          </p:cNvPr>
          <p:cNvGrpSpPr/>
          <p:nvPr/>
        </p:nvGrpSpPr>
        <p:grpSpPr>
          <a:xfrm>
            <a:off x="-181802" y="2829804"/>
            <a:ext cx="4053749" cy="1198392"/>
            <a:chOff x="2236215" y="2424572"/>
            <a:chExt cx="5997134" cy="1772906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0250CFD-6C19-2694-374A-E57C3BCF3B3F}"/>
                </a:ext>
              </a:extLst>
            </p:cNvPr>
            <p:cNvSpPr/>
            <p:nvPr/>
          </p:nvSpPr>
          <p:spPr>
            <a:xfrm>
              <a:off x="2236215" y="3321502"/>
              <a:ext cx="4978875" cy="522529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3988CF">
                <a:alpha val="30196"/>
              </a:srgb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982CE31-E5CB-4404-2C5E-BB26821D40FF}"/>
                </a:ext>
              </a:extLst>
            </p:cNvPr>
            <p:cNvSpPr/>
            <p:nvPr/>
          </p:nvSpPr>
          <p:spPr>
            <a:xfrm>
              <a:off x="5739567" y="2424572"/>
              <a:ext cx="2493782" cy="1447376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FF0909">
                <a:alpha val="29804"/>
              </a:srgb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4F21563-DBE9-B03A-D2A1-FB6227BBF37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744620" y="3096038"/>
              <a:ext cx="457264" cy="704948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D81AF4E-9840-30D5-E88C-06424730B96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6986458" y="3096038"/>
              <a:ext cx="457264" cy="704948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30C73A4-7A47-B68D-E748-76CDDDA8B7A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5514786" y="3827386"/>
              <a:ext cx="314972" cy="370092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2A37C61A-40C8-5696-FACC-13ED1C44C48C}"/>
              </a:ext>
            </a:extLst>
          </p:cNvPr>
          <p:cNvSpPr txBox="1"/>
          <p:nvPr/>
        </p:nvSpPr>
        <p:spPr>
          <a:xfrm>
            <a:off x="207284" y="1392594"/>
            <a:ext cx="6683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But we can estimate        if we know locations of both hives    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7A2EC20-AE86-5E90-E4BE-3AF2F22BDD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3772" y="1432476"/>
            <a:ext cx="217378" cy="217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9068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571D0-E010-5E56-5243-3A2653B5C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A0395AD-614E-98D0-F6A9-DF5CD4ABE2F3}"/>
              </a:ext>
            </a:extLst>
          </p:cNvPr>
          <p:cNvSpPr txBox="1"/>
          <p:nvPr/>
        </p:nvSpPr>
        <p:spPr>
          <a:xfrm>
            <a:off x="276411" y="260293"/>
            <a:ext cx="3595536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Expectation Maximization (EM)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90D6ACA-E85B-31BB-6E8D-9887EDD37D2F}"/>
              </a:ext>
            </a:extLst>
          </p:cNvPr>
          <p:cNvSpPr txBox="1"/>
          <p:nvPr/>
        </p:nvSpPr>
        <p:spPr>
          <a:xfrm>
            <a:off x="207284" y="1392594"/>
            <a:ext cx="6683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But we can estimate        if we know locations of both hives    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18A7DAC1-73E9-31B3-84AA-C3139197F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3772" y="1432476"/>
            <a:ext cx="217378" cy="217378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97EA7792-B416-591A-6FA5-6238011BA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9758" y="2099305"/>
            <a:ext cx="2338744" cy="28421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C18FC07-B2D1-3483-16C9-50AB0A2B10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9383" y="1898272"/>
            <a:ext cx="3150143" cy="713510"/>
          </a:xfrm>
          <a:prstGeom prst="rect">
            <a:avLst/>
          </a:prstGeom>
        </p:spPr>
      </p:pic>
      <p:grpSp>
        <p:nvGrpSpPr>
          <p:cNvPr id="179" name="Group 178">
            <a:extLst>
              <a:ext uri="{FF2B5EF4-FFF2-40B4-BE49-F238E27FC236}">
                <a16:creationId xmlns:a16="http://schemas.microsoft.com/office/drawing/2014/main" id="{2069F451-F70A-3E12-0ADF-79D4EC2264C3}"/>
              </a:ext>
            </a:extLst>
          </p:cNvPr>
          <p:cNvGrpSpPr/>
          <p:nvPr/>
        </p:nvGrpSpPr>
        <p:grpSpPr>
          <a:xfrm>
            <a:off x="8566522" y="251770"/>
            <a:ext cx="3349067" cy="1103254"/>
            <a:chOff x="8566522" y="251770"/>
            <a:chExt cx="3349067" cy="1103254"/>
          </a:xfrm>
        </p:grpSpPr>
        <p:sp>
          <p:nvSpPr>
            <p:cNvPr id="180" name="Parallelogram 179">
              <a:extLst>
                <a:ext uri="{FF2B5EF4-FFF2-40B4-BE49-F238E27FC236}">
                  <a16:creationId xmlns:a16="http://schemas.microsoft.com/office/drawing/2014/main" id="{8FFF6E1A-F418-E6EF-A4B0-9EACBE386686}"/>
                </a:ext>
              </a:extLst>
            </p:cNvPr>
            <p:cNvSpPr/>
            <p:nvPr/>
          </p:nvSpPr>
          <p:spPr>
            <a:xfrm>
              <a:off x="8566522" y="251770"/>
              <a:ext cx="3349067" cy="1103254"/>
            </a:xfrm>
            <a:prstGeom prst="parallelogram">
              <a:avLst>
                <a:gd name="adj" fmla="val 94320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49696862-0676-9689-8A21-7FB84D38541B}"/>
                </a:ext>
              </a:extLst>
            </p:cNvPr>
            <p:cNvSpPr/>
            <p:nvPr/>
          </p:nvSpPr>
          <p:spPr>
            <a:xfrm>
              <a:off x="10209139" y="839371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Oval 181">
              <a:extLst>
                <a:ext uri="{FF2B5EF4-FFF2-40B4-BE49-F238E27FC236}">
                  <a16:creationId xmlns:a16="http://schemas.microsoft.com/office/drawing/2014/main" id="{A5BB72DC-706E-607A-E3BF-B183C733ABDB}"/>
                </a:ext>
              </a:extLst>
            </p:cNvPr>
            <p:cNvSpPr/>
            <p:nvPr/>
          </p:nvSpPr>
          <p:spPr>
            <a:xfrm>
              <a:off x="9491445" y="629946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488087AD-1A80-72CF-F3BB-5A81A6460BC8}"/>
                </a:ext>
              </a:extLst>
            </p:cNvPr>
            <p:cNvSpPr/>
            <p:nvPr/>
          </p:nvSpPr>
          <p:spPr>
            <a:xfrm>
              <a:off x="9805868" y="78076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1964D771-0B55-E309-531A-7DC593A3DF8B}"/>
                </a:ext>
              </a:extLst>
            </p:cNvPr>
            <p:cNvSpPr/>
            <p:nvPr/>
          </p:nvSpPr>
          <p:spPr>
            <a:xfrm>
              <a:off x="9529714" y="85608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30DB38AA-E00F-488E-7D40-975F63A27DC5}"/>
                </a:ext>
              </a:extLst>
            </p:cNvPr>
            <p:cNvSpPr/>
            <p:nvPr/>
          </p:nvSpPr>
          <p:spPr>
            <a:xfrm>
              <a:off x="10209139" y="90246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34C88117-C9D6-7D44-D658-02DF47C90927}"/>
                </a:ext>
              </a:extLst>
            </p:cNvPr>
            <p:cNvSpPr/>
            <p:nvPr/>
          </p:nvSpPr>
          <p:spPr>
            <a:xfrm>
              <a:off x="10373181" y="922308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A7459C98-B337-175F-EA9B-5DF0210F5E32}"/>
                </a:ext>
              </a:extLst>
            </p:cNvPr>
            <p:cNvSpPr/>
            <p:nvPr/>
          </p:nvSpPr>
          <p:spPr>
            <a:xfrm>
              <a:off x="9722391" y="100302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Oval 187">
              <a:extLst>
                <a:ext uri="{FF2B5EF4-FFF2-40B4-BE49-F238E27FC236}">
                  <a16:creationId xmlns:a16="http://schemas.microsoft.com/office/drawing/2014/main" id="{3F7ACA63-F4F9-CD02-708F-AA1136A5CA3A}"/>
                </a:ext>
              </a:extLst>
            </p:cNvPr>
            <p:cNvSpPr/>
            <p:nvPr/>
          </p:nvSpPr>
          <p:spPr>
            <a:xfrm>
              <a:off x="10558448" y="89090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FD09ED4C-3A2C-A17F-B5A4-12AD3763833B}"/>
                </a:ext>
              </a:extLst>
            </p:cNvPr>
            <p:cNvSpPr/>
            <p:nvPr/>
          </p:nvSpPr>
          <p:spPr>
            <a:xfrm>
              <a:off x="10266396" y="651638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DC4E129F-3780-EDD4-641A-A8066B7F72B5}"/>
                </a:ext>
              </a:extLst>
            </p:cNvPr>
            <p:cNvSpPr/>
            <p:nvPr/>
          </p:nvSpPr>
          <p:spPr>
            <a:xfrm>
              <a:off x="10316275" y="71909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939E08B2-2E2B-02E5-C977-D99BCB9B8374}"/>
                </a:ext>
              </a:extLst>
            </p:cNvPr>
            <p:cNvSpPr/>
            <p:nvPr/>
          </p:nvSpPr>
          <p:spPr>
            <a:xfrm>
              <a:off x="10218038" y="708653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B1380D34-2122-D61C-7D41-5740CBE3C4E2}"/>
                </a:ext>
              </a:extLst>
            </p:cNvPr>
            <p:cNvSpPr/>
            <p:nvPr/>
          </p:nvSpPr>
          <p:spPr>
            <a:xfrm>
              <a:off x="11041346" y="63140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817F2068-8D17-9CE6-2E8B-FE07753B775A}"/>
                </a:ext>
              </a:extLst>
            </p:cNvPr>
            <p:cNvSpPr/>
            <p:nvPr/>
          </p:nvSpPr>
          <p:spPr>
            <a:xfrm>
              <a:off x="10121432" y="94148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59775508-0D46-50CE-5C9B-A4DF57E7E4F4}"/>
                </a:ext>
              </a:extLst>
            </p:cNvPr>
            <p:cNvSpPr/>
            <p:nvPr/>
          </p:nvSpPr>
          <p:spPr>
            <a:xfrm>
              <a:off x="9755972" y="83022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6DE2D9BA-2BAC-DE78-8B39-F8BDF438536F}"/>
                </a:ext>
              </a:extLst>
            </p:cNvPr>
            <p:cNvSpPr/>
            <p:nvPr/>
          </p:nvSpPr>
          <p:spPr>
            <a:xfrm>
              <a:off x="9882203" y="856041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FE1BB250-9362-F3F7-0F73-44182896A236}"/>
                </a:ext>
              </a:extLst>
            </p:cNvPr>
            <p:cNvSpPr/>
            <p:nvPr/>
          </p:nvSpPr>
          <p:spPr>
            <a:xfrm>
              <a:off x="9491445" y="93831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B32EBB2A-69E8-28BC-75ED-235ABC376C21}"/>
                </a:ext>
              </a:extLst>
            </p:cNvPr>
            <p:cNvSpPr/>
            <p:nvPr/>
          </p:nvSpPr>
          <p:spPr>
            <a:xfrm>
              <a:off x="10285474" y="97774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9FC2AD26-3F26-1ED0-2A98-568845072928}"/>
                </a:ext>
              </a:extLst>
            </p:cNvPr>
            <p:cNvSpPr/>
            <p:nvPr/>
          </p:nvSpPr>
          <p:spPr>
            <a:xfrm>
              <a:off x="10449516" y="99759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6121F8F0-5C98-17C4-53B1-BCB57AB980D4}"/>
                </a:ext>
              </a:extLst>
            </p:cNvPr>
            <p:cNvSpPr/>
            <p:nvPr/>
          </p:nvSpPr>
          <p:spPr>
            <a:xfrm>
              <a:off x="9362787" y="110007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549B7ADA-7E1F-364D-E076-971404B97425}"/>
                </a:ext>
              </a:extLst>
            </p:cNvPr>
            <p:cNvSpPr/>
            <p:nvPr/>
          </p:nvSpPr>
          <p:spPr>
            <a:xfrm>
              <a:off x="10818990" y="974876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9985BEC0-B66D-A021-2B05-79850A61A7DF}"/>
                </a:ext>
              </a:extLst>
            </p:cNvPr>
            <p:cNvSpPr/>
            <p:nvPr/>
          </p:nvSpPr>
          <p:spPr>
            <a:xfrm>
              <a:off x="10342731" y="72692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934192EA-D2FC-083B-0D6E-172F2244B8FC}"/>
                </a:ext>
              </a:extLst>
            </p:cNvPr>
            <p:cNvSpPr/>
            <p:nvPr/>
          </p:nvSpPr>
          <p:spPr>
            <a:xfrm>
              <a:off x="10392611" y="79437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7C27F871-76B5-D581-2D49-A6FBE204BC41}"/>
                </a:ext>
              </a:extLst>
            </p:cNvPr>
            <p:cNvSpPr/>
            <p:nvPr/>
          </p:nvSpPr>
          <p:spPr>
            <a:xfrm>
              <a:off x="10294373" y="78393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5696ABDC-34F4-31D0-652A-E67F9178EB23}"/>
                </a:ext>
              </a:extLst>
            </p:cNvPr>
            <p:cNvSpPr/>
            <p:nvPr/>
          </p:nvSpPr>
          <p:spPr>
            <a:xfrm>
              <a:off x="11117681" y="70668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90571F1C-4E65-C474-5775-40C5CED4208F}"/>
                </a:ext>
              </a:extLst>
            </p:cNvPr>
            <p:cNvSpPr/>
            <p:nvPr/>
          </p:nvSpPr>
          <p:spPr>
            <a:xfrm>
              <a:off x="9993006" y="711083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F7A99C52-1C3D-B323-7153-A1540F1C6479}"/>
                </a:ext>
              </a:extLst>
            </p:cNvPr>
            <p:cNvSpPr/>
            <p:nvPr/>
          </p:nvSpPr>
          <p:spPr>
            <a:xfrm>
              <a:off x="10157048" y="730929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98B2463B-A9DC-D255-0E44-6497D6EC32C6}"/>
                </a:ext>
              </a:extLst>
            </p:cNvPr>
            <p:cNvSpPr/>
            <p:nvPr/>
          </p:nvSpPr>
          <p:spPr>
            <a:xfrm>
              <a:off x="10342315" y="699521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E6C3692F-DEFE-DC3C-DCBF-2087E65F6592}"/>
                </a:ext>
              </a:extLst>
            </p:cNvPr>
            <p:cNvSpPr/>
            <p:nvPr/>
          </p:nvSpPr>
          <p:spPr>
            <a:xfrm>
              <a:off x="10050263" y="460259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51FBDE9F-965E-C962-9DE2-306C34DCE766}"/>
                </a:ext>
              </a:extLst>
            </p:cNvPr>
            <p:cNvSpPr/>
            <p:nvPr/>
          </p:nvSpPr>
          <p:spPr>
            <a:xfrm>
              <a:off x="10100143" y="527713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4DE32B7C-0D1A-9416-E602-DDBE1C2403E1}"/>
                </a:ext>
              </a:extLst>
            </p:cNvPr>
            <p:cNvSpPr/>
            <p:nvPr/>
          </p:nvSpPr>
          <p:spPr>
            <a:xfrm>
              <a:off x="10001905" y="51727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18D1CF86-4030-68ED-3D09-BC36BC5B137B}"/>
                </a:ext>
              </a:extLst>
            </p:cNvPr>
            <p:cNvSpPr/>
            <p:nvPr/>
          </p:nvSpPr>
          <p:spPr>
            <a:xfrm>
              <a:off x="10825214" y="440023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AE13C741-3C43-D8CD-79AE-489902CFE7A3}"/>
                </a:ext>
              </a:extLst>
            </p:cNvPr>
            <p:cNvSpPr/>
            <p:nvPr/>
          </p:nvSpPr>
          <p:spPr>
            <a:xfrm>
              <a:off x="9748962" y="68602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5AE44E65-6BA9-D3CA-70D7-3AF76DBAEB71}"/>
                </a:ext>
              </a:extLst>
            </p:cNvPr>
            <p:cNvSpPr/>
            <p:nvPr/>
          </p:nvSpPr>
          <p:spPr>
            <a:xfrm>
              <a:off x="10069341" y="78636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2C7529A0-78D8-FE86-82FC-4478C28488CC}"/>
                </a:ext>
              </a:extLst>
            </p:cNvPr>
            <p:cNvSpPr/>
            <p:nvPr/>
          </p:nvSpPr>
          <p:spPr>
            <a:xfrm>
              <a:off x="9962208" y="1206246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57341CD8-3E6A-0EE6-3144-1D0E19077DE1}"/>
                </a:ext>
              </a:extLst>
            </p:cNvPr>
            <p:cNvSpPr/>
            <p:nvPr/>
          </p:nvSpPr>
          <p:spPr>
            <a:xfrm>
              <a:off x="10418650" y="77480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Oval 215">
              <a:extLst>
                <a:ext uri="{FF2B5EF4-FFF2-40B4-BE49-F238E27FC236}">
                  <a16:creationId xmlns:a16="http://schemas.microsoft.com/office/drawing/2014/main" id="{EF4A246A-8C2E-C5BB-C2C1-97F16BB3291F}"/>
                </a:ext>
              </a:extLst>
            </p:cNvPr>
            <p:cNvSpPr/>
            <p:nvPr/>
          </p:nvSpPr>
          <p:spPr>
            <a:xfrm>
              <a:off x="10198380" y="54221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C3E91538-E0B0-B37F-63FA-079947E089BB}"/>
                </a:ext>
              </a:extLst>
            </p:cNvPr>
            <p:cNvSpPr/>
            <p:nvPr/>
          </p:nvSpPr>
          <p:spPr>
            <a:xfrm>
              <a:off x="10176478" y="60299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Oval 217">
              <a:extLst>
                <a:ext uri="{FF2B5EF4-FFF2-40B4-BE49-F238E27FC236}">
                  <a16:creationId xmlns:a16="http://schemas.microsoft.com/office/drawing/2014/main" id="{CBA5EAA4-D5C7-D743-3105-E0F246D036A1}"/>
                </a:ext>
              </a:extLst>
            </p:cNvPr>
            <p:cNvSpPr/>
            <p:nvPr/>
          </p:nvSpPr>
          <p:spPr>
            <a:xfrm>
              <a:off x="10078240" y="592556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0803221E-6955-ABF1-FDDE-C143B9C738E2}"/>
                </a:ext>
              </a:extLst>
            </p:cNvPr>
            <p:cNvSpPr/>
            <p:nvPr/>
          </p:nvSpPr>
          <p:spPr>
            <a:xfrm>
              <a:off x="10722530" y="699521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A2C55B85-7018-CC94-CD45-15277781DD1D}"/>
                </a:ext>
              </a:extLst>
            </p:cNvPr>
            <p:cNvSpPr/>
            <p:nvPr/>
          </p:nvSpPr>
          <p:spPr>
            <a:xfrm>
              <a:off x="10432971" y="702261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5B8AC524-FB66-5414-A9BB-51A63B771310}"/>
                </a:ext>
              </a:extLst>
            </p:cNvPr>
            <p:cNvSpPr/>
            <p:nvPr/>
          </p:nvSpPr>
          <p:spPr>
            <a:xfrm>
              <a:off x="9715277" y="492836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27D2DD6E-3D24-283C-487B-2A5FEA90E33D}"/>
                </a:ext>
              </a:extLst>
            </p:cNvPr>
            <p:cNvSpPr/>
            <p:nvPr/>
          </p:nvSpPr>
          <p:spPr>
            <a:xfrm>
              <a:off x="10029700" y="64365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C584E23A-D1A5-E61E-CB25-7682FEFD3EFE}"/>
                </a:ext>
              </a:extLst>
            </p:cNvPr>
            <p:cNvSpPr/>
            <p:nvPr/>
          </p:nvSpPr>
          <p:spPr>
            <a:xfrm>
              <a:off x="9753546" y="71897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Oval 223">
              <a:extLst>
                <a:ext uri="{FF2B5EF4-FFF2-40B4-BE49-F238E27FC236}">
                  <a16:creationId xmlns:a16="http://schemas.microsoft.com/office/drawing/2014/main" id="{EBBDBDF1-33D4-6291-1936-943A49EDBE57}"/>
                </a:ext>
              </a:extLst>
            </p:cNvPr>
            <p:cNvSpPr/>
            <p:nvPr/>
          </p:nvSpPr>
          <p:spPr>
            <a:xfrm>
              <a:off x="10432971" y="76535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2D994A04-D029-6F1E-4CB6-02D89E38DBF2}"/>
                </a:ext>
              </a:extLst>
            </p:cNvPr>
            <p:cNvSpPr/>
            <p:nvPr/>
          </p:nvSpPr>
          <p:spPr>
            <a:xfrm>
              <a:off x="10597013" y="785198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D7A4F93C-3D63-C7B8-1016-6C9C12D4611E}"/>
                </a:ext>
              </a:extLst>
            </p:cNvPr>
            <p:cNvSpPr/>
            <p:nvPr/>
          </p:nvSpPr>
          <p:spPr>
            <a:xfrm>
              <a:off x="9946223" y="86591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42E77674-756A-2A22-7A13-56FB37DD6A80}"/>
                </a:ext>
              </a:extLst>
            </p:cNvPr>
            <p:cNvSpPr/>
            <p:nvPr/>
          </p:nvSpPr>
          <p:spPr>
            <a:xfrm>
              <a:off x="10782280" y="75379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" name="Oval 227">
              <a:extLst>
                <a:ext uri="{FF2B5EF4-FFF2-40B4-BE49-F238E27FC236}">
                  <a16:creationId xmlns:a16="http://schemas.microsoft.com/office/drawing/2014/main" id="{27D45501-DB1B-C50E-A842-20F144530E04}"/>
                </a:ext>
              </a:extLst>
            </p:cNvPr>
            <p:cNvSpPr/>
            <p:nvPr/>
          </p:nvSpPr>
          <p:spPr>
            <a:xfrm>
              <a:off x="10490228" y="514528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BFE35860-8104-343F-D80A-0404ECE137E1}"/>
                </a:ext>
              </a:extLst>
            </p:cNvPr>
            <p:cNvSpPr/>
            <p:nvPr/>
          </p:nvSpPr>
          <p:spPr>
            <a:xfrm>
              <a:off x="10540107" y="58198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Oval 229">
              <a:extLst>
                <a:ext uri="{FF2B5EF4-FFF2-40B4-BE49-F238E27FC236}">
                  <a16:creationId xmlns:a16="http://schemas.microsoft.com/office/drawing/2014/main" id="{0BC2CD56-CEDE-72BE-8737-DBC45B94E87C}"/>
                </a:ext>
              </a:extLst>
            </p:cNvPr>
            <p:cNvSpPr/>
            <p:nvPr/>
          </p:nvSpPr>
          <p:spPr>
            <a:xfrm>
              <a:off x="10441870" y="571543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" name="Oval 230">
              <a:extLst>
                <a:ext uri="{FF2B5EF4-FFF2-40B4-BE49-F238E27FC236}">
                  <a16:creationId xmlns:a16="http://schemas.microsoft.com/office/drawing/2014/main" id="{3909DB4F-0015-F8A2-664E-B6C9BC3ED2B2}"/>
                </a:ext>
              </a:extLst>
            </p:cNvPr>
            <p:cNvSpPr/>
            <p:nvPr/>
          </p:nvSpPr>
          <p:spPr>
            <a:xfrm>
              <a:off x="11265178" y="49429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Oval 231">
              <a:extLst>
                <a:ext uri="{FF2B5EF4-FFF2-40B4-BE49-F238E27FC236}">
                  <a16:creationId xmlns:a16="http://schemas.microsoft.com/office/drawing/2014/main" id="{2632F2B7-20A6-0861-1CD2-4398F349346F}"/>
                </a:ext>
              </a:extLst>
            </p:cNvPr>
            <p:cNvSpPr/>
            <p:nvPr/>
          </p:nvSpPr>
          <p:spPr>
            <a:xfrm>
              <a:off x="10345264" y="80437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" name="Oval 232">
              <a:extLst>
                <a:ext uri="{FF2B5EF4-FFF2-40B4-BE49-F238E27FC236}">
                  <a16:creationId xmlns:a16="http://schemas.microsoft.com/office/drawing/2014/main" id="{03A4B185-B36B-6310-0F19-9722087F30E6}"/>
                </a:ext>
              </a:extLst>
            </p:cNvPr>
            <p:cNvSpPr/>
            <p:nvPr/>
          </p:nvSpPr>
          <p:spPr>
            <a:xfrm>
              <a:off x="9762618" y="62172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Oval 233">
              <a:extLst>
                <a:ext uri="{FF2B5EF4-FFF2-40B4-BE49-F238E27FC236}">
                  <a16:creationId xmlns:a16="http://schemas.microsoft.com/office/drawing/2014/main" id="{F6985F2A-94B3-1ACC-95C2-EBC9B450C84A}"/>
                </a:ext>
              </a:extLst>
            </p:cNvPr>
            <p:cNvSpPr/>
            <p:nvPr/>
          </p:nvSpPr>
          <p:spPr>
            <a:xfrm>
              <a:off x="10106035" y="718931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" name="Oval 234">
              <a:extLst>
                <a:ext uri="{FF2B5EF4-FFF2-40B4-BE49-F238E27FC236}">
                  <a16:creationId xmlns:a16="http://schemas.microsoft.com/office/drawing/2014/main" id="{CBAA85B4-0537-19FA-BFA5-F0F95309641A}"/>
                </a:ext>
              </a:extLst>
            </p:cNvPr>
            <p:cNvSpPr/>
            <p:nvPr/>
          </p:nvSpPr>
          <p:spPr>
            <a:xfrm>
              <a:off x="9146159" y="92711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6" name="Oval 235">
              <a:extLst>
                <a:ext uri="{FF2B5EF4-FFF2-40B4-BE49-F238E27FC236}">
                  <a16:creationId xmlns:a16="http://schemas.microsoft.com/office/drawing/2014/main" id="{9FCADFB3-7296-5363-60C8-D879EA5E0421}"/>
                </a:ext>
              </a:extLst>
            </p:cNvPr>
            <p:cNvSpPr/>
            <p:nvPr/>
          </p:nvSpPr>
          <p:spPr>
            <a:xfrm>
              <a:off x="10509306" y="84063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7" name="Oval 236">
              <a:extLst>
                <a:ext uri="{FF2B5EF4-FFF2-40B4-BE49-F238E27FC236}">
                  <a16:creationId xmlns:a16="http://schemas.microsoft.com/office/drawing/2014/main" id="{D62B8685-ECCC-5C50-4A2D-EF68F8FEDCDA}"/>
                </a:ext>
              </a:extLst>
            </p:cNvPr>
            <p:cNvSpPr/>
            <p:nvPr/>
          </p:nvSpPr>
          <p:spPr>
            <a:xfrm>
              <a:off x="10673348" y="86048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" name="Oval 237">
              <a:extLst>
                <a:ext uri="{FF2B5EF4-FFF2-40B4-BE49-F238E27FC236}">
                  <a16:creationId xmlns:a16="http://schemas.microsoft.com/office/drawing/2014/main" id="{5A0849CA-8449-C88E-346A-B1AC55672699}"/>
                </a:ext>
              </a:extLst>
            </p:cNvPr>
            <p:cNvSpPr/>
            <p:nvPr/>
          </p:nvSpPr>
          <p:spPr>
            <a:xfrm>
              <a:off x="9586619" y="96296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9" name="Oval 238">
              <a:extLst>
                <a:ext uri="{FF2B5EF4-FFF2-40B4-BE49-F238E27FC236}">
                  <a16:creationId xmlns:a16="http://schemas.microsoft.com/office/drawing/2014/main" id="{B757507D-4B42-63DB-223F-2050773AA3AA}"/>
                </a:ext>
              </a:extLst>
            </p:cNvPr>
            <p:cNvSpPr/>
            <p:nvPr/>
          </p:nvSpPr>
          <p:spPr>
            <a:xfrm>
              <a:off x="11042822" y="837766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" name="Oval 239">
              <a:extLst>
                <a:ext uri="{FF2B5EF4-FFF2-40B4-BE49-F238E27FC236}">
                  <a16:creationId xmlns:a16="http://schemas.microsoft.com/office/drawing/2014/main" id="{49B9EC03-FD2F-7A38-9230-7A82C927AFD8}"/>
                </a:ext>
              </a:extLst>
            </p:cNvPr>
            <p:cNvSpPr/>
            <p:nvPr/>
          </p:nvSpPr>
          <p:spPr>
            <a:xfrm>
              <a:off x="10575110" y="36612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1" name="Oval 240">
              <a:extLst>
                <a:ext uri="{FF2B5EF4-FFF2-40B4-BE49-F238E27FC236}">
                  <a16:creationId xmlns:a16="http://schemas.microsoft.com/office/drawing/2014/main" id="{511D9EBC-1A72-6E6E-504B-EB4289515CBF}"/>
                </a:ext>
              </a:extLst>
            </p:cNvPr>
            <p:cNvSpPr/>
            <p:nvPr/>
          </p:nvSpPr>
          <p:spPr>
            <a:xfrm>
              <a:off x="10616443" y="65726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2" name="Oval 241">
              <a:extLst>
                <a:ext uri="{FF2B5EF4-FFF2-40B4-BE49-F238E27FC236}">
                  <a16:creationId xmlns:a16="http://schemas.microsoft.com/office/drawing/2014/main" id="{C1230C02-0109-5164-11B7-4EF7D7212392}"/>
                </a:ext>
              </a:extLst>
            </p:cNvPr>
            <p:cNvSpPr/>
            <p:nvPr/>
          </p:nvSpPr>
          <p:spPr>
            <a:xfrm>
              <a:off x="10518205" y="64682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3" name="Oval 242">
              <a:extLst>
                <a:ext uri="{FF2B5EF4-FFF2-40B4-BE49-F238E27FC236}">
                  <a16:creationId xmlns:a16="http://schemas.microsoft.com/office/drawing/2014/main" id="{C07CECB3-9FDF-6018-E0DB-E3FB36FD2AC4}"/>
                </a:ext>
              </a:extLst>
            </p:cNvPr>
            <p:cNvSpPr/>
            <p:nvPr/>
          </p:nvSpPr>
          <p:spPr>
            <a:xfrm>
              <a:off x="11341513" y="56957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4" name="Oval 243">
              <a:extLst>
                <a:ext uri="{FF2B5EF4-FFF2-40B4-BE49-F238E27FC236}">
                  <a16:creationId xmlns:a16="http://schemas.microsoft.com/office/drawing/2014/main" id="{4D09AEAD-6508-585E-8C42-42A810478779}"/>
                </a:ext>
              </a:extLst>
            </p:cNvPr>
            <p:cNvSpPr/>
            <p:nvPr/>
          </p:nvSpPr>
          <p:spPr>
            <a:xfrm>
              <a:off x="10216838" y="573973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5" name="Oval 244">
              <a:extLst>
                <a:ext uri="{FF2B5EF4-FFF2-40B4-BE49-F238E27FC236}">
                  <a16:creationId xmlns:a16="http://schemas.microsoft.com/office/drawing/2014/main" id="{49CB93E6-7242-1128-A68B-EC5D81AFFA75}"/>
                </a:ext>
              </a:extLst>
            </p:cNvPr>
            <p:cNvSpPr/>
            <p:nvPr/>
          </p:nvSpPr>
          <p:spPr>
            <a:xfrm>
              <a:off x="10323928" y="42414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6" name="Oval 245">
              <a:extLst>
                <a:ext uri="{FF2B5EF4-FFF2-40B4-BE49-F238E27FC236}">
                  <a16:creationId xmlns:a16="http://schemas.microsoft.com/office/drawing/2014/main" id="{8706B937-8C8F-BB33-140A-2C0C882A9E45}"/>
                </a:ext>
              </a:extLst>
            </p:cNvPr>
            <p:cNvSpPr/>
            <p:nvPr/>
          </p:nvSpPr>
          <p:spPr>
            <a:xfrm>
              <a:off x="11208273" y="38940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7" name="Oval 246">
              <a:extLst>
                <a:ext uri="{FF2B5EF4-FFF2-40B4-BE49-F238E27FC236}">
                  <a16:creationId xmlns:a16="http://schemas.microsoft.com/office/drawing/2014/main" id="{A92313D1-BDA8-4E53-7AE9-631391406551}"/>
                </a:ext>
              </a:extLst>
            </p:cNvPr>
            <p:cNvSpPr/>
            <p:nvPr/>
          </p:nvSpPr>
          <p:spPr>
            <a:xfrm>
              <a:off x="10274095" y="323149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AFFE5D5A-D8D8-B3E7-804A-DF1008B53AE1}"/>
                </a:ext>
              </a:extLst>
            </p:cNvPr>
            <p:cNvSpPr/>
            <p:nvPr/>
          </p:nvSpPr>
          <p:spPr>
            <a:xfrm>
              <a:off x="9658372" y="433048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9" name="Oval 248">
              <a:extLst>
                <a:ext uri="{FF2B5EF4-FFF2-40B4-BE49-F238E27FC236}">
                  <a16:creationId xmlns:a16="http://schemas.microsoft.com/office/drawing/2014/main" id="{0C1D6256-8F62-6890-F5E9-A8B76061A8B3}"/>
                </a:ext>
              </a:extLst>
            </p:cNvPr>
            <p:cNvSpPr/>
            <p:nvPr/>
          </p:nvSpPr>
          <p:spPr>
            <a:xfrm>
              <a:off x="10225737" y="38016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0" name="Oval 249">
              <a:extLst>
                <a:ext uri="{FF2B5EF4-FFF2-40B4-BE49-F238E27FC236}">
                  <a16:creationId xmlns:a16="http://schemas.microsoft.com/office/drawing/2014/main" id="{53D26EFC-4415-B1A0-653F-75B5E2F73E4A}"/>
                </a:ext>
              </a:extLst>
            </p:cNvPr>
            <p:cNvSpPr/>
            <p:nvPr/>
          </p:nvSpPr>
          <p:spPr>
            <a:xfrm>
              <a:off x="11049046" y="302913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1" name="Oval 250">
              <a:extLst>
                <a:ext uri="{FF2B5EF4-FFF2-40B4-BE49-F238E27FC236}">
                  <a16:creationId xmlns:a16="http://schemas.microsoft.com/office/drawing/2014/main" id="{A3FD2E6A-4296-DC4F-6B87-A3534DCCCF18}"/>
                </a:ext>
              </a:extLst>
            </p:cNvPr>
            <p:cNvSpPr/>
            <p:nvPr/>
          </p:nvSpPr>
          <p:spPr>
            <a:xfrm>
              <a:off x="9972794" y="54891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" name="Oval 251">
              <a:extLst>
                <a:ext uri="{FF2B5EF4-FFF2-40B4-BE49-F238E27FC236}">
                  <a16:creationId xmlns:a16="http://schemas.microsoft.com/office/drawing/2014/main" id="{9A8BD65A-DD5A-64B0-A9F2-87B6566C2822}"/>
                </a:ext>
              </a:extLst>
            </p:cNvPr>
            <p:cNvSpPr/>
            <p:nvPr/>
          </p:nvSpPr>
          <p:spPr>
            <a:xfrm>
              <a:off x="10293173" y="64925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3" name="Oval 252">
              <a:extLst>
                <a:ext uri="{FF2B5EF4-FFF2-40B4-BE49-F238E27FC236}">
                  <a16:creationId xmlns:a16="http://schemas.microsoft.com/office/drawing/2014/main" id="{BF69D951-FA73-271E-19E5-F27633356CD1}"/>
                </a:ext>
              </a:extLst>
            </p:cNvPr>
            <p:cNvSpPr/>
            <p:nvPr/>
          </p:nvSpPr>
          <p:spPr>
            <a:xfrm>
              <a:off x="10186040" y="1069136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" name="Oval 253">
              <a:extLst>
                <a:ext uri="{FF2B5EF4-FFF2-40B4-BE49-F238E27FC236}">
                  <a16:creationId xmlns:a16="http://schemas.microsoft.com/office/drawing/2014/main" id="{1AF9DB25-169A-8F4C-1CAE-1D6C4E7231BC}"/>
                </a:ext>
              </a:extLst>
            </p:cNvPr>
            <p:cNvSpPr/>
            <p:nvPr/>
          </p:nvSpPr>
          <p:spPr>
            <a:xfrm>
              <a:off x="10769351" y="563563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" name="Oval 254">
              <a:extLst>
                <a:ext uri="{FF2B5EF4-FFF2-40B4-BE49-F238E27FC236}">
                  <a16:creationId xmlns:a16="http://schemas.microsoft.com/office/drawing/2014/main" id="{7BD18D66-0485-ECF0-BEB0-897677DB27E5}"/>
                </a:ext>
              </a:extLst>
            </p:cNvPr>
            <p:cNvSpPr/>
            <p:nvPr/>
          </p:nvSpPr>
          <p:spPr>
            <a:xfrm>
              <a:off x="10422212" y="40510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" name="Oval 255">
              <a:extLst>
                <a:ext uri="{FF2B5EF4-FFF2-40B4-BE49-F238E27FC236}">
                  <a16:creationId xmlns:a16="http://schemas.microsoft.com/office/drawing/2014/main" id="{91CAF3B1-E6C0-397F-AFDA-26A558AB2822}"/>
                </a:ext>
              </a:extLst>
            </p:cNvPr>
            <p:cNvSpPr/>
            <p:nvPr/>
          </p:nvSpPr>
          <p:spPr>
            <a:xfrm>
              <a:off x="9756149" y="314211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" name="Oval 256">
              <a:extLst>
                <a:ext uri="{FF2B5EF4-FFF2-40B4-BE49-F238E27FC236}">
                  <a16:creationId xmlns:a16="http://schemas.microsoft.com/office/drawing/2014/main" id="{C66C7E07-F2DA-3D40-44D2-36AE21DE2DD5}"/>
                </a:ext>
              </a:extLst>
            </p:cNvPr>
            <p:cNvSpPr/>
            <p:nvPr/>
          </p:nvSpPr>
          <p:spPr>
            <a:xfrm>
              <a:off x="9602484" y="51459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8" name="Oval 257">
              <a:extLst>
                <a:ext uri="{FF2B5EF4-FFF2-40B4-BE49-F238E27FC236}">
                  <a16:creationId xmlns:a16="http://schemas.microsoft.com/office/drawing/2014/main" id="{84E71D16-ED4E-3B1A-B303-96D88836D1B6}"/>
                </a:ext>
              </a:extLst>
            </p:cNvPr>
            <p:cNvSpPr/>
            <p:nvPr/>
          </p:nvSpPr>
          <p:spPr>
            <a:xfrm>
              <a:off x="10946362" y="562411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2E543D3-CE54-8B35-EBDD-3654B5AA1E91}"/>
              </a:ext>
            </a:extLst>
          </p:cNvPr>
          <p:cNvSpPr txBox="1"/>
          <p:nvPr/>
        </p:nvSpPr>
        <p:spPr>
          <a:xfrm>
            <a:off x="207284" y="812519"/>
            <a:ext cx="2556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Given: Bee locations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74760D-D65D-CC6C-D22C-0B42E76F20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5585" y="901765"/>
            <a:ext cx="243622" cy="1884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27A2A5-9D65-89BF-3889-D82435E77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9567" y="873645"/>
            <a:ext cx="217378" cy="2173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015EDF-DE1D-2C25-255D-46EBFB32F8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9343" y="761874"/>
            <a:ext cx="1148047" cy="3693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2E77BFA-99F7-2370-E612-4756B42652AE}"/>
              </a:ext>
            </a:extLst>
          </p:cNvPr>
          <p:cNvSpPr txBox="1"/>
          <p:nvPr/>
        </p:nvSpPr>
        <p:spPr>
          <a:xfrm>
            <a:off x="3280358" y="817059"/>
            <a:ext cx="5173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Estimate: bee colors       and bee hives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F7C2EF2-FBC0-F3CD-DCE8-43071B9ACC8F}"/>
              </a:ext>
            </a:extLst>
          </p:cNvPr>
          <p:cNvGrpSpPr/>
          <p:nvPr/>
        </p:nvGrpSpPr>
        <p:grpSpPr>
          <a:xfrm>
            <a:off x="-181802" y="2829804"/>
            <a:ext cx="4053749" cy="1198392"/>
            <a:chOff x="2236215" y="2424572"/>
            <a:chExt cx="5997134" cy="1772906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8C1472D-B420-6F33-42EA-92F3880BFF79}"/>
                </a:ext>
              </a:extLst>
            </p:cNvPr>
            <p:cNvSpPr/>
            <p:nvPr/>
          </p:nvSpPr>
          <p:spPr>
            <a:xfrm>
              <a:off x="2236215" y="3321502"/>
              <a:ext cx="4978875" cy="522529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3988CF">
                <a:alpha val="30196"/>
              </a:srgb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B89CC7A-5FB3-1642-0DD2-45E19B010F38}"/>
                </a:ext>
              </a:extLst>
            </p:cNvPr>
            <p:cNvSpPr/>
            <p:nvPr/>
          </p:nvSpPr>
          <p:spPr>
            <a:xfrm>
              <a:off x="5739567" y="2424572"/>
              <a:ext cx="2493782" cy="1447376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FF0909">
                <a:alpha val="29804"/>
              </a:srgb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33684581-3953-82B9-A5EC-0886B586658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744620" y="3096038"/>
              <a:ext cx="457264" cy="704948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2D3F3380-D13A-121F-6FD5-59564D5C272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6986458" y="3096038"/>
              <a:ext cx="457264" cy="704948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3125B846-0CCC-FBF0-0FDF-78CD2BA6E5A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5514786" y="3827386"/>
              <a:ext cx="314972" cy="370092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8E6BB73-AA90-BECB-E43A-31E7FD44CBC9}"/>
              </a:ext>
            </a:extLst>
          </p:cNvPr>
          <p:cNvGrpSpPr/>
          <p:nvPr/>
        </p:nvGrpSpPr>
        <p:grpSpPr>
          <a:xfrm>
            <a:off x="8063234" y="2155048"/>
            <a:ext cx="1749643" cy="111517"/>
            <a:chOff x="6300513" y="1580779"/>
            <a:chExt cx="1749643" cy="11151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DBCFC62-8617-D88D-A833-B1A1CABF1681}"/>
                </a:ext>
              </a:extLst>
            </p:cNvPr>
            <p:cNvCxnSpPr>
              <a:cxnSpLocks/>
            </p:cNvCxnSpPr>
            <p:nvPr/>
          </p:nvCxnSpPr>
          <p:spPr>
            <a:xfrm>
              <a:off x="6436168" y="1692296"/>
              <a:ext cx="161398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C5EEFF-F058-46FB-E356-9EA96DE6B809}"/>
                </a:ext>
              </a:extLst>
            </p:cNvPr>
            <p:cNvCxnSpPr>
              <a:cxnSpLocks/>
            </p:cNvCxnSpPr>
            <p:nvPr/>
          </p:nvCxnSpPr>
          <p:spPr>
            <a:xfrm>
              <a:off x="6300513" y="1580779"/>
              <a:ext cx="135655" cy="111517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045F6A22-91AE-9CDB-363A-EE2788C24474}"/>
              </a:ext>
            </a:extLst>
          </p:cNvPr>
          <p:cNvSpPr txBox="1"/>
          <p:nvPr/>
        </p:nvSpPr>
        <p:spPr>
          <a:xfrm>
            <a:off x="8270677" y="1806869"/>
            <a:ext cx="36318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77"/>
                <a:sym typeface="Wingdings" pitchFamily="2" charset="2"/>
              </a:rPr>
              <a:t>How likely a red bee is here</a:t>
            </a:r>
            <a:endParaRPr lang="en-US" sz="2000" dirty="0">
              <a:latin typeface="Arial Rounded MT Bold" panose="020F0704030504030204" pitchFamily="34" charset="77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E748680-60F7-ADFB-7D6E-2BB12D18B72D}"/>
              </a:ext>
            </a:extLst>
          </p:cNvPr>
          <p:cNvGrpSpPr/>
          <p:nvPr/>
        </p:nvGrpSpPr>
        <p:grpSpPr>
          <a:xfrm>
            <a:off x="7107063" y="2658824"/>
            <a:ext cx="1749643" cy="111517"/>
            <a:chOff x="6300513" y="1580779"/>
            <a:chExt cx="1749643" cy="111517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02ABFF9-8441-F7DD-867A-3FFF71617EA1}"/>
                </a:ext>
              </a:extLst>
            </p:cNvPr>
            <p:cNvCxnSpPr>
              <a:cxnSpLocks/>
            </p:cNvCxnSpPr>
            <p:nvPr/>
          </p:nvCxnSpPr>
          <p:spPr>
            <a:xfrm>
              <a:off x="6436168" y="1692296"/>
              <a:ext cx="161398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CE423BB-BD29-6089-AABF-79236A97EFCD}"/>
                </a:ext>
              </a:extLst>
            </p:cNvPr>
            <p:cNvCxnSpPr>
              <a:cxnSpLocks/>
            </p:cNvCxnSpPr>
            <p:nvPr/>
          </p:nvCxnSpPr>
          <p:spPr>
            <a:xfrm>
              <a:off x="6300513" y="1580779"/>
              <a:ext cx="135655" cy="111517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29C38AEF-0A12-21EE-63FD-37EB0BCE2090}"/>
              </a:ext>
            </a:extLst>
          </p:cNvPr>
          <p:cNvSpPr txBox="1"/>
          <p:nvPr/>
        </p:nvSpPr>
        <p:spPr>
          <a:xfrm>
            <a:off x="7314506" y="2310645"/>
            <a:ext cx="36318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77"/>
                <a:sym typeface="Wingdings" pitchFamily="2" charset="2"/>
              </a:rPr>
              <a:t>How likely a bee is here</a:t>
            </a:r>
            <a:endParaRPr lang="en-US" sz="2000" dirty="0">
              <a:latin typeface="Arial Rounded MT Bold" panose="020F070403050403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327791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EBAC4-0FC9-0096-77DC-D8A0B7242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9FC129-BE88-912A-26FC-77061B257187}"/>
              </a:ext>
            </a:extLst>
          </p:cNvPr>
          <p:cNvSpPr txBox="1"/>
          <p:nvPr/>
        </p:nvSpPr>
        <p:spPr>
          <a:xfrm>
            <a:off x="276411" y="260293"/>
            <a:ext cx="3595536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Expectation Maximization (EM)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F0F27DA-F159-F90F-21EF-EB675AEABA51}"/>
              </a:ext>
            </a:extLst>
          </p:cNvPr>
          <p:cNvSpPr txBox="1"/>
          <p:nvPr/>
        </p:nvSpPr>
        <p:spPr>
          <a:xfrm>
            <a:off x="207284" y="1392594"/>
            <a:ext cx="6683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But we can estimate        if we know locations of both hives    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62E5E19F-A7B8-0A4C-20DF-E0EE0219B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3772" y="1432476"/>
            <a:ext cx="217378" cy="217378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D6332BC0-659D-278E-D873-C81971AEA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9758" y="2099305"/>
            <a:ext cx="2338744" cy="28421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326C2D2-7D92-2966-12EB-4AC4415792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9383" y="1898272"/>
            <a:ext cx="3150143" cy="713510"/>
          </a:xfrm>
          <a:prstGeom prst="rect">
            <a:avLst/>
          </a:prstGeom>
        </p:spPr>
      </p:pic>
      <p:grpSp>
        <p:nvGrpSpPr>
          <p:cNvPr id="179" name="Group 178">
            <a:extLst>
              <a:ext uri="{FF2B5EF4-FFF2-40B4-BE49-F238E27FC236}">
                <a16:creationId xmlns:a16="http://schemas.microsoft.com/office/drawing/2014/main" id="{3540DB6F-A2FC-F9FD-6525-E9BD0F34C796}"/>
              </a:ext>
            </a:extLst>
          </p:cNvPr>
          <p:cNvGrpSpPr/>
          <p:nvPr/>
        </p:nvGrpSpPr>
        <p:grpSpPr>
          <a:xfrm>
            <a:off x="8566522" y="251770"/>
            <a:ext cx="3349067" cy="1103254"/>
            <a:chOff x="8566522" y="251770"/>
            <a:chExt cx="3349067" cy="1103254"/>
          </a:xfrm>
        </p:grpSpPr>
        <p:sp>
          <p:nvSpPr>
            <p:cNvPr id="180" name="Parallelogram 179">
              <a:extLst>
                <a:ext uri="{FF2B5EF4-FFF2-40B4-BE49-F238E27FC236}">
                  <a16:creationId xmlns:a16="http://schemas.microsoft.com/office/drawing/2014/main" id="{14E353DF-172C-E4BC-3943-D2C5AB9BE893}"/>
                </a:ext>
              </a:extLst>
            </p:cNvPr>
            <p:cNvSpPr/>
            <p:nvPr/>
          </p:nvSpPr>
          <p:spPr>
            <a:xfrm>
              <a:off x="8566522" y="251770"/>
              <a:ext cx="3349067" cy="1103254"/>
            </a:xfrm>
            <a:prstGeom prst="parallelogram">
              <a:avLst>
                <a:gd name="adj" fmla="val 94320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259B7D4A-AA12-363F-C3F9-B8C46511A41F}"/>
                </a:ext>
              </a:extLst>
            </p:cNvPr>
            <p:cNvSpPr/>
            <p:nvPr/>
          </p:nvSpPr>
          <p:spPr>
            <a:xfrm>
              <a:off x="10209139" y="839371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Oval 181">
              <a:extLst>
                <a:ext uri="{FF2B5EF4-FFF2-40B4-BE49-F238E27FC236}">
                  <a16:creationId xmlns:a16="http://schemas.microsoft.com/office/drawing/2014/main" id="{F2934047-2607-F5DE-74E4-7E91B9BDDD19}"/>
                </a:ext>
              </a:extLst>
            </p:cNvPr>
            <p:cNvSpPr/>
            <p:nvPr/>
          </p:nvSpPr>
          <p:spPr>
            <a:xfrm>
              <a:off x="9491445" y="629946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29F456E2-5BBA-8D2F-7CA2-902C189F94A2}"/>
                </a:ext>
              </a:extLst>
            </p:cNvPr>
            <p:cNvSpPr/>
            <p:nvPr/>
          </p:nvSpPr>
          <p:spPr>
            <a:xfrm>
              <a:off x="9805868" y="78076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81DDE18E-F7BE-E61D-D52D-C475F5F2716E}"/>
                </a:ext>
              </a:extLst>
            </p:cNvPr>
            <p:cNvSpPr/>
            <p:nvPr/>
          </p:nvSpPr>
          <p:spPr>
            <a:xfrm>
              <a:off x="9529714" y="85608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089ADD7E-9685-8B39-6AF6-AD932B5C32A7}"/>
                </a:ext>
              </a:extLst>
            </p:cNvPr>
            <p:cNvSpPr/>
            <p:nvPr/>
          </p:nvSpPr>
          <p:spPr>
            <a:xfrm>
              <a:off x="10209139" y="90246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56B6789F-28F1-FEE8-E40E-9370F35A1AA2}"/>
                </a:ext>
              </a:extLst>
            </p:cNvPr>
            <p:cNvSpPr/>
            <p:nvPr/>
          </p:nvSpPr>
          <p:spPr>
            <a:xfrm>
              <a:off x="10373181" y="922308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82B2E882-23EA-4396-175F-4EA95A481681}"/>
                </a:ext>
              </a:extLst>
            </p:cNvPr>
            <p:cNvSpPr/>
            <p:nvPr/>
          </p:nvSpPr>
          <p:spPr>
            <a:xfrm>
              <a:off x="9722391" y="100302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Oval 187">
              <a:extLst>
                <a:ext uri="{FF2B5EF4-FFF2-40B4-BE49-F238E27FC236}">
                  <a16:creationId xmlns:a16="http://schemas.microsoft.com/office/drawing/2014/main" id="{787E17A4-DAA1-5E06-1636-9ECD2CDB1F4E}"/>
                </a:ext>
              </a:extLst>
            </p:cNvPr>
            <p:cNvSpPr/>
            <p:nvPr/>
          </p:nvSpPr>
          <p:spPr>
            <a:xfrm>
              <a:off x="10558448" y="89090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D4B0CDB3-E87D-248C-6255-8E48CE289D87}"/>
                </a:ext>
              </a:extLst>
            </p:cNvPr>
            <p:cNvSpPr/>
            <p:nvPr/>
          </p:nvSpPr>
          <p:spPr>
            <a:xfrm>
              <a:off x="10266396" y="651638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F609FBEC-26F9-CE8A-E4D9-5FB8CFA31DD8}"/>
                </a:ext>
              </a:extLst>
            </p:cNvPr>
            <p:cNvSpPr/>
            <p:nvPr/>
          </p:nvSpPr>
          <p:spPr>
            <a:xfrm>
              <a:off x="10316275" y="71909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02C39FB0-15BC-6C2C-FC3F-3EFB951C68B6}"/>
                </a:ext>
              </a:extLst>
            </p:cNvPr>
            <p:cNvSpPr/>
            <p:nvPr/>
          </p:nvSpPr>
          <p:spPr>
            <a:xfrm>
              <a:off x="10218038" y="708653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77BFD653-FA8C-3A79-C3A3-AA463C4519DE}"/>
                </a:ext>
              </a:extLst>
            </p:cNvPr>
            <p:cNvSpPr/>
            <p:nvPr/>
          </p:nvSpPr>
          <p:spPr>
            <a:xfrm>
              <a:off x="11041346" y="63140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A27077BF-7326-029E-8538-E66D699ACD4F}"/>
                </a:ext>
              </a:extLst>
            </p:cNvPr>
            <p:cNvSpPr/>
            <p:nvPr/>
          </p:nvSpPr>
          <p:spPr>
            <a:xfrm>
              <a:off x="10121432" y="94148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E5E57AC6-1022-00BD-ED14-18458785ECFB}"/>
                </a:ext>
              </a:extLst>
            </p:cNvPr>
            <p:cNvSpPr/>
            <p:nvPr/>
          </p:nvSpPr>
          <p:spPr>
            <a:xfrm>
              <a:off x="9755972" y="83022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830EFA18-933E-6FC9-A289-65E312E65AA6}"/>
                </a:ext>
              </a:extLst>
            </p:cNvPr>
            <p:cNvSpPr/>
            <p:nvPr/>
          </p:nvSpPr>
          <p:spPr>
            <a:xfrm>
              <a:off x="9882203" y="856041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CA126FF6-DEC0-AFFB-DFE7-5732BE65B337}"/>
                </a:ext>
              </a:extLst>
            </p:cNvPr>
            <p:cNvSpPr/>
            <p:nvPr/>
          </p:nvSpPr>
          <p:spPr>
            <a:xfrm>
              <a:off x="9491445" y="93831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94810D09-7CC1-0DEB-9224-3A0A67C4E3B6}"/>
                </a:ext>
              </a:extLst>
            </p:cNvPr>
            <p:cNvSpPr/>
            <p:nvPr/>
          </p:nvSpPr>
          <p:spPr>
            <a:xfrm>
              <a:off x="10285474" y="97774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F43A4968-CDF7-6274-5670-35EC44753FC6}"/>
                </a:ext>
              </a:extLst>
            </p:cNvPr>
            <p:cNvSpPr/>
            <p:nvPr/>
          </p:nvSpPr>
          <p:spPr>
            <a:xfrm>
              <a:off x="10449516" y="99759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10D6F9E2-5359-0372-9F33-EC4D857D4458}"/>
                </a:ext>
              </a:extLst>
            </p:cNvPr>
            <p:cNvSpPr/>
            <p:nvPr/>
          </p:nvSpPr>
          <p:spPr>
            <a:xfrm>
              <a:off x="9362787" y="110007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0740D6F8-454A-C6BB-5D8D-B73E15328C68}"/>
                </a:ext>
              </a:extLst>
            </p:cNvPr>
            <p:cNvSpPr/>
            <p:nvPr/>
          </p:nvSpPr>
          <p:spPr>
            <a:xfrm>
              <a:off x="10818990" y="974876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783E9C37-60E5-F489-A7AA-EF3F0C17A6D1}"/>
                </a:ext>
              </a:extLst>
            </p:cNvPr>
            <p:cNvSpPr/>
            <p:nvPr/>
          </p:nvSpPr>
          <p:spPr>
            <a:xfrm>
              <a:off x="10342731" y="72692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F1D64CFA-41B5-CBE3-357B-911E9FC16B41}"/>
                </a:ext>
              </a:extLst>
            </p:cNvPr>
            <p:cNvSpPr/>
            <p:nvPr/>
          </p:nvSpPr>
          <p:spPr>
            <a:xfrm>
              <a:off x="10392611" y="79437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37A12E1D-E0CE-9535-B615-B87F64823DFE}"/>
                </a:ext>
              </a:extLst>
            </p:cNvPr>
            <p:cNvSpPr/>
            <p:nvPr/>
          </p:nvSpPr>
          <p:spPr>
            <a:xfrm>
              <a:off x="10294373" y="78393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28A858DD-1D77-9696-1A71-E339EEFB6605}"/>
                </a:ext>
              </a:extLst>
            </p:cNvPr>
            <p:cNvSpPr/>
            <p:nvPr/>
          </p:nvSpPr>
          <p:spPr>
            <a:xfrm>
              <a:off x="11117681" y="70668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E80326C8-A35B-FB06-B821-044F5C730F7E}"/>
                </a:ext>
              </a:extLst>
            </p:cNvPr>
            <p:cNvSpPr/>
            <p:nvPr/>
          </p:nvSpPr>
          <p:spPr>
            <a:xfrm>
              <a:off x="9993006" y="711083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8E1C400E-556E-2EBF-B0A4-C3E0232F7A62}"/>
                </a:ext>
              </a:extLst>
            </p:cNvPr>
            <p:cNvSpPr/>
            <p:nvPr/>
          </p:nvSpPr>
          <p:spPr>
            <a:xfrm>
              <a:off x="10157048" y="730929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BD513B72-8627-7BB1-EC98-1F9D525B573E}"/>
                </a:ext>
              </a:extLst>
            </p:cNvPr>
            <p:cNvSpPr/>
            <p:nvPr/>
          </p:nvSpPr>
          <p:spPr>
            <a:xfrm>
              <a:off x="10342315" y="699521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C9CAD140-8B1D-A4EB-C179-F5A5DF28E5AF}"/>
                </a:ext>
              </a:extLst>
            </p:cNvPr>
            <p:cNvSpPr/>
            <p:nvPr/>
          </p:nvSpPr>
          <p:spPr>
            <a:xfrm>
              <a:off x="10050263" y="460259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46B279B1-1653-C204-EB6C-DEF762952C26}"/>
                </a:ext>
              </a:extLst>
            </p:cNvPr>
            <p:cNvSpPr/>
            <p:nvPr/>
          </p:nvSpPr>
          <p:spPr>
            <a:xfrm>
              <a:off x="10100143" y="527713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FF8C2C47-9705-0A00-F03B-DC0004393F5D}"/>
                </a:ext>
              </a:extLst>
            </p:cNvPr>
            <p:cNvSpPr/>
            <p:nvPr/>
          </p:nvSpPr>
          <p:spPr>
            <a:xfrm>
              <a:off x="10001905" y="51727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8E465132-CA69-DCCE-A843-A07A3361AF70}"/>
                </a:ext>
              </a:extLst>
            </p:cNvPr>
            <p:cNvSpPr/>
            <p:nvPr/>
          </p:nvSpPr>
          <p:spPr>
            <a:xfrm>
              <a:off x="10825214" y="440023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81E46BBC-303A-07FC-A879-A72E6D1E6460}"/>
                </a:ext>
              </a:extLst>
            </p:cNvPr>
            <p:cNvSpPr/>
            <p:nvPr/>
          </p:nvSpPr>
          <p:spPr>
            <a:xfrm>
              <a:off x="9748962" y="68602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5AFFA386-CDF6-4479-009E-F5D793AEFA84}"/>
                </a:ext>
              </a:extLst>
            </p:cNvPr>
            <p:cNvSpPr/>
            <p:nvPr/>
          </p:nvSpPr>
          <p:spPr>
            <a:xfrm>
              <a:off x="10069341" y="78636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559B22D4-2DFB-47B7-9670-FA4A7E90B1A1}"/>
                </a:ext>
              </a:extLst>
            </p:cNvPr>
            <p:cNvSpPr/>
            <p:nvPr/>
          </p:nvSpPr>
          <p:spPr>
            <a:xfrm>
              <a:off x="9962208" y="1206246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0B1BE653-4F27-7483-9212-72044118EB4E}"/>
                </a:ext>
              </a:extLst>
            </p:cNvPr>
            <p:cNvSpPr/>
            <p:nvPr/>
          </p:nvSpPr>
          <p:spPr>
            <a:xfrm>
              <a:off x="10418650" y="77480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Oval 215">
              <a:extLst>
                <a:ext uri="{FF2B5EF4-FFF2-40B4-BE49-F238E27FC236}">
                  <a16:creationId xmlns:a16="http://schemas.microsoft.com/office/drawing/2014/main" id="{F1D2BF22-5F11-4D23-EC2D-E0830C64C5E2}"/>
                </a:ext>
              </a:extLst>
            </p:cNvPr>
            <p:cNvSpPr/>
            <p:nvPr/>
          </p:nvSpPr>
          <p:spPr>
            <a:xfrm>
              <a:off x="10198380" y="54221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9F4BE1C5-C63B-049A-F922-AA929C314EE2}"/>
                </a:ext>
              </a:extLst>
            </p:cNvPr>
            <p:cNvSpPr/>
            <p:nvPr/>
          </p:nvSpPr>
          <p:spPr>
            <a:xfrm>
              <a:off x="10176478" y="60299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Oval 217">
              <a:extLst>
                <a:ext uri="{FF2B5EF4-FFF2-40B4-BE49-F238E27FC236}">
                  <a16:creationId xmlns:a16="http://schemas.microsoft.com/office/drawing/2014/main" id="{7C1C91CC-4F6F-3AA3-FB3F-9A685D445313}"/>
                </a:ext>
              </a:extLst>
            </p:cNvPr>
            <p:cNvSpPr/>
            <p:nvPr/>
          </p:nvSpPr>
          <p:spPr>
            <a:xfrm>
              <a:off x="10078240" y="592556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4F1FB12A-0442-6AB5-5439-37BC9C10E92E}"/>
                </a:ext>
              </a:extLst>
            </p:cNvPr>
            <p:cNvSpPr/>
            <p:nvPr/>
          </p:nvSpPr>
          <p:spPr>
            <a:xfrm>
              <a:off x="10722530" y="699521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89C6763A-D887-C42A-EDA6-317473B5CD57}"/>
                </a:ext>
              </a:extLst>
            </p:cNvPr>
            <p:cNvSpPr/>
            <p:nvPr/>
          </p:nvSpPr>
          <p:spPr>
            <a:xfrm>
              <a:off x="10432971" y="702261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E8ECF4FA-FADF-6568-AE89-B967DF736D29}"/>
                </a:ext>
              </a:extLst>
            </p:cNvPr>
            <p:cNvSpPr/>
            <p:nvPr/>
          </p:nvSpPr>
          <p:spPr>
            <a:xfrm>
              <a:off x="9715277" y="492836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E9637D29-362D-597B-39B6-F66FD983482B}"/>
                </a:ext>
              </a:extLst>
            </p:cNvPr>
            <p:cNvSpPr/>
            <p:nvPr/>
          </p:nvSpPr>
          <p:spPr>
            <a:xfrm>
              <a:off x="10029700" y="64365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D51ABAA7-90A8-91C9-654C-2B05586729A1}"/>
                </a:ext>
              </a:extLst>
            </p:cNvPr>
            <p:cNvSpPr/>
            <p:nvPr/>
          </p:nvSpPr>
          <p:spPr>
            <a:xfrm>
              <a:off x="9753546" y="71897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Oval 223">
              <a:extLst>
                <a:ext uri="{FF2B5EF4-FFF2-40B4-BE49-F238E27FC236}">
                  <a16:creationId xmlns:a16="http://schemas.microsoft.com/office/drawing/2014/main" id="{D32375FD-4314-DD6B-B0D4-E2EAC36D05B4}"/>
                </a:ext>
              </a:extLst>
            </p:cNvPr>
            <p:cNvSpPr/>
            <p:nvPr/>
          </p:nvSpPr>
          <p:spPr>
            <a:xfrm>
              <a:off x="10432971" y="76535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5B18B43F-09CA-D9F2-3CDA-C8F6336B2B2E}"/>
                </a:ext>
              </a:extLst>
            </p:cNvPr>
            <p:cNvSpPr/>
            <p:nvPr/>
          </p:nvSpPr>
          <p:spPr>
            <a:xfrm>
              <a:off x="10597013" y="785198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B74FBAB0-6FAC-241A-2D50-67530E904CFE}"/>
                </a:ext>
              </a:extLst>
            </p:cNvPr>
            <p:cNvSpPr/>
            <p:nvPr/>
          </p:nvSpPr>
          <p:spPr>
            <a:xfrm>
              <a:off x="9946223" y="86591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9046F1D0-DA04-1592-2CD0-074D2D8A5E62}"/>
                </a:ext>
              </a:extLst>
            </p:cNvPr>
            <p:cNvSpPr/>
            <p:nvPr/>
          </p:nvSpPr>
          <p:spPr>
            <a:xfrm>
              <a:off x="10782280" y="75379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" name="Oval 227">
              <a:extLst>
                <a:ext uri="{FF2B5EF4-FFF2-40B4-BE49-F238E27FC236}">
                  <a16:creationId xmlns:a16="http://schemas.microsoft.com/office/drawing/2014/main" id="{7D170435-4D9C-9A8E-8C20-AAD15777AAB0}"/>
                </a:ext>
              </a:extLst>
            </p:cNvPr>
            <p:cNvSpPr/>
            <p:nvPr/>
          </p:nvSpPr>
          <p:spPr>
            <a:xfrm>
              <a:off x="10490228" y="514528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D50CFA7F-0679-F9AC-4032-E216C23A4A3C}"/>
                </a:ext>
              </a:extLst>
            </p:cNvPr>
            <p:cNvSpPr/>
            <p:nvPr/>
          </p:nvSpPr>
          <p:spPr>
            <a:xfrm>
              <a:off x="10540107" y="58198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Oval 229">
              <a:extLst>
                <a:ext uri="{FF2B5EF4-FFF2-40B4-BE49-F238E27FC236}">
                  <a16:creationId xmlns:a16="http://schemas.microsoft.com/office/drawing/2014/main" id="{6DBCBD27-E399-7AB5-F17F-CDC015D018AF}"/>
                </a:ext>
              </a:extLst>
            </p:cNvPr>
            <p:cNvSpPr/>
            <p:nvPr/>
          </p:nvSpPr>
          <p:spPr>
            <a:xfrm>
              <a:off x="10441870" y="571543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" name="Oval 230">
              <a:extLst>
                <a:ext uri="{FF2B5EF4-FFF2-40B4-BE49-F238E27FC236}">
                  <a16:creationId xmlns:a16="http://schemas.microsoft.com/office/drawing/2014/main" id="{AF6ADB77-EAF6-4458-1B95-59501FB5232C}"/>
                </a:ext>
              </a:extLst>
            </p:cNvPr>
            <p:cNvSpPr/>
            <p:nvPr/>
          </p:nvSpPr>
          <p:spPr>
            <a:xfrm>
              <a:off x="11265178" y="49429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Oval 231">
              <a:extLst>
                <a:ext uri="{FF2B5EF4-FFF2-40B4-BE49-F238E27FC236}">
                  <a16:creationId xmlns:a16="http://schemas.microsoft.com/office/drawing/2014/main" id="{B831B7DD-9805-578D-1735-47F95532B581}"/>
                </a:ext>
              </a:extLst>
            </p:cNvPr>
            <p:cNvSpPr/>
            <p:nvPr/>
          </p:nvSpPr>
          <p:spPr>
            <a:xfrm>
              <a:off x="10345264" y="80437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" name="Oval 232">
              <a:extLst>
                <a:ext uri="{FF2B5EF4-FFF2-40B4-BE49-F238E27FC236}">
                  <a16:creationId xmlns:a16="http://schemas.microsoft.com/office/drawing/2014/main" id="{57024321-D577-B767-8F48-A3BB0AE0086D}"/>
                </a:ext>
              </a:extLst>
            </p:cNvPr>
            <p:cNvSpPr/>
            <p:nvPr/>
          </p:nvSpPr>
          <p:spPr>
            <a:xfrm>
              <a:off x="9762618" y="62172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Oval 233">
              <a:extLst>
                <a:ext uri="{FF2B5EF4-FFF2-40B4-BE49-F238E27FC236}">
                  <a16:creationId xmlns:a16="http://schemas.microsoft.com/office/drawing/2014/main" id="{0FBD83CC-2235-D050-3A5B-BD4DB642A911}"/>
                </a:ext>
              </a:extLst>
            </p:cNvPr>
            <p:cNvSpPr/>
            <p:nvPr/>
          </p:nvSpPr>
          <p:spPr>
            <a:xfrm>
              <a:off x="10106035" y="718931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" name="Oval 234">
              <a:extLst>
                <a:ext uri="{FF2B5EF4-FFF2-40B4-BE49-F238E27FC236}">
                  <a16:creationId xmlns:a16="http://schemas.microsoft.com/office/drawing/2014/main" id="{C2E712C4-629D-2F4B-3F93-7638DED8EF9C}"/>
                </a:ext>
              </a:extLst>
            </p:cNvPr>
            <p:cNvSpPr/>
            <p:nvPr/>
          </p:nvSpPr>
          <p:spPr>
            <a:xfrm>
              <a:off x="9146159" y="92711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6" name="Oval 235">
              <a:extLst>
                <a:ext uri="{FF2B5EF4-FFF2-40B4-BE49-F238E27FC236}">
                  <a16:creationId xmlns:a16="http://schemas.microsoft.com/office/drawing/2014/main" id="{60EE62D2-8A1A-CA15-1FEE-04F585FAFBCC}"/>
                </a:ext>
              </a:extLst>
            </p:cNvPr>
            <p:cNvSpPr/>
            <p:nvPr/>
          </p:nvSpPr>
          <p:spPr>
            <a:xfrm>
              <a:off x="10509306" y="84063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7" name="Oval 236">
              <a:extLst>
                <a:ext uri="{FF2B5EF4-FFF2-40B4-BE49-F238E27FC236}">
                  <a16:creationId xmlns:a16="http://schemas.microsoft.com/office/drawing/2014/main" id="{12942FFD-9D38-6D6E-8D61-C1BF5B690D8A}"/>
                </a:ext>
              </a:extLst>
            </p:cNvPr>
            <p:cNvSpPr/>
            <p:nvPr/>
          </p:nvSpPr>
          <p:spPr>
            <a:xfrm>
              <a:off x="10673348" y="86048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" name="Oval 237">
              <a:extLst>
                <a:ext uri="{FF2B5EF4-FFF2-40B4-BE49-F238E27FC236}">
                  <a16:creationId xmlns:a16="http://schemas.microsoft.com/office/drawing/2014/main" id="{A2834AE3-BB64-0BEA-749C-E09243AFF6A6}"/>
                </a:ext>
              </a:extLst>
            </p:cNvPr>
            <p:cNvSpPr/>
            <p:nvPr/>
          </p:nvSpPr>
          <p:spPr>
            <a:xfrm>
              <a:off x="9586619" y="96296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9" name="Oval 238">
              <a:extLst>
                <a:ext uri="{FF2B5EF4-FFF2-40B4-BE49-F238E27FC236}">
                  <a16:creationId xmlns:a16="http://schemas.microsoft.com/office/drawing/2014/main" id="{F24F00C1-076A-5B4A-962F-6DAA1C93C6E5}"/>
                </a:ext>
              </a:extLst>
            </p:cNvPr>
            <p:cNvSpPr/>
            <p:nvPr/>
          </p:nvSpPr>
          <p:spPr>
            <a:xfrm>
              <a:off x="11042822" y="837766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" name="Oval 239">
              <a:extLst>
                <a:ext uri="{FF2B5EF4-FFF2-40B4-BE49-F238E27FC236}">
                  <a16:creationId xmlns:a16="http://schemas.microsoft.com/office/drawing/2014/main" id="{E60FFC6A-12C6-6175-4F10-E14829F6547E}"/>
                </a:ext>
              </a:extLst>
            </p:cNvPr>
            <p:cNvSpPr/>
            <p:nvPr/>
          </p:nvSpPr>
          <p:spPr>
            <a:xfrm>
              <a:off x="10575110" y="36612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1" name="Oval 240">
              <a:extLst>
                <a:ext uri="{FF2B5EF4-FFF2-40B4-BE49-F238E27FC236}">
                  <a16:creationId xmlns:a16="http://schemas.microsoft.com/office/drawing/2014/main" id="{938B231B-8BF4-E211-C0DA-615B32F7F572}"/>
                </a:ext>
              </a:extLst>
            </p:cNvPr>
            <p:cNvSpPr/>
            <p:nvPr/>
          </p:nvSpPr>
          <p:spPr>
            <a:xfrm>
              <a:off x="10616443" y="65726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2" name="Oval 241">
              <a:extLst>
                <a:ext uri="{FF2B5EF4-FFF2-40B4-BE49-F238E27FC236}">
                  <a16:creationId xmlns:a16="http://schemas.microsoft.com/office/drawing/2014/main" id="{6F91CEE0-3EF1-D0E1-81D6-4E948022BCEC}"/>
                </a:ext>
              </a:extLst>
            </p:cNvPr>
            <p:cNvSpPr/>
            <p:nvPr/>
          </p:nvSpPr>
          <p:spPr>
            <a:xfrm>
              <a:off x="10518205" y="64682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3" name="Oval 242">
              <a:extLst>
                <a:ext uri="{FF2B5EF4-FFF2-40B4-BE49-F238E27FC236}">
                  <a16:creationId xmlns:a16="http://schemas.microsoft.com/office/drawing/2014/main" id="{67F15E69-0CC4-2481-8638-3048940AC7A5}"/>
                </a:ext>
              </a:extLst>
            </p:cNvPr>
            <p:cNvSpPr/>
            <p:nvPr/>
          </p:nvSpPr>
          <p:spPr>
            <a:xfrm>
              <a:off x="11341513" y="56957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4" name="Oval 243">
              <a:extLst>
                <a:ext uri="{FF2B5EF4-FFF2-40B4-BE49-F238E27FC236}">
                  <a16:creationId xmlns:a16="http://schemas.microsoft.com/office/drawing/2014/main" id="{54979CAA-686D-BA98-7B82-8D896F7A0167}"/>
                </a:ext>
              </a:extLst>
            </p:cNvPr>
            <p:cNvSpPr/>
            <p:nvPr/>
          </p:nvSpPr>
          <p:spPr>
            <a:xfrm>
              <a:off x="10216838" y="573973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5" name="Oval 244">
              <a:extLst>
                <a:ext uri="{FF2B5EF4-FFF2-40B4-BE49-F238E27FC236}">
                  <a16:creationId xmlns:a16="http://schemas.microsoft.com/office/drawing/2014/main" id="{90DA7294-FA9E-21E1-E190-3A3C8041794B}"/>
                </a:ext>
              </a:extLst>
            </p:cNvPr>
            <p:cNvSpPr/>
            <p:nvPr/>
          </p:nvSpPr>
          <p:spPr>
            <a:xfrm>
              <a:off x="10323928" y="42414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6" name="Oval 245">
              <a:extLst>
                <a:ext uri="{FF2B5EF4-FFF2-40B4-BE49-F238E27FC236}">
                  <a16:creationId xmlns:a16="http://schemas.microsoft.com/office/drawing/2014/main" id="{83628D90-6C44-7955-D749-47E40758A02E}"/>
                </a:ext>
              </a:extLst>
            </p:cNvPr>
            <p:cNvSpPr/>
            <p:nvPr/>
          </p:nvSpPr>
          <p:spPr>
            <a:xfrm>
              <a:off x="11208273" y="38940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7" name="Oval 246">
              <a:extLst>
                <a:ext uri="{FF2B5EF4-FFF2-40B4-BE49-F238E27FC236}">
                  <a16:creationId xmlns:a16="http://schemas.microsoft.com/office/drawing/2014/main" id="{0BEF3AA6-A7FF-640E-75BC-3294E5BB1203}"/>
                </a:ext>
              </a:extLst>
            </p:cNvPr>
            <p:cNvSpPr/>
            <p:nvPr/>
          </p:nvSpPr>
          <p:spPr>
            <a:xfrm>
              <a:off x="10274095" y="323149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773C7849-3352-495D-3D6C-B25CFA092D24}"/>
                </a:ext>
              </a:extLst>
            </p:cNvPr>
            <p:cNvSpPr/>
            <p:nvPr/>
          </p:nvSpPr>
          <p:spPr>
            <a:xfrm>
              <a:off x="9658372" y="433048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9" name="Oval 248">
              <a:extLst>
                <a:ext uri="{FF2B5EF4-FFF2-40B4-BE49-F238E27FC236}">
                  <a16:creationId xmlns:a16="http://schemas.microsoft.com/office/drawing/2014/main" id="{57936E81-256E-F0FF-52E8-5FB0E3F453FE}"/>
                </a:ext>
              </a:extLst>
            </p:cNvPr>
            <p:cNvSpPr/>
            <p:nvPr/>
          </p:nvSpPr>
          <p:spPr>
            <a:xfrm>
              <a:off x="10225737" y="38016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0" name="Oval 249">
              <a:extLst>
                <a:ext uri="{FF2B5EF4-FFF2-40B4-BE49-F238E27FC236}">
                  <a16:creationId xmlns:a16="http://schemas.microsoft.com/office/drawing/2014/main" id="{5FA9A2BC-31A3-9334-4C2E-9197FCEB637B}"/>
                </a:ext>
              </a:extLst>
            </p:cNvPr>
            <p:cNvSpPr/>
            <p:nvPr/>
          </p:nvSpPr>
          <p:spPr>
            <a:xfrm>
              <a:off x="11049046" y="302913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1" name="Oval 250">
              <a:extLst>
                <a:ext uri="{FF2B5EF4-FFF2-40B4-BE49-F238E27FC236}">
                  <a16:creationId xmlns:a16="http://schemas.microsoft.com/office/drawing/2014/main" id="{CF0D4C36-912D-8042-E2BA-F19D714ED234}"/>
                </a:ext>
              </a:extLst>
            </p:cNvPr>
            <p:cNvSpPr/>
            <p:nvPr/>
          </p:nvSpPr>
          <p:spPr>
            <a:xfrm>
              <a:off x="9972794" y="54891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" name="Oval 251">
              <a:extLst>
                <a:ext uri="{FF2B5EF4-FFF2-40B4-BE49-F238E27FC236}">
                  <a16:creationId xmlns:a16="http://schemas.microsoft.com/office/drawing/2014/main" id="{F4A22456-AD0E-CE1E-1CDB-2DCBADEE9302}"/>
                </a:ext>
              </a:extLst>
            </p:cNvPr>
            <p:cNvSpPr/>
            <p:nvPr/>
          </p:nvSpPr>
          <p:spPr>
            <a:xfrm>
              <a:off x="10293173" y="64925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3" name="Oval 252">
              <a:extLst>
                <a:ext uri="{FF2B5EF4-FFF2-40B4-BE49-F238E27FC236}">
                  <a16:creationId xmlns:a16="http://schemas.microsoft.com/office/drawing/2014/main" id="{30A0192D-B7C2-8F36-B287-2FFAF8D2E1A4}"/>
                </a:ext>
              </a:extLst>
            </p:cNvPr>
            <p:cNvSpPr/>
            <p:nvPr/>
          </p:nvSpPr>
          <p:spPr>
            <a:xfrm>
              <a:off x="10186040" y="1069136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" name="Oval 253">
              <a:extLst>
                <a:ext uri="{FF2B5EF4-FFF2-40B4-BE49-F238E27FC236}">
                  <a16:creationId xmlns:a16="http://schemas.microsoft.com/office/drawing/2014/main" id="{1E4A3559-874D-AC46-EA86-E403B6B63ACB}"/>
                </a:ext>
              </a:extLst>
            </p:cNvPr>
            <p:cNvSpPr/>
            <p:nvPr/>
          </p:nvSpPr>
          <p:spPr>
            <a:xfrm>
              <a:off x="10769351" y="563563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" name="Oval 254">
              <a:extLst>
                <a:ext uri="{FF2B5EF4-FFF2-40B4-BE49-F238E27FC236}">
                  <a16:creationId xmlns:a16="http://schemas.microsoft.com/office/drawing/2014/main" id="{29617581-0584-8273-5671-3B4DE59F72A8}"/>
                </a:ext>
              </a:extLst>
            </p:cNvPr>
            <p:cNvSpPr/>
            <p:nvPr/>
          </p:nvSpPr>
          <p:spPr>
            <a:xfrm>
              <a:off x="10422212" y="40510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" name="Oval 255">
              <a:extLst>
                <a:ext uri="{FF2B5EF4-FFF2-40B4-BE49-F238E27FC236}">
                  <a16:creationId xmlns:a16="http://schemas.microsoft.com/office/drawing/2014/main" id="{8CD3C0F9-1C71-1EC5-D270-2A4D74E73AA6}"/>
                </a:ext>
              </a:extLst>
            </p:cNvPr>
            <p:cNvSpPr/>
            <p:nvPr/>
          </p:nvSpPr>
          <p:spPr>
            <a:xfrm>
              <a:off x="9756149" y="314211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" name="Oval 256">
              <a:extLst>
                <a:ext uri="{FF2B5EF4-FFF2-40B4-BE49-F238E27FC236}">
                  <a16:creationId xmlns:a16="http://schemas.microsoft.com/office/drawing/2014/main" id="{8F11994E-C11D-D19C-4973-8B150E9533D7}"/>
                </a:ext>
              </a:extLst>
            </p:cNvPr>
            <p:cNvSpPr/>
            <p:nvPr/>
          </p:nvSpPr>
          <p:spPr>
            <a:xfrm>
              <a:off x="9602484" y="51459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8" name="Oval 257">
              <a:extLst>
                <a:ext uri="{FF2B5EF4-FFF2-40B4-BE49-F238E27FC236}">
                  <a16:creationId xmlns:a16="http://schemas.microsoft.com/office/drawing/2014/main" id="{C45A41DC-CFDD-EADB-27FF-69D8A12D3988}"/>
                </a:ext>
              </a:extLst>
            </p:cNvPr>
            <p:cNvSpPr/>
            <p:nvPr/>
          </p:nvSpPr>
          <p:spPr>
            <a:xfrm>
              <a:off x="10946362" y="562411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AD5AEF5-9ADE-E19A-6FA0-3A1CCF08AD9A}"/>
              </a:ext>
            </a:extLst>
          </p:cNvPr>
          <p:cNvSpPr txBox="1"/>
          <p:nvPr/>
        </p:nvSpPr>
        <p:spPr>
          <a:xfrm>
            <a:off x="207284" y="812519"/>
            <a:ext cx="2556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Given: Bee locations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F15F7E-3F6F-14D6-CDB3-D1AF6886BC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5585" y="901765"/>
            <a:ext cx="243622" cy="1884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51D341-8712-90EC-F67E-21A9570AE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9567" y="873645"/>
            <a:ext cx="217378" cy="2173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E4DE15-60A6-6573-5792-1E453E274A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9343" y="761874"/>
            <a:ext cx="1148047" cy="3693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5AB9B6-C60B-97A5-8258-9A40E0F98E75}"/>
              </a:ext>
            </a:extLst>
          </p:cNvPr>
          <p:cNvSpPr txBox="1"/>
          <p:nvPr/>
        </p:nvSpPr>
        <p:spPr>
          <a:xfrm>
            <a:off x="3280358" y="817059"/>
            <a:ext cx="5173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Estimate: bee colors       and bee hives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6CE1249-3996-20D2-B54B-B25B02FE0CAD}"/>
              </a:ext>
            </a:extLst>
          </p:cNvPr>
          <p:cNvGrpSpPr/>
          <p:nvPr/>
        </p:nvGrpSpPr>
        <p:grpSpPr>
          <a:xfrm>
            <a:off x="-181802" y="2829804"/>
            <a:ext cx="4053749" cy="1198392"/>
            <a:chOff x="2236215" y="2424572"/>
            <a:chExt cx="5997134" cy="1772906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CD9F523-592F-C160-66BE-AD14B325C733}"/>
                </a:ext>
              </a:extLst>
            </p:cNvPr>
            <p:cNvSpPr/>
            <p:nvPr/>
          </p:nvSpPr>
          <p:spPr>
            <a:xfrm>
              <a:off x="2236215" y="3321502"/>
              <a:ext cx="4978875" cy="522529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3988CF">
                <a:alpha val="30196"/>
              </a:srgb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54861D4-FFBC-BB9F-3FB1-F7C6B1E6606D}"/>
                </a:ext>
              </a:extLst>
            </p:cNvPr>
            <p:cNvSpPr/>
            <p:nvPr/>
          </p:nvSpPr>
          <p:spPr>
            <a:xfrm>
              <a:off x="5739567" y="2424572"/>
              <a:ext cx="2493782" cy="1447376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FF0909">
                <a:alpha val="29804"/>
              </a:srgb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4D952643-4339-1C73-4FFC-3BA68052791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744620" y="3096038"/>
              <a:ext cx="457264" cy="704948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041F57CB-E328-4B41-4BBD-DAEC2421A4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6986458" y="3096038"/>
              <a:ext cx="457264" cy="704948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F13D7B34-16C8-AC2C-5A22-783F5B783BA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5514786" y="3827386"/>
              <a:ext cx="314972" cy="370092"/>
            </a:xfrm>
            <a:prstGeom prst="rect">
              <a:avLst/>
            </a:prstGeom>
          </p:spPr>
        </p:pic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0167C9C6-48DE-478A-8CC2-DE9E9952480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41553" y="3314686"/>
            <a:ext cx="6599960" cy="71351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81BB397-6C3F-76A2-C468-8E88D81CF50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86790" y="3588806"/>
            <a:ext cx="191712" cy="82635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888F2BD3-5AB1-1DC2-1A26-9DE682047BF2}"/>
              </a:ext>
            </a:extLst>
          </p:cNvPr>
          <p:cNvGrpSpPr/>
          <p:nvPr/>
        </p:nvGrpSpPr>
        <p:grpSpPr>
          <a:xfrm flipV="1">
            <a:off x="5708637" y="4161669"/>
            <a:ext cx="1556675" cy="148056"/>
            <a:chOff x="6300513" y="1580779"/>
            <a:chExt cx="1749643" cy="11151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2255B33-323A-19A3-5ECD-316FD432B457}"/>
                </a:ext>
              </a:extLst>
            </p:cNvPr>
            <p:cNvCxnSpPr>
              <a:cxnSpLocks/>
            </p:cNvCxnSpPr>
            <p:nvPr/>
          </p:nvCxnSpPr>
          <p:spPr>
            <a:xfrm>
              <a:off x="6436168" y="1692296"/>
              <a:ext cx="161398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29A41CD-5965-A211-B7E4-7E68A325561A}"/>
                </a:ext>
              </a:extLst>
            </p:cNvPr>
            <p:cNvCxnSpPr>
              <a:cxnSpLocks/>
            </p:cNvCxnSpPr>
            <p:nvPr/>
          </p:nvCxnSpPr>
          <p:spPr>
            <a:xfrm>
              <a:off x="6300513" y="1580779"/>
              <a:ext cx="135655" cy="111517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8664D045-C3EF-6583-623D-E5EC1A34FBAC}"/>
              </a:ext>
            </a:extLst>
          </p:cNvPr>
          <p:cNvSpPr txBox="1"/>
          <p:nvPr/>
        </p:nvSpPr>
        <p:spPr>
          <a:xfrm>
            <a:off x="8598276" y="2758422"/>
            <a:ext cx="28416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77"/>
                <a:sym typeface="Wingdings" pitchFamily="2" charset="2"/>
              </a:rPr>
              <a:t>Size of the red hive</a:t>
            </a:r>
            <a:endParaRPr lang="en-US" sz="2000" dirty="0">
              <a:latin typeface="Arial Rounded MT Bold" panose="020F0704030504030204" pitchFamily="34" charset="77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1C04034-C931-87D9-8630-9CF750729687}"/>
              </a:ext>
            </a:extLst>
          </p:cNvPr>
          <p:cNvGrpSpPr/>
          <p:nvPr/>
        </p:nvGrpSpPr>
        <p:grpSpPr>
          <a:xfrm>
            <a:off x="6351320" y="3159954"/>
            <a:ext cx="1749643" cy="111517"/>
            <a:chOff x="6300513" y="1580779"/>
            <a:chExt cx="1749643" cy="111517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9AB301C-5F90-7EB3-48A6-DF3BB49A6E3D}"/>
                </a:ext>
              </a:extLst>
            </p:cNvPr>
            <p:cNvCxnSpPr>
              <a:cxnSpLocks/>
            </p:cNvCxnSpPr>
            <p:nvPr/>
          </p:nvCxnSpPr>
          <p:spPr>
            <a:xfrm>
              <a:off x="6436168" y="1692296"/>
              <a:ext cx="161398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18DD722-12A0-5342-89A9-98229D79BD71}"/>
                </a:ext>
              </a:extLst>
            </p:cNvPr>
            <p:cNvCxnSpPr>
              <a:cxnSpLocks/>
            </p:cNvCxnSpPr>
            <p:nvPr/>
          </p:nvCxnSpPr>
          <p:spPr>
            <a:xfrm>
              <a:off x="6300513" y="1580779"/>
              <a:ext cx="135655" cy="111517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5478146C-3730-8439-B8DF-8EEBB38FFAF7}"/>
              </a:ext>
            </a:extLst>
          </p:cNvPr>
          <p:cNvSpPr txBox="1"/>
          <p:nvPr/>
        </p:nvSpPr>
        <p:spPr>
          <a:xfrm>
            <a:off x="4864198" y="4305567"/>
            <a:ext cx="2510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77"/>
                <a:sym typeface="Wingdings" pitchFamily="2" charset="2"/>
              </a:rPr>
              <a:t>Red bee likelihood</a:t>
            </a:r>
            <a:endParaRPr lang="en-US" sz="2000" dirty="0">
              <a:latin typeface="Arial Rounded MT Bold" panose="020F0704030504030204" pitchFamily="34" charset="77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A076ECA-0A28-3976-E0A8-3B8279545FD3}"/>
              </a:ext>
            </a:extLst>
          </p:cNvPr>
          <p:cNvGrpSpPr/>
          <p:nvPr/>
        </p:nvGrpSpPr>
        <p:grpSpPr>
          <a:xfrm flipH="1">
            <a:off x="8467806" y="3159951"/>
            <a:ext cx="1394968" cy="122747"/>
            <a:chOff x="6294464" y="1624072"/>
            <a:chExt cx="1755692" cy="68224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F5CB38D-21E0-B0D2-C5F5-6A7F5879D194}"/>
                </a:ext>
              </a:extLst>
            </p:cNvPr>
            <p:cNvCxnSpPr>
              <a:cxnSpLocks/>
            </p:cNvCxnSpPr>
            <p:nvPr/>
          </p:nvCxnSpPr>
          <p:spPr>
            <a:xfrm>
              <a:off x="6436168" y="1692296"/>
              <a:ext cx="161398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A1FC83F-8DF5-157D-4EFB-EFBCF79430D3}"/>
                </a:ext>
              </a:extLst>
            </p:cNvPr>
            <p:cNvCxnSpPr>
              <a:cxnSpLocks/>
            </p:cNvCxnSpPr>
            <p:nvPr/>
          </p:nvCxnSpPr>
          <p:spPr>
            <a:xfrm>
              <a:off x="6294464" y="1624072"/>
              <a:ext cx="141703" cy="68224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B9E3BDC-F4D5-6468-EC21-E06CFE9E495F}"/>
              </a:ext>
            </a:extLst>
          </p:cNvPr>
          <p:cNvSpPr txBox="1"/>
          <p:nvPr/>
        </p:nvSpPr>
        <p:spPr>
          <a:xfrm>
            <a:off x="5259289" y="2772388"/>
            <a:ext cx="28416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77"/>
                <a:sym typeface="Wingdings" pitchFamily="2" charset="2"/>
              </a:rPr>
              <a:t>Red bee distribution</a:t>
            </a:r>
            <a:endParaRPr lang="en-US" sz="2000" dirty="0">
              <a:latin typeface="Arial Rounded MT Bold" panose="020F0704030504030204" pitchFamily="34" charset="77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4B793D7-06DF-4D36-48FE-DDD736E1C6BA}"/>
              </a:ext>
            </a:extLst>
          </p:cNvPr>
          <p:cNvGrpSpPr/>
          <p:nvPr/>
        </p:nvGrpSpPr>
        <p:grpSpPr>
          <a:xfrm flipV="1">
            <a:off x="8782873" y="4157311"/>
            <a:ext cx="1556675" cy="148056"/>
            <a:chOff x="6300513" y="1580779"/>
            <a:chExt cx="1749643" cy="111517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DCD8F5C-A9B0-955B-23FF-B9E61FC5C967}"/>
                </a:ext>
              </a:extLst>
            </p:cNvPr>
            <p:cNvCxnSpPr>
              <a:cxnSpLocks/>
            </p:cNvCxnSpPr>
            <p:nvPr/>
          </p:nvCxnSpPr>
          <p:spPr>
            <a:xfrm>
              <a:off x="6436168" y="1692296"/>
              <a:ext cx="161398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5A6718D-9796-6A0E-EE89-9FEFBD3545AC}"/>
                </a:ext>
              </a:extLst>
            </p:cNvPr>
            <p:cNvCxnSpPr>
              <a:cxnSpLocks/>
            </p:cNvCxnSpPr>
            <p:nvPr/>
          </p:nvCxnSpPr>
          <p:spPr>
            <a:xfrm>
              <a:off x="6300513" y="1580779"/>
              <a:ext cx="135655" cy="111517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F9F7A332-DC8C-CA36-11F4-59C633BE962E}"/>
              </a:ext>
            </a:extLst>
          </p:cNvPr>
          <p:cNvSpPr txBox="1"/>
          <p:nvPr/>
        </p:nvSpPr>
        <p:spPr>
          <a:xfrm>
            <a:off x="7938434" y="4301209"/>
            <a:ext cx="3383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77"/>
                <a:sym typeface="Wingdings" pitchFamily="2" charset="2"/>
              </a:rPr>
              <a:t>Blue bee likelihood</a:t>
            </a:r>
            <a:endParaRPr lang="en-US" sz="2000" dirty="0">
              <a:latin typeface="Arial Rounded MT Bold" panose="020F070403050403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031354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9FBC4-41B3-8C2A-163B-F7AFA616D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E49BB9-246C-AABA-6389-82DF0CA03B53}"/>
              </a:ext>
            </a:extLst>
          </p:cNvPr>
          <p:cNvSpPr txBox="1"/>
          <p:nvPr/>
        </p:nvSpPr>
        <p:spPr>
          <a:xfrm>
            <a:off x="276411" y="260293"/>
            <a:ext cx="3595536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Expectation Maximization (EM)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9F6ACC7-1D71-D55A-3E8D-EAF1595F7DCB}"/>
              </a:ext>
            </a:extLst>
          </p:cNvPr>
          <p:cNvSpPr txBox="1"/>
          <p:nvPr/>
        </p:nvSpPr>
        <p:spPr>
          <a:xfrm>
            <a:off x="207284" y="1392594"/>
            <a:ext cx="6683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But we can estimate        if we know locations of both hives    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FE09DCDF-9162-A8A0-1BA1-56A819311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3772" y="1432476"/>
            <a:ext cx="217378" cy="217378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ED73243D-9918-F4E6-B8A2-9382B1288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9758" y="2099305"/>
            <a:ext cx="2338744" cy="284210"/>
          </a:xfrm>
          <a:prstGeom prst="rect">
            <a:avLst/>
          </a:prstGeom>
        </p:spPr>
      </p:pic>
      <p:sp>
        <p:nvSpPr>
          <p:cNvPr id="108" name="TextBox 107">
            <a:extLst>
              <a:ext uri="{FF2B5EF4-FFF2-40B4-BE49-F238E27FC236}">
                <a16:creationId xmlns:a16="http://schemas.microsoft.com/office/drawing/2014/main" id="{4D5E8FF0-55F3-E96A-2013-D22D529337D9}"/>
              </a:ext>
            </a:extLst>
          </p:cNvPr>
          <p:cNvSpPr txBox="1"/>
          <p:nvPr/>
        </p:nvSpPr>
        <p:spPr>
          <a:xfrm>
            <a:off x="207284" y="4959350"/>
            <a:ext cx="6322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How do we know hive locations? We start with a guess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113" name="Picture 112">
            <a:extLst>
              <a:ext uri="{FF2B5EF4-FFF2-40B4-BE49-F238E27FC236}">
                <a16:creationId xmlns:a16="http://schemas.microsoft.com/office/drawing/2014/main" id="{DB1C3F17-4C94-EFBE-E5A3-0EE3ED8CA3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6143" y="4830434"/>
            <a:ext cx="2373242" cy="52738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4C91319-0F49-080D-D2B8-8469033694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9383" y="1898272"/>
            <a:ext cx="3150143" cy="713510"/>
          </a:xfrm>
          <a:prstGeom prst="rect">
            <a:avLst/>
          </a:prstGeom>
        </p:spPr>
      </p:pic>
      <p:grpSp>
        <p:nvGrpSpPr>
          <p:cNvPr id="179" name="Group 178">
            <a:extLst>
              <a:ext uri="{FF2B5EF4-FFF2-40B4-BE49-F238E27FC236}">
                <a16:creationId xmlns:a16="http://schemas.microsoft.com/office/drawing/2014/main" id="{5CFC9A35-4003-0664-190D-D6004532B012}"/>
              </a:ext>
            </a:extLst>
          </p:cNvPr>
          <p:cNvGrpSpPr/>
          <p:nvPr/>
        </p:nvGrpSpPr>
        <p:grpSpPr>
          <a:xfrm>
            <a:off x="8566522" y="251770"/>
            <a:ext cx="3349067" cy="1103254"/>
            <a:chOff x="8566522" y="251770"/>
            <a:chExt cx="3349067" cy="1103254"/>
          </a:xfrm>
        </p:grpSpPr>
        <p:sp>
          <p:nvSpPr>
            <p:cNvPr id="180" name="Parallelogram 179">
              <a:extLst>
                <a:ext uri="{FF2B5EF4-FFF2-40B4-BE49-F238E27FC236}">
                  <a16:creationId xmlns:a16="http://schemas.microsoft.com/office/drawing/2014/main" id="{960846A0-8A7B-239D-88F3-24C0D6266A2B}"/>
                </a:ext>
              </a:extLst>
            </p:cNvPr>
            <p:cNvSpPr/>
            <p:nvPr/>
          </p:nvSpPr>
          <p:spPr>
            <a:xfrm>
              <a:off x="8566522" y="251770"/>
              <a:ext cx="3349067" cy="1103254"/>
            </a:xfrm>
            <a:prstGeom prst="parallelogram">
              <a:avLst>
                <a:gd name="adj" fmla="val 94320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5504F645-167B-5005-09EA-6370138B29D3}"/>
                </a:ext>
              </a:extLst>
            </p:cNvPr>
            <p:cNvSpPr/>
            <p:nvPr/>
          </p:nvSpPr>
          <p:spPr>
            <a:xfrm>
              <a:off x="10209139" y="839371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Oval 181">
              <a:extLst>
                <a:ext uri="{FF2B5EF4-FFF2-40B4-BE49-F238E27FC236}">
                  <a16:creationId xmlns:a16="http://schemas.microsoft.com/office/drawing/2014/main" id="{28FDEB70-A08D-F11A-1203-D52DDED83DD5}"/>
                </a:ext>
              </a:extLst>
            </p:cNvPr>
            <p:cNvSpPr/>
            <p:nvPr/>
          </p:nvSpPr>
          <p:spPr>
            <a:xfrm>
              <a:off x="9491445" y="629946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6C63BBF7-65A3-F194-37AE-D3A91D224D89}"/>
                </a:ext>
              </a:extLst>
            </p:cNvPr>
            <p:cNvSpPr/>
            <p:nvPr/>
          </p:nvSpPr>
          <p:spPr>
            <a:xfrm>
              <a:off x="9805868" y="78076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8833A4C1-95CC-16CD-BDCE-8DF55E0F52C2}"/>
                </a:ext>
              </a:extLst>
            </p:cNvPr>
            <p:cNvSpPr/>
            <p:nvPr/>
          </p:nvSpPr>
          <p:spPr>
            <a:xfrm>
              <a:off x="9529714" y="85608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4D020935-6DFC-BB97-26C7-C328FA52EA7B}"/>
                </a:ext>
              </a:extLst>
            </p:cNvPr>
            <p:cNvSpPr/>
            <p:nvPr/>
          </p:nvSpPr>
          <p:spPr>
            <a:xfrm>
              <a:off x="10209139" y="90246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CFF0811D-0DC3-7A2F-6EB0-9CB2C0329181}"/>
                </a:ext>
              </a:extLst>
            </p:cNvPr>
            <p:cNvSpPr/>
            <p:nvPr/>
          </p:nvSpPr>
          <p:spPr>
            <a:xfrm>
              <a:off x="10373181" y="922308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60CACF2D-0848-0D99-DD94-F733FA1BEA9E}"/>
                </a:ext>
              </a:extLst>
            </p:cNvPr>
            <p:cNvSpPr/>
            <p:nvPr/>
          </p:nvSpPr>
          <p:spPr>
            <a:xfrm>
              <a:off x="9722391" y="100302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Oval 187">
              <a:extLst>
                <a:ext uri="{FF2B5EF4-FFF2-40B4-BE49-F238E27FC236}">
                  <a16:creationId xmlns:a16="http://schemas.microsoft.com/office/drawing/2014/main" id="{379207B8-99C4-6B8B-41F4-622CEFCE29DE}"/>
                </a:ext>
              </a:extLst>
            </p:cNvPr>
            <p:cNvSpPr/>
            <p:nvPr/>
          </p:nvSpPr>
          <p:spPr>
            <a:xfrm>
              <a:off x="10558448" y="89090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7C842327-83BD-0C17-A9FB-775844158A34}"/>
                </a:ext>
              </a:extLst>
            </p:cNvPr>
            <p:cNvSpPr/>
            <p:nvPr/>
          </p:nvSpPr>
          <p:spPr>
            <a:xfrm>
              <a:off x="10266396" y="651638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9FBD43EE-1299-E630-388F-325931F9E499}"/>
                </a:ext>
              </a:extLst>
            </p:cNvPr>
            <p:cNvSpPr/>
            <p:nvPr/>
          </p:nvSpPr>
          <p:spPr>
            <a:xfrm>
              <a:off x="10316275" y="71909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0637F046-C246-B077-B188-8430CE08AAFD}"/>
                </a:ext>
              </a:extLst>
            </p:cNvPr>
            <p:cNvSpPr/>
            <p:nvPr/>
          </p:nvSpPr>
          <p:spPr>
            <a:xfrm>
              <a:off x="10218038" y="708653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A08A091F-8312-5DC3-DA49-5F18F34EF282}"/>
                </a:ext>
              </a:extLst>
            </p:cNvPr>
            <p:cNvSpPr/>
            <p:nvPr/>
          </p:nvSpPr>
          <p:spPr>
            <a:xfrm>
              <a:off x="11041346" y="63140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440EFD96-E2D7-6867-6C2E-110A3B369C2C}"/>
                </a:ext>
              </a:extLst>
            </p:cNvPr>
            <p:cNvSpPr/>
            <p:nvPr/>
          </p:nvSpPr>
          <p:spPr>
            <a:xfrm>
              <a:off x="10121432" y="94148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72CF3435-E8A3-CC98-1DE8-6C764AA27176}"/>
                </a:ext>
              </a:extLst>
            </p:cNvPr>
            <p:cNvSpPr/>
            <p:nvPr/>
          </p:nvSpPr>
          <p:spPr>
            <a:xfrm>
              <a:off x="9755972" y="83022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83AC03F0-C4DB-CD53-587F-24F72D414AC8}"/>
                </a:ext>
              </a:extLst>
            </p:cNvPr>
            <p:cNvSpPr/>
            <p:nvPr/>
          </p:nvSpPr>
          <p:spPr>
            <a:xfrm>
              <a:off x="9882203" y="856041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2C0E3A59-995A-ABD2-4548-04C16B6D4DDB}"/>
                </a:ext>
              </a:extLst>
            </p:cNvPr>
            <p:cNvSpPr/>
            <p:nvPr/>
          </p:nvSpPr>
          <p:spPr>
            <a:xfrm>
              <a:off x="9491445" y="93831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08966844-3690-3606-D7A3-557688856CBC}"/>
                </a:ext>
              </a:extLst>
            </p:cNvPr>
            <p:cNvSpPr/>
            <p:nvPr/>
          </p:nvSpPr>
          <p:spPr>
            <a:xfrm>
              <a:off x="10285474" y="97774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EFC20F87-14F6-8C90-249E-F3189E4A830C}"/>
                </a:ext>
              </a:extLst>
            </p:cNvPr>
            <p:cNvSpPr/>
            <p:nvPr/>
          </p:nvSpPr>
          <p:spPr>
            <a:xfrm>
              <a:off x="10449516" y="99759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F6514088-977E-9C7E-9745-4C3C7D9FCF26}"/>
                </a:ext>
              </a:extLst>
            </p:cNvPr>
            <p:cNvSpPr/>
            <p:nvPr/>
          </p:nvSpPr>
          <p:spPr>
            <a:xfrm>
              <a:off x="9362787" y="110007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D9B3E75B-9DC1-1117-4204-8F48CE315433}"/>
                </a:ext>
              </a:extLst>
            </p:cNvPr>
            <p:cNvSpPr/>
            <p:nvPr/>
          </p:nvSpPr>
          <p:spPr>
            <a:xfrm>
              <a:off x="10818990" y="974876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455734EA-EB02-B92E-F739-84766756E753}"/>
                </a:ext>
              </a:extLst>
            </p:cNvPr>
            <p:cNvSpPr/>
            <p:nvPr/>
          </p:nvSpPr>
          <p:spPr>
            <a:xfrm>
              <a:off x="10342731" y="72692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1A6CB95E-4B69-AD44-4084-1233395D072E}"/>
                </a:ext>
              </a:extLst>
            </p:cNvPr>
            <p:cNvSpPr/>
            <p:nvPr/>
          </p:nvSpPr>
          <p:spPr>
            <a:xfrm>
              <a:off x="10392611" y="79437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7FE24EDF-76FF-97B1-F0D1-0DEF7B8ADB75}"/>
                </a:ext>
              </a:extLst>
            </p:cNvPr>
            <p:cNvSpPr/>
            <p:nvPr/>
          </p:nvSpPr>
          <p:spPr>
            <a:xfrm>
              <a:off x="10294373" y="78393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E33A3DF7-E0ED-DD53-67E9-9F486873E57F}"/>
                </a:ext>
              </a:extLst>
            </p:cNvPr>
            <p:cNvSpPr/>
            <p:nvPr/>
          </p:nvSpPr>
          <p:spPr>
            <a:xfrm>
              <a:off x="11117681" y="70668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0BFE0EB8-24A7-077E-2B3A-CACC11078963}"/>
                </a:ext>
              </a:extLst>
            </p:cNvPr>
            <p:cNvSpPr/>
            <p:nvPr/>
          </p:nvSpPr>
          <p:spPr>
            <a:xfrm>
              <a:off x="9993006" y="711083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5DAD571F-9310-B27E-38E5-1CE29A414023}"/>
                </a:ext>
              </a:extLst>
            </p:cNvPr>
            <p:cNvSpPr/>
            <p:nvPr/>
          </p:nvSpPr>
          <p:spPr>
            <a:xfrm>
              <a:off x="10157048" y="730929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99939BA7-6D8E-A4F0-E7EF-FAC821B7987A}"/>
                </a:ext>
              </a:extLst>
            </p:cNvPr>
            <p:cNvSpPr/>
            <p:nvPr/>
          </p:nvSpPr>
          <p:spPr>
            <a:xfrm>
              <a:off x="10342315" y="699521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CD7A94AF-8B45-B4ED-909D-E9D559EE1F89}"/>
                </a:ext>
              </a:extLst>
            </p:cNvPr>
            <p:cNvSpPr/>
            <p:nvPr/>
          </p:nvSpPr>
          <p:spPr>
            <a:xfrm>
              <a:off x="10050263" y="460259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CD15C80F-8264-C688-EA50-566E6534DC1F}"/>
                </a:ext>
              </a:extLst>
            </p:cNvPr>
            <p:cNvSpPr/>
            <p:nvPr/>
          </p:nvSpPr>
          <p:spPr>
            <a:xfrm>
              <a:off x="10100143" y="527713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091DCC3A-532C-A89D-9D27-4B6FBFAFFC9F}"/>
                </a:ext>
              </a:extLst>
            </p:cNvPr>
            <p:cNvSpPr/>
            <p:nvPr/>
          </p:nvSpPr>
          <p:spPr>
            <a:xfrm>
              <a:off x="10001905" y="51727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F62E72DA-3693-5449-9559-F7947B90797F}"/>
                </a:ext>
              </a:extLst>
            </p:cNvPr>
            <p:cNvSpPr/>
            <p:nvPr/>
          </p:nvSpPr>
          <p:spPr>
            <a:xfrm>
              <a:off x="10825214" y="440023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C33DC927-79DC-8548-650E-A020836C917C}"/>
                </a:ext>
              </a:extLst>
            </p:cNvPr>
            <p:cNvSpPr/>
            <p:nvPr/>
          </p:nvSpPr>
          <p:spPr>
            <a:xfrm>
              <a:off x="9748962" y="68602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676DE314-96CB-A8B9-67DE-1C26E902FE2F}"/>
                </a:ext>
              </a:extLst>
            </p:cNvPr>
            <p:cNvSpPr/>
            <p:nvPr/>
          </p:nvSpPr>
          <p:spPr>
            <a:xfrm>
              <a:off x="10069341" y="78636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2613C732-3AA0-8644-952A-45C96526B59C}"/>
                </a:ext>
              </a:extLst>
            </p:cNvPr>
            <p:cNvSpPr/>
            <p:nvPr/>
          </p:nvSpPr>
          <p:spPr>
            <a:xfrm>
              <a:off x="9962208" y="1206246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DEA7CB2B-769D-B034-0EEE-8A3CF2B5F891}"/>
                </a:ext>
              </a:extLst>
            </p:cNvPr>
            <p:cNvSpPr/>
            <p:nvPr/>
          </p:nvSpPr>
          <p:spPr>
            <a:xfrm>
              <a:off x="10418650" y="77480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Oval 215">
              <a:extLst>
                <a:ext uri="{FF2B5EF4-FFF2-40B4-BE49-F238E27FC236}">
                  <a16:creationId xmlns:a16="http://schemas.microsoft.com/office/drawing/2014/main" id="{3C2EBA36-CCAB-7C9D-C1FB-961A07F9A5CD}"/>
                </a:ext>
              </a:extLst>
            </p:cNvPr>
            <p:cNvSpPr/>
            <p:nvPr/>
          </p:nvSpPr>
          <p:spPr>
            <a:xfrm>
              <a:off x="10198380" y="54221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49B70B2A-AD37-E03F-E43C-EC050046947A}"/>
                </a:ext>
              </a:extLst>
            </p:cNvPr>
            <p:cNvSpPr/>
            <p:nvPr/>
          </p:nvSpPr>
          <p:spPr>
            <a:xfrm>
              <a:off x="10176478" y="60299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Oval 217">
              <a:extLst>
                <a:ext uri="{FF2B5EF4-FFF2-40B4-BE49-F238E27FC236}">
                  <a16:creationId xmlns:a16="http://schemas.microsoft.com/office/drawing/2014/main" id="{B73ED3F7-D697-B459-AAF8-DC9882323E03}"/>
                </a:ext>
              </a:extLst>
            </p:cNvPr>
            <p:cNvSpPr/>
            <p:nvPr/>
          </p:nvSpPr>
          <p:spPr>
            <a:xfrm>
              <a:off x="10078240" y="592556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BB4B50FF-A6B1-38B5-F824-2F6531243D66}"/>
                </a:ext>
              </a:extLst>
            </p:cNvPr>
            <p:cNvSpPr/>
            <p:nvPr/>
          </p:nvSpPr>
          <p:spPr>
            <a:xfrm>
              <a:off x="10722530" y="699521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32F19E3B-37B7-A500-A77E-8CB8475D73F2}"/>
                </a:ext>
              </a:extLst>
            </p:cNvPr>
            <p:cNvSpPr/>
            <p:nvPr/>
          </p:nvSpPr>
          <p:spPr>
            <a:xfrm>
              <a:off x="10432971" y="702261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E0DF5542-85F0-9A4B-FD3C-A3BDCE198B9A}"/>
                </a:ext>
              </a:extLst>
            </p:cNvPr>
            <p:cNvSpPr/>
            <p:nvPr/>
          </p:nvSpPr>
          <p:spPr>
            <a:xfrm>
              <a:off x="9715277" y="492836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62161FA8-CD7B-10A6-BF61-71F16DCF9198}"/>
                </a:ext>
              </a:extLst>
            </p:cNvPr>
            <p:cNvSpPr/>
            <p:nvPr/>
          </p:nvSpPr>
          <p:spPr>
            <a:xfrm>
              <a:off x="10029700" y="64365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C8F57CAF-8BCE-5DEF-E664-14B855011BB0}"/>
                </a:ext>
              </a:extLst>
            </p:cNvPr>
            <p:cNvSpPr/>
            <p:nvPr/>
          </p:nvSpPr>
          <p:spPr>
            <a:xfrm>
              <a:off x="9753546" y="71897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Oval 223">
              <a:extLst>
                <a:ext uri="{FF2B5EF4-FFF2-40B4-BE49-F238E27FC236}">
                  <a16:creationId xmlns:a16="http://schemas.microsoft.com/office/drawing/2014/main" id="{82681D0F-15D4-17FD-DC49-FBAD7F8D0935}"/>
                </a:ext>
              </a:extLst>
            </p:cNvPr>
            <p:cNvSpPr/>
            <p:nvPr/>
          </p:nvSpPr>
          <p:spPr>
            <a:xfrm>
              <a:off x="10432971" y="76535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BFE9243C-0C90-45F3-1B1B-369E0D896863}"/>
                </a:ext>
              </a:extLst>
            </p:cNvPr>
            <p:cNvSpPr/>
            <p:nvPr/>
          </p:nvSpPr>
          <p:spPr>
            <a:xfrm>
              <a:off x="10597013" y="785198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6998D80D-D794-08F3-0F5F-B8A4141B8B8B}"/>
                </a:ext>
              </a:extLst>
            </p:cNvPr>
            <p:cNvSpPr/>
            <p:nvPr/>
          </p:nvSpPr>
          <p:spPr>
            <a:xfrm>
              <a:off x="9946223" y="86591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084175C9-6978-CC09-23D5-03C58D981A82}"/>
                </a:ext>
              </a:extLst>
            </p:cNvPr>
            <p:cNvSpPr/>
            <p:nvPr/>
          </p:nvSpPr>
          <p:spPr>
            <a:xfrm>
              <a:off x="10782280" y="75379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" name="Oval 227">
              <a:extLst>
                <a:ext uri="{FF2B5EF4-FFF2-40B4-BE49-F238E27FC236}">
                  <a16:creationId xmlns:a16="http://schemas.microsoft.com/office/drawing/2014/main" id="{7580B685-A8E1-5726-B184-AA0E9129DB22}"/>
                </a:ext>
              </a:extLst>
            </p:cNvPr>
            <p:cNvSpPr/>
            <p:nvPr/>
          </p:nvSpPr>
          <p:spPr>
            <a:xfrm>
              <a:off x="10490228" y="514528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C5A4BF32-CD5E-8CC9-BECA-940463A7BDD2}"/>
                </a:ext>
              </a:extLst>
            </p:cNvPr>
            <p:cNvSpPr/>
            <p:nvPr/>
          </p:nvSpPr>
          <p:spPr>
            <a:xfrm>
              <a:off x="10540107" y="58198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Oval 229">
              <a:extLst>
                <a:ext uri="{FF2B5EF4-FFF2-40B4-BE49-F238E27FC236}">
                  <a16:creationId xmlns:a16="http://schemas.microsoft.com/office/drawing/2014/main" id="{005A0B48-7931-11FF-19A1-1F5678343ED1}"/>
                </a:ext>
              </a:extLst>
            </p:cNvPr>
            <p:cNvSpPr/>
            <p:nvPr/>
          </p:nvSpPr>
          <p:spPr>
            <a:xfrm>
              <a:off x="10441870" y="571543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" name="Oval 230">
              <a:extLst>
                <a:ext uri="{FF2B5EF4-FFF2-40B4-BE49-F238E27FC236}">
                  <a16:creationId xmlns:a16="http://schemas.microsoft.com/office/drawing/2014/main" id="{C9EA4C65-2924-0128-E461-8892345B4EF4}"/>
                </a:ext>
              </a:extLst>
            </p:cNvPr>
            <p:cNvSpPr/>
            <p:nvPr/>
          </p:nvSpPr>
          <p:spPr>
            <a:xfrm>
              <a:off x="11265178" y="49429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Oval 231">
              <a:extLst>
                <a:ext uri="{FF2B5EF4-FFF2-40B4-BE49-F238E27FC236}">
                  <a16:creationId xmlns:a16="http://schemas.microsoft.com/office/drawing/2014/main" id="{97D37C87-B7C2-205A-D6F1-79A918B60667}"/>
                </a:ext>
              </a:extLst>
            </p:cNvPr>
            <p:cNvSpPr/>
            <p:nvPr/>
          </p:nvSpPr>
          <p:spPr>
            <a:xfrm>
              <a:off x="10345264" y="80437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" name="Oval 232">
              <a:extLst>
                <a:ext uri="{FF2B5EF4-FFF2-40B4-BE49-F238E27FC236}">
                  <a16:creationId xmlns:a16="http://schemas.microsoft.com/office/drawing/2014/main" id="{0FD85D16-424A-D505-E916-7808B9C9BD44}"/>
                </a:ext>
              </a:extLst>
            </p:cNvPr>
            <p:cNvSpPr/>
            <p:nvPr/>
          </p:nvSpPr>
          <p:spPr>
            <a:xfrm>
              <a:off x="9762618" y="62172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Oval 233">
              <a:extLst>
                <a:ext uri="{FF2B5EF4-FFF2-40B4-BE49-F238E27FC236}">
                  <a16:creationId xmlns:a16="http://schemas.microsoft.com/office/drawing/2014/main" id="{DBD70533-8FC5-147E-924E-3024CFB66B20}"/>
                </a:ext>
              </a:extLst>
            </p:cNvPr>
            <p:cNvSpPr/>
            <p:nvPr/>
          </p:nvSpPr>
          <p:spPr>
            <a:xfrm>
              <a:off x="10106035" y="718931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" name="Oval 234">
              <a:extLst>
                <a:ext uri="{FF2B5EF4-FFF2-40B4-BE49-F238E27FC236}">
                  <a16:creationId xmlns:a16="http://schemas.microsoft.com/office/drawing/2014/main" id="{E9073E55-A84C-DDA7-0F5A-AD58849845B1}"/>
                </a:ext>
              </a:extLst>
            </p:cNvPr>
            <p:cNvSpPr/>
            <p:nvPr/>
          </p:nvSpPr>
          <p:spPr>
            <a:xfrm>
              <a:off x="9146159" y="92711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6" name="Oval 235">
              <a:extLst>
                <a:ext uri="{FF2B5EF4-FFF2-40B4-BE49-F238E27FC236}">
                  <a16:creationId xmlns:a16="http://schemas.microsoft.com/office/drawing/2014/main" id="{4E9D2B50-D449-79D8-6511-468F50B9C650}"/>
                </a:ext>
              </a:extLst>
            </p:cNvPr>
            <p:cNvSpPr/>
            <p:nvPr/>
          </p:nvSpPr>
          <p:spPr>
            <a:xfrm>
              <a:off x="10509306" y="84063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7" name="Oval 236">
              <a:extLst>
                <a:ext uri="{FF2B5EF4-FFF2-40B4-BE49-F238E27FC236}">
                  <a16:creationId xmlns:a16="http://schemas.microsoft.com/office/drawing/2014/main" id="{A40A2879-A70A-4C66-664D-FD3D0AA2F41C}"/>
                </a:ext>
              </a:extLst>
            </p:cNvPr>
            <p:cNvSpPr/>
            <p:nvPr/>
          </p:nvSpPr>
          <p:spPr>
            <a:xfrm>
              <a:off x="10673348" y="86048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" name="Oval 237">
              <a:extLst>
                <a:ext uri="{FF2B5EF4-FFF2-40B4-BE49-F238E27FC236}">
                  <a16:creationId xmlns:a16="http://schemas.microsoft.com/office/drawing/2014/main" id="{79D3155E-122C-147B-6EF1-54B7600E42E4}"/>
                </a:ext>
              </a:extLst>
            </p:cNvPr>
            <p:cNvSpPr/>
            <p:nvPr/>
          </p:nvSpPr>
          <p:spPr>
            <a:xfrm>
              <a:off x="9586619" y="96296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9" name="Oval 238">
              <a:extLst>
                <a:ext uri="{FF2B5EF4-FFF2-40B4-BE49-F238E27FC236}">
                  <a16:creationId xmlns:a16="http://schemas.microsoft.com/office/drawing/2014/main" id="{092D713D-24A2-595A-D39B-834FE60CD77D}"/>
                </a:ext>
              </a:extLst>
            </p:cNvPr>
            <p:cNvSpPr/>
            <p:nvPr/>
          </p:nvSpPr>
          <p:spPr>
            <a:xfrm>
              <a:off x="11042822" y="837766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" name="Oval 239">
              <a:extLst>
                <a:ext uri="{FF2B5EF4-FFF2-40B4-BE49-F238E27FC236}">
                  <a16:creationId xmlns:a16="http://schemas.microsoft.com/office/drawing/2014/main" id="{4E2DF359-3538-D679-25C4-1ABD9E0FCC18}"/>
                </a:ext>
              </a:extLst>
            </p:cNvPr>
            <p:cNvSpPr/>
            <p:nvPr/>
          </p:nvSpPr>
          <p:spPr>
            <a:xfrm>
              <a:off x="10575110" y="36612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1" name="Oval 240">
              <a:extLst>
                <a:ext uri="{FF2B5EF4-FFF2-40B4-BE49-F238E27FC236}">
                  <a16:creationId xmlns:a16="http://schemas.microsoft.com/office/drawing/2014/main" id="{CAEC6F7E-A3B5-11BE-3C20-28F4611A62EB}"/>
                </a:ext>
              </a:extLst>
            </p:cNvPr>
            <p:cNvSpPr/>
            <p:nvPr/>
          </p:nvSpPr>
          <p:spPr>
            <a:xfrm>
              <a:off x="10616443" y="65726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2" name="Oval 241">
              <a:extLst>
                <a:ext uri="{FF2B5EF4-FFF2-40B4-BE49-F238E27FC236}">
                  <a16:creationId xmlns:a16="http://schemas.microsoft.com/office/drawing/2014/main" id="{C04D0B6D-DE6C-6840-1A55-76F3F54DA32B}"/>
                </a:ext>
              </a:extLst>
            </p:cNvPr>
            <p:cNvSpPr/>
            <p:nvPr/>
          </p:nvSpPr>
          <p:spPr>
            <a:xfrm>
              <a:off x="10518205" y="64682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3" name="Oval 242">
              <a:extLst>
                <a:ext uri="{FF2B5EF4-FFF2-40B4-BE49-F238E27FC236}">
                  <a16:creationId xmlns:a16="http://schemas.microsoft.com/office/drawing/2014/main" id="{80C5EA51-1D59-B72D-257B-1F096550F4D6}"/>
                </a:ext>
              </a:extLst>
            </p:cNvPr>
            <p:cNvSpPr/>
            <p:nvPr/>
          </p:nvSpPr>
          <p:spPr>
            <a:xfrm>
              <a:off x="11341513" y="56957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4" name="Oval 243">
              <a:extLst>
                <a:ext uri="{FF2B5EF4-FFF2-40B4-BE49-F238E27FC236}">
                  <a16:creationId xmlns:a16="http://schemas.microsoft.com/office/drawing/2014/main" id="{D68341A4-861C-02EC-6205-B68D39A2E781}"/>
                </a:ext>
              </a:extLst>
            </p:cNvPr>
            <p:cNvSpPr/>
            <p:nvPr/>
          </p:nvSpPr>
          <p:spPr>
            <a:xfrm>
              <a:off x="10216838" y="573973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5" name="Oval 244">
              <a:extLst>
                <a:ext uri="{FF2B5EF4-FFF2-40B4-BE49-F238E27FC236}">
                  <a16:creationId xmlns:a16="http://schemas.microsoft.com/office/drawing/2014/main" id="{8A9D5E26-D537-9C48-D331-3E3A4A047DBA}"/>
                </a:ext>
              </a:extLst>
            </p:cNvPr>
            <p:cNvSpPr/>
            <p:nvPr/>
          </p:nvSpPr>
          <p:spPr>
            <a:xfrm>
              <a:off x="10323928" y="42414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6" name="Oval 245">
              <a:extLst>
                <a:ext uri="{FF2B5EF4-FFF2-40B4-BE49-F238E27FC236}">
                  <a16:creationId xmlns:a16="http://schemas.microsoft.com/office/drawing/2014/main" id="{FB82EC08-C7C5-CBBA-D158-99B11746F4FC}"/>
                </a:ext>
              </a:extLst>
            </p:cNvPr>
            <p:cNvSpPr/>
            <p:nvPr/>
          </p:nvSpPr>
          <p:spPr>
            <a:xfrm>
              <a:off x="11208273" y="38940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7" name="Oval 246">
              <a:extLst>
                <a:ext uri="{FF2B5EF4-FFF2-40B4-BE49-F238E27FC236}">
                  <a16:creationId xmlns:a16="http://schemas.microsoft.com/office/drawing/2014/main" id="{8053369D-EAF8-EB0B-60B7-B3F2AD099AE2}"/>
                </a:ext>
              </a:extLst>
            </p:cNvPr>
            <p:cNvSpPr/>
            <p:nvPr/>
          </p:nvSpPr>
          <p:spPr>
            <a:xfrm>
              <a:off x="10274095" y="323149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9844E640-3123-C9B1-8A2E-1A5CC2585537}"/>
                </a:ext>
              </a:extLst>
            </p:cNvPr>
            <p:cNvSpPr/>
            <p:nvPr/>
          </p:nvSpPr>
          <p:spPr>
            <a:xfrm>
              <a:off x="9658372" y="433048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9" name="Oval 248">
              <a:extLst>
                <a:ext uri="{FF2B5EF4-FFF2-40B4-BE49-F238E27FC236}">
                  <a16:creationId xmlns:a16="http://schemas.microsoft.com/office/drawing/2014/main" id="{235F96C7-C8E1-CB5D-76C1-429DD25C1B0F}"/>
                </a:ext>
              </a:extLst>
            </p:cNvPr>
            <p:cNvSpPr/>
            <p:nvPr/>
          </p:nvSpPr>
          <p:spPr>
            <a:xfrm>
              <a:off x="10225737" y="38016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0" name="Oval 249">
              <a:extLst>
                <a:ext uri="{FF2B5EF4-FFF2-40B4-BE49-F238E27FC236}">
                  <a16:creationId xmlns:a16="http://schemas.microsoft.com/office/drawing/2014/main" id="{12A57925-3984-816D-E2A1-2B9F7E0FE3C4}"/>
                </a:ext>
              </a:extLst>
            </p:cNvPr>
            <p:cNvSpPr/>
            <p:nvPr/>
          </p:nvSpPr>
          <p:spPr>
            <a:xfrm>
              <a:off x="11049046" y="302913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1" name="Oval 250">
              <a:extLst>
                <a:ext uri="{FF2B5EF4-FFF2-40B4-BE49-F238E27FC236}">
                  <a16:creationId xmlns:a16="http://schemas.microsoft.com/office/drawing/2014/main" id="{36CF4B7E-9F21-6DE9-1557-97E90A221F84}"/>
                </a:ext>
              </a:extLst>
            </p:cNvPr>
            <p:cNvSpPr/>
            <p:nvPr/>
          </p:nvSpPr>
          <p:spPr>
            <a:xfrm>
              <a:off x="9972794" y="54891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" name="Oval 251">
              <a:extLst>
                <a:ext uri="{FF2B5EF4-FFF2-40B4-BE49-F238E27FC236}">
                  <a16:creationId xmlns:a16="http://schemas.microsoft.com/office/drawing/2014/main" id="{EFC00796-BC0F-F6B8-43CC-694FBBC497E9}"/>
                </a:ext>
              </a:extLst>
            </p:cNvPr>
            <p:cNvSpPr/>
            <p:nvPr/>
          </p:nvSpPr>
          <p:spPr>
            <a:xfrm>
              <a:off x="10293173" y="64925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3" name="Oval 252">
              <a:extLst>
                <a:ext uri="{FF2B5EF4-FFF2-40B4-BE49-F238E27FC236}">
                  <a16:creationId xmlns:a16="http://schemas.microsoft.com/office/drawing/2014/main" id="{E7417C1A-9F12-4979-EB99-648092D34314}"/>
                </a:ext>
              </a:extLst>
            </p:cNvPr>
            <p:cNvSpPr/>
            <p:nvPr/>
          </p:nvSpPr>
          <p:spPr>
            <a:xfrm>
              <a:off x="10186040" y="1069136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" name="Oval 253">
              <a:extLst>
                <a:ext uri="{FF2B5EF4-FFF2-40B4-BE49-F238E27FC236}">
                  <a16:creationId xmlns:a16="http://schemas.microsoft.com/office/drawing/2014/main" id="{19C36650-642F-7140-6F97-35C5EA797808}"/>
                </a:ext>
              </a:extLst>
            </p:cNvPr>
            <p:cNvSpPr/>
            <p:nvPr/>
          </p:nvSpPr>
          <p:spPr>
            <a:xfrm>
              <a:off x="10769351" y="563563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" name="Oval 254">
              <a:extLst>
                <a:ext uri="{FF2B5EF4-FFF2-40B4-BE49-F238E27FC236}">
                  <a16:creationId xmlns:a16="http://schemas.microsoft.com/office/drawing/2014/main" id="{89D5C0F5-74AD-0CA4-6E1A-B15F322297B6}"/>
                </a:ext>
              </a:extLst>
            </p:cNvPr>
            <p:cNvSpPr/>
            <p:nvPr/>
          </p:nvSpPr>
          <p:spPr>
            <a:xfrm>
              <a:off x="10422212" y="40510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" name="Oval 255">
              <a:extLst>
                <a:ext uri="{FF2B5EF4-FFF2-40B4-BE49-F238E27FC236}">
                  <a16:creationId xmlns:a16="http://schemas.microsoft.com/office/drawing/2014/main" id="{25009887-F0BD-490E-72DD-4566A4A2D888}"/>
                </a:ext>
              </a:extLst>
            </p:cNvPr>
            <p:cNvSpPr/>
            <p:nvPr/>
          </p:nvSpPr>
          <p:spPr>
            <a:xfrm>
              <a:off x="9756149" y="314211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" name="Oval 256">
              <a:extLst>
                <a:ext uri="{FF2B5EF4-FFF2-40B4-BE49-F238E27FC236}">
                  <a16:creationId xmlns:a16="http://schemas.microsoft.com/office/drawing/2014/main" id="{360A7CDF-77CB-C13C-BEC6-03A107045BD6}"/>
                </a:ext>
              </a:extLst>
            </p:cNvPr>
            <p:cNvSpPr/>
            <p:nvPr/>
          </p:nvSpPr>
          <p:spPr>
            <a:xfrm>
              <a:off x="9602484" y="51459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8" name="Oval 257">
              <a:extLst>
                <a:ext uri="{FF2B5EF4-FFF2-40B4-BE49-F238E27FC236}">
                  <a16:creationId xmlns:a16="http://schemas.microsoft.com/office/drawing/2014/main" id="{8FCE5F6C-1101-06AA-C51F-7ECDD4A15BA2}"/>
                </a:ext>
              </a:extLst>
            </p:cNvPr>
            <p:cNvSpPr/>
            <p:nvPr/>
          </p:nvSpPr>
          <p:spPr>
            <a:xfrm>
              <a:off x="10946362" y="562411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29AD488-4317-E59E-9F5D-41ECA26086EA}"/>
              </a:ext>
            </a:extLst>
          </p:cNvPr>
          <p:cNvSpPr txBox="1"/>
          <p:nvPr/>
        </p:nvSpPr>
        <p:spPr>
          <a:xfrm>
            <a:off x="207284" y="812519"/>
            <a:ext cx="2556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Given: Bee locations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4AC121-5AAD-44F1-6E1D-DD8645694C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5585" y="901765"/>
            <a:ext cx="243622" cy="1884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E8F8CB-4A77-7799-17C8-70773E9B6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9567" y="873645"/>
            <a:ext cx="217378" cy="2173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ABFDAE-04C7-D7AA-DAC4-5E09B20B84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9343" y="761874"/>
            <a:ext cx="1148047" cy="3693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80FFE9-5AF9-2829-6509-5511B388657C}"/>
              </a:ext>
            </a:extLst>
          </p:cNvPr>
          <p:cNvSpPr txBox="1"/>
          <p:nvPr/>
        </p:nvSpPr>
        <p:spPr>
          <a:xfrm>
            <a:off x="3280358" y="817059"/>
            <a:ext cx="5173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Estimate: bee colors       and bee hives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BD83E7-A142-5E87-5BE3-07240888CDF4}"/>
              </a:ext>
            </a:extLst>
          </p:cNvPr>
          <p:cNvSpPr txBox="1"/>
          <p:nvPr/>
        </p:nvSpPr>
        <p:spPr>
          <a:xfrm>
            <a:off x="207284" y="5396273"/>
            <a:ext cx="3235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That’s our first “chicken”!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5895355-36E6-274F-42A5-7FC249E69BC5}"/>
              </a:ext>
            </a:extLst>
          </p:cNvPr>
          <p:cNvGrpSpPr/>
          <p:nvPr/>
        </p:nvGrpSpPr>
        <p:grpSpPr>
          <a:xfrm>
            <a:off x="-181802" y="2829804"/>
            <a:ext cx="4053749" cy="1198392"/>
            <a:chOff x="2236215" y="2424572"/>
            <a:chExt cx="5997134" cy="1772906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D4155F5-C777-C537-B89F-B5A38FC62F96}"/>
                </a:ext>
              </a:extLst>
            </p:cNvPr>
            <p:cNvSpPr/>
            <p:nvPr/>
          </p:nvSpPr>
          <p:spPr>
            <a:xfrm>
              <a:off x="2236215" y="3321502"/>
              <a:ext cx="4978875" cy="522529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3988CF">
                <a:alpha val="30196"/>
              </a:srgb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49B191C-D66B-BF84-EA2E-96FCEA4793B2}"/>
                </a:ext>
              </a:extLst>
            </p:cNvPr>
            <p:cNvSpPr/>
            <p:nvPr/>
          </p:nvSpPr>
          <p:spPr>
            <a:xfrm>
              <a:off x="5739567" y="2424572"/>
              <a:ext cx="2493782" cy="1447376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FF0909">
                <a:alpha val="29804"/>
              </a:srgb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9298813B-6E69-4701-59B1-E450CFEB8B1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744620" y="3096038"/>
              <a:ext cx="457264" cy="704948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BBA61E3D-94C6-4395-2831-FF88A83777A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6986458" y="3096038"/>
              <a:ext cx="457264" cy="704948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5F4D6847-AF94-EFC4-C971-293A062615F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5514786" y="3827386"/>
              <a:ext cx="314972" cy="370092"/>
            </a:xfrm>
            <a:prstGeom prst="rect">
              <a:avLst/>
            </a:prstGeom>
          </p:spPr>
        </p:pic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BB9E174B-7459-4948-B323-C864D3F842E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41553" y="3314686"/>
            <a:ext cx="6599960" cy="71351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4CF50A2-0BB7-E354-D90F-DC2E69AC9BE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86790" y="3588806"/>
            <a:ext cx="191712" cy="82635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C0E77AEA-39EB-390E-6528-B457A04C9AFB}"/>
              </a:ext>
            </a:extLst>
          </p:cNvPr>
          <p:cNvGrpSpPr/>
          <p:nvPr/>
        </p:nvGrpSpPr>
        <p:grpSpPr>
          <a:xfrm flipV="1">
            <a:off x="5708637" y="4161669"/>
            <a:ext cx="1556675" cy="148056"/>
            <a:chOff x="6300513" y="1580779"/>
            <a:chExt cx="1749643" cy="11151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AF7D7FC-F3A2-47B8-5B49-378549827D2C}"/>
                </a:ext>
              </a:extLst>
            </p:cNvPr>
            <p:cNvCxnSpPr>
              <a:cxnSpLocks/>
            </p:cNvCxnSpPr>
            <p:nvPr/>
          </p:nvCxnSpPr>
          <p:spPr>
            <a:xfrm>
              <a:off x="6436168" y="1692296"/>
              <a:ext cx="161398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4D7B3B0-9149-515D-AEF8-A57F1227D3C9}"/>
                </a:ext>
              </a:extLst>
            </p:cNvPr>
            <p:cNvCxnSpPr>
              <a:cxnSpLocks/>
            </p:cNvCxnSpPr>
            <p:nvPr/>
          </p:nvCxnSpPr>
          <p:spPr>
            <a:xfrm>
              <a:off x="6300513" y="1580779"/>
              <a:ext cx="135655" cy="111517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EC1E91BC-B56F-5F8F-FFB3-C145A6587CA2}"/>
              </a:ext>
            </a:extLst>
          </p:cNvPr>
          <p:cNvSpPr txBox="1"/>
          <p:nvPr/>
        </p:nvSpPr>
        <p:spPr>
          <a:xfrm>
            <a:off x="8598276" y="2758422"/>
            <a:ext cx="28416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77"/>
                <a:sym typeface="Wingdings" pitchFamily="2" charset="2"/>
              </a:rPr>
              <a:t>Size of the red hive</a:t>
            </a:r>
            <a:endParaRPr lang="en-US" sz="2000" dirty="0">
              <a:latin typeface="Arial Rounded MT Bold" panose="020F0704030504030204" pitchFamily="34" charset="77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2013AA9-4F21-7E23-B980-B74529CF3F3B}"/>
              </a:ext>
            </a:extLst>
          </p:cNvPr>
          <p:cNvGrpSpPr/>
          <p:nvPr/>
        </p:nvGrpSpPr>
        <p:grpSpPr>
          <a:xfrm>
            <a:off x="6351320" y="3159954"/>
            <a:ext cx="1749643" cy="111517"/>
            <a:chOff x="6300513" y="1580779"/>
            <a:chExt cx="1749643" cy="111517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AA8A317-D712-E481-8E67-119C0DB1ECE8}"/>
                </a:ext>
              </a:extLst>
            </p:cNvPr>
            <p:cNvCxnSpPr>
              <a:cxnSpLocks/>
            </p:cNvCxnSpPr>
            <p:nvPr/>
          </p:nvCxnSpPr>
          <p:spPr>
            <a:xfrm>
              <a:off x="6436168" y="1692296"/>
              <a:ext cx="161398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4C352A4-32FB-8E93-199E-30FCBC7CA15F}"/>
                </a:ext>
              </a:extLst>
            </p:cNvPr>
            <p:cNvCxnSpPr>
              <a:cxnSpLocks/>
            </p:cNvCxnSpPr>
            <p:nvPr/>
          </p:nvCxnSpPr>
          <p:spPr>
            <a:xfrm>
              <a:off x="6300513" y="1580779"/>
              <a:ext cx="135655" cy="111517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6F28E764-56C9-F9FF-423C-65C832621105}"/>
              </a:ext>
            </a:extLst>
          </p:cNvPr>
          <p:cNvSpPr txBox="1"/>
          <p:nvPr/>
        </p:nvSpPr>
        <p:spPr>
          <a:xfrm>
            <a:off x="4864198" y="4305567"/>
            <a:ext cx="2510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77"/>
                <a:sym typeface="Wingdings" pitchFamily="2" charset="2"/>
              </a:rPr>
              <a:t>Red bee likelihood</a:t>
            </a:r>
            <a:endParaRPr lang="en-US" sz="2000" dirty="0">
              <a:latin typeface="Arial Rounded MT Bold" panose="020F0704030504030204" pitchFamily="34" charset="77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EE36096-0587-33CA-6562-FFD27E0FB1E1}"/>
              </a:ext>
            </a:extLst>
          </p:cNvPr>
          <p:cNvGrpSpPr/>
          <p:nvPr/>
        </p:nvGrpSpPr>
        <p:grpSpPr>
          <a:xfrm flipH="1">
            <a:off x="8467806" y="3159951"/>
            <a:ext cx="1394968" cy="122747"/>
            <a:chOff x="6294464" y="1624072"/>
            <a:chExt cx="1755692" cy="68224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9040296-89E9-168B-A0AF-9B7C4EE009B7}"/>
                </a:ext>
              </a:extLst>
            </p:cNvPr>
            <p:cNvCxnSpPr>
              <a:cxnSpLocks/>
            </p:cNvCxnSpPr>
            <p:nvPr/>
          </p:nvCxnSpPr>
          <p:spPr>
            <a:xfrm>
              <a:off x="6436168" y="1692296"/>
              <a:ext cx="161398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9BA462E-19A8-FAD8-5CC0-6A53481044D5}"/>
                </a:ext>
              </a:extLst>
            </p:cNvPr>
            <p:cNvCxnSpPr>
              <a:cxnSpLocks/>
            </p:cNvCxnSpPr>
            <p:nvPr/>
          </p:nvCxnSpPr>
          <p:spPr>
            <a:xfrm>
              <a:off x="6294464" y="1624072"/>
              <a:ext cx="141703" cy="68224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9A69F54-BB9C-F61E-38D6-2BB1C513BC78}"/>
              </a:ext>
            </a:extLst>
          </p:cNvPr>
          <p:cNvSpPr txBox="1"/>
          <p:nvPr/>
        </p:nvSpPr>
        <p:spPr>
          <a:xfrm>
            <a:off x="5259289" y="2772388"/>
            <a:ext cx="28416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77"/>
                <a:sym typeface="Wingdings" pitchFamily="2" charset="2"/>
              </a:rPr>
              <a:t>Red bee distribution</a:t>
            </a:r>
            <a:endParaRPr lang="en-US" sz="2000" dirty="0">
              <a:latin typeface="Arial Rounded MT Bold" panose="020F0704030504030204" pitchFamily="34" charset="77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4A72659-F1FB-81A5-7594-CD9AB7FF4A68}"/>
              </a:ext>
            </a:extLst>
          </p:cNvPr>
          <p:cNvGrpSpPr/>
          <p:nvPr/>
        </p:nvGrpSpPr>
        <p:grpSpPr>
          <a:xfrm flipV="1">
            <a:off x="8782873" y="4157311"/>
            <a:ext cx="1556675" cy="148056"/>
            <a:chOff x="6300513" y="1580779"/>
            <a:chExt cx="1749643" cy="111517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FB2BEC6-817D-56BB-0564-BC2647C24534}"/>
                </a:ext>
              </a:extLst>
            </p:cNvPr>
            <p:cNvCxnSpPr>
              <a:cxnSpLocks/>
            </p:cNvCxnSpPr>
            <p:nvPr/>
          </p:nvCxnSpPr>
          <p:spPr>
            <a:xfrm>
              <a:off x="6436168" y="1692296"/>
              <a:ext cx="161398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C8A58B3-324C-5FB5-B7B2-3177EA5E7502}"/>
                </a:ext>
              </a:extLst>
            </p:cNvPr>
            <p:cNvCxnSpPr>
              <a:cxnSpLocks/>
            </p:cNvCxnSpPr>
            <p:nvPr/>
          </p:nvCxnSpPr>
          <p:spPr>
            <a:xfrm>
              <a:off x="6300513" y="1580779"/>
              <a:ext cx="135655" cy="111517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AD0FD1BD-3157-32CC-9D9A-21CB297646CC}"/>
              </a:ext>
            </a:extLst>
          </p:cNvPr>
          <p:cNvSpPr txBox="1"/>
          <p:nvPr/>
        </p:nvSpPr>
        <p:spPr>
          <a:xfrm>
            <a:off x="7938434" y="4301209"/>
            <a:ext cx="3383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77"/>
                <a:sym typeface="Wingdings" pitchFamily="2" charset="2"/>
              </a:rPr>
              <a:t>Blue bee likelihood</a:t>
            </a:r>
            <a:endParaRPr lang="en-US" sz="2000" dirty="0">
              <a:latin typeface="Arial Rounded MT Bold" panose="020F070403050403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307081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1978ED-85A5-A352-D136-4E366BFC7765}"/>
              </a:ext>
            </a:extLst>
          </p:cNvPr>
          <p:cNvSpPr txBox="1"/>
          <p:nvPr/>
        </p:nvSpPr>
        <p:spPr>
          <a:xfrm>
            <a:off x="276411" y="260293"/>
            <a:ext cx="3595536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Expectation Maximization (EM)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9D170F0-1378-E45B-CD67-11CAB3AE8D99}"/>
              </a:ext>
            </a:extLst>
          </p:cNvPr>
          <p:cNvSpPr txBox="1"/>
          <p:nvPr/>
        </p:nvSpPr>
        <p:spPr>
          <a:xfrm>
            <a:off x="207283" y="812519"/>
            <a:ext cx="96840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Basic idea:</a:t>
            </a:r>
          </a:p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1. Initialize                                     with arbitrary values</a:t>
            </a:r>
          </a:p>
          <a:p>
            <a:pPr marL="342900" indent="-342900">
              <a:buAutoNum type="arabicPeriod"/>
            </a:pPr>
            <a:endParaRPr lang="en-US" dirty="0">
              <a:latin typeface="Arial Rounded MT Bold" panose="020F0704030504030204" pitchFamily="34" charset="77"/>
            </a:endParaRPr>
          </a:p>
          <a:p>
            <a:r>
              <a:rPr lang="en-US" dirty="0">
                <a:latin typeface="Arial Rounded MT Bold" panose="020F0704030504030204" pitchFamily="34" charset="77"/>
              </a:rPr>
              <a:t>2. Write out the likelihood function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782B3B5-74C5-D724-5A23-FBC54E983712}"/>
              </a:ext>
            </a:extLst>
          </p:cNvPr>
          <p:cNvGrpSpPr/>
          <p:nvPr/>
        </p:nvGrpSpPr>
        <p:grpSpPr>
          <a:xfrm>
            <a:off x="6941517" y="1629671"/>
            <a:ext cx="3117293" cy="369332"/>
            <a:chOff x="6912406" y="1638941"/>
            <a:chExt cx="3117293" cy="369332"/>
          </a:xfrm>
        </p:grpSpPr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3A459E04-83FA-F3ED-A983-F99BD13A2845}"/>
                </a:ext>
              </a:extLst>
            </p:cNvPr>
            <p:cNvSpPr txBox="1"/>
            <p:nvPr/>
          </p:nvSpPr>
          <p:spPr>
            <a:xfrm>
              <a:off x="6912406" y="1638941"/>
              <a:ext cx="29344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ym typeface="Wingdings" pitchFamily="2" charset="2"/>
                </a:rPr>
                <a:t> </a:t>
              </a:r>
              <a:r>
                <a:rPr lang="en-US" dirty="0">
                  <a:latin typeface="Arial Rounded MT Bold" panose="020F0704030504030204" pitchFamily="34" charset="77"/>
                </a:rPr>
                <a:t>Somehow need to get </a:t>
              </a:r>
            </a:p>
          </p:txBody>
        </p:sp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135413B9-C863-1703-7704-0BD760046B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50299" y="1652157"/>
              <a:ext cx="279400" cy="342900"/>
            </a:xfrm>
            <a:prstGeom prst="rect">
              <a:avLst/>
            </a:prstGeom>
          </p:spPr>
        </p:pic>
      </p:grpSp>
      <p:pic>
        <p:nvPicPr>
          <p:cNvPr id="116" name="Picture 115">
            <a:extLst>
              <a:ext uri="{FF2B5EF4-FFF2-40B4-BE49-F238E27FC236}">
                <a16:creationId xmlns:a16="http://schemas.microsoft.com/office/drawing/2014/main" id="{0D2703F4-B997-7EBF-CA12-82EA338BE8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652" y="1056765"/>
            <a:ext cx="1943100" cy="431800"/>
          </a:xfrm>
          <a:prstGeom prst="rect">
            <a:avLst/>
          </a:prstGeom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B880CF55-DFB5-8AE9-CB16-DF57309749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7697" y="1674972"/>
            <a:ext cx="2713820" cy="2206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D9E7BBCA-9E21-9726-B911-ACCC0F4CFE64}"/>
              </a:ext>
            </a:extLst>
          </p:cNvPr>
          <p:cNvGrpSpPr/>
          <p:nvPr/>
        </p:nvGrpSpPr>
        <p:grpSpPr>
          <a:xfrm>
            <a:off x="8566522" y="251770"/>
            <a:ext cx="3349067" cy="1103254"/>
            <a:chOff x="8566522" y="251770"/>
            <a:chExt cx="3349067" cy="1103254"/>
          </a:xfrm>
        </p:grpSpPr>
        <p:sp>
          <p:nvSpPr>
            <p:cNvPr id="48" name="Parallelogram 47">
              <a:extLst>
                <a:ext uri="{FF2B5EF4-FFF2-40B4-BE49-F238E27FC236}">
                  <a16:creationId xmlns:a16="http://schemas.microsoft.com/office/drawing/2014/main" id="{694E0CBB-238C-8281-6391-2F31F76E5281}"/>
                </a:ext>
              </a:extLst>
            </p:cNvPr>
            <p:cNvSpPr/>
            <p:nvPr/>
          </p:nvSpPr>
          <p:spPr>
            <a:xfrm>
              <a:off x="8566522" y="251770"/>
              <a:ext cx="3349067" cy="1103254"/>
            </a:xfrm>
            <a:prstGeom prst="parallelogram">
              <a:avLst>
                <a:gd name="adj" fmla="val 94320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ED34A2F6-EC90-784D-75E1-1035B501AD60}"/>
                </a:ext>
              </a:extLst>
            </p:cNvPr>
            <p:cNvSpPr/>
            <p:nvPr/>
          </p:nvSpPr>
          <p:spPr>
            <a:xfrm>
              <a:off x="10209139" y="839371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7811312F-9BA2-9B73-996C-3BF2D5DF55AA}"/>
                </a:ext>
              </a:extLst>
            </p:cNvPr>
            <p:cNvSpPr/>
            <p:nvPr/>
          </p:nvSpPr>
          <p:spPr>
            <a:xfrm>
              <a:off x="9491445" y="629946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D0D63B16-83F4-F130-A16A-CD35CD414F5A}"/>
                </a:ext>
              </a:extLst>
            </p:cNvPr>
            <p:cNvSpPr/>
            <p:nvPr/>
          </p:nvSpPr>
          <p:spPr>
            <a:xfrm>
              <a:off x="9805868" y="78076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E7F1B04F-466D-B097-38F0-F22E4075396F}"/>
                </a:ext>
              </a:extLst>
            </p:cNvPr>
            <p:cNvSpPr/>
            <p:nvPr/>
          </p:nvSpPr>
          <p:spPr>
            <a:xfrm>
              <a:off x="9529714" y="85608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B2686745-9A85-DED7-D8DB-8508424C1536}"/>
                </a:ext>
              </a:extLst>
            </p:cNvPr>
            <p:cNvSpPr/>
            <p:nvPr/>
          </p:nvSpPr>
          <p:spPr>
            <a:xfrm>
              <a:off x="10209139" y="90246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ACEE7CC8-F1F7-8556-8759-1B936D30533A}"/>
                </a:ext>
              </a:extLst>
            </p:cNvPr>
            <p:cNvSpPr/>
            <p:nvPr/>
          </p:nvSpPr>
          <p:spPr>
            <a:xfrm>
              <a:off x="10373181" y="922308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965E8A46-C9B2-79D0-C925-29BE759D99F2}"/>
                </a:ext>
              </a:extLst>
            </p:cNvPr>
            <p:cNvSpPr/>
            <p:nvPr/>
          </p:nvSpPr>
          <p:spPr>
            <a:xfrm>
              <a:off x="9722391" y="100302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E1115880-8FA7-682F-6DF8-368E0B2E75E5}"/>
                </a:ext>
              </a:extLst>
            </p:cNvPr>
            <p:cNvSpPr/>
            <p:nvPr/>
          </p:nvSpPr>
          <p:spPr>
            <a:xfrm>
              <a:off x="10558448" y="89090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B90E9897-1E44-5EE6-75FE-D2262435BA6B}"/>
                </a:ext>
              </a:extLst>
            </p:cNvPr>
            <p:cNvSpPr/>
            <p:nvPr/>
          </p:nvSpPr>
          <p:spPr>
            <a:xfrm>
              <a:off x="10266396" y="651638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C7FA9BCF-86D8-336F-CC80-8B5C19E3C8CD}"/>
                </a:ext>
              </a:extLst>
            </p:cNvPr>
            <p:cNvSpPr/>
            <p:nvPr/>
          </p:nvSpPr>
          <p:spPr>
            <a:xfrm>
              <a:off x="10316275" y="71909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F893CA19-1440-A2C1-B660-C28157D21023}"/>
                </a:ext>
              </a:extLst>
            </p:cNvPr>
            <p:cNvSpPr/>
            <p:nvPr/>
          </p:nvSpPr>
          <p:spPr>
            <a:xfrm>
              <a:off x="10218038" y="708653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A107B085-313B-BAA9-91B8-275258F368F6}"/>
                </a:ext>
              </a:extLst>
            </p:cNvPr>
            <p:cNvSpPr/>
            <p:nvPr/>
          </p:nvSpPr>
          <p:spPr>
            <a:xfrm>
              <a:off x="11041346" y="63140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14FA3488-F9BF-94B7-394F-9CE333AE8551}"/>
                </a:ext>
              </a:extLst>
            </p:cNvPr>
            <p:cNvSpPr/>
            <p:nvPr/>
          </p:nvSpPr>
          <p:spPr>
            <a:xfrm>
              <a:off x="10121432" y="94148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399D93CE-E650-F6B1-4EC2-0BEA4CBF0D81}"/>
                </a:ext>
              </a:extLst>
            </p:cNvPr>
            <p:cNvSpPr/>
            <p:nvPr/>
          </p:nvSpPr>
          <p:spPr>
            <a:xfrm>
              <a:off x="9755972" y="83022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A0319A6F-C954-5CF1-2121-1E2817121B55}"/>
                </a:ext>
              </a:extLst>
            </p:cNvPr>
            <p:cNvSpPr/>
            <p:nvPr/>
          </p:nvSpPr>
          <p:spPr>
            <a:xfrm>
              <a:off x="9882203" y="856041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993C7F95-2FFB-053A-CF37-9461DDE3BFDA}"/>
                </a:ext>
              </a:extLst>
            </p:cNvPr>
            <p:cNvSpPr/>
            <p:nvPr/>
          </p:nvSpPr>
          <p:spPr>
            <a:xfrm>
              <a:off x="9491445" y="93831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7BDCAA16-067B-59CA-E3DC-F3BA31C29CCA}"/>
                </a:ext>
              </a:extLst>
            </p:cNvPr>
            <p:cNvSpPr/>
            <p:nvPr/>
          </p:nvSpPr>
          <p:spPr>
            <a:xfrm>
              <a:off x="10285474" y="97774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45A7DC34-CC24-FDCD-F439-EE6900EDEB2A}"/>
                </a:ext>
              </a:extLst>
            </p:cNvPr>
            <p:cNvSpPr/>
            <p:nvPr/>
          </p:nvSpPr>
          <p:spPr>
            <a:xfrm>
              <a:off x="10449516" y="99759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C4994C1D-B186-5536-0178-53C767758883}"/>
                </a:ext>
              </a:extLst>
            </p:cNvPr>
            <p:cNvSpPr/>
            <p:nvPr/>
          </p:nvSpPr>
          <p:spPr>
            <a:xfrm>
              <a:off x="9362787" y="110007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262453F1-7484-5B75-BE14-27D9B56F664B}"/>
                </a:ext>
              </a:extLst>
            </p:cNvPr>
            <p:cNvSpPr/>
            <p:nvPr/>
          </p:nvSpPr>
          <p:spPr>
            <a:xfrm>
              <a:off x="10818990" y="974876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13616B06-0A6D-83A9-FF69-FDF3B277144C}"/>
                </a:ext>
              </a:extLst>
            </p:cNvPr>
            <p:cNvSpPr/>
            <p:nvPr/>
          </p:nvSpPr>
          <p:spPr>
            <a:xfrm>
              <a:off x="10342731" y="72692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1BD06288-8195-94A9-AECD-CAB137662C96}"/>
                </a:ext>
              </a:extLst>
            </p:cNvPr>
            <p:cNvSpPr/>
            <p:nvPr/>
          </p:nvSpPr>
          <p:spPr>
            <a:xfrm>
              <a:off x="10392611" y="79437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9DAB530E-4CC9-521E-7A9A-7A373F1EBEAD}"/>
                </a:ext>
              </a:extLst>
            </p:cNvPr>
            <p:cNvSpPr/>
            <p:nvPr/>
          </p:nvSpPr>
          <p:spPr>
            <a:xfrm>
              <a:off x="10294373" y="78393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04F88FF0-9551-BB68-6A54-98570BFA62CE}"/>
                </a:ext>
              </a:extLst>
            </p:cNvPr>
            <p:cNvSpPr/>
            <p:nvPr/>
          </p:nvSpPr>
          <p:spPr>
            <a:xfrm>
              <a:off x="11117681" y="70668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B08AC004-3F13-35C1-0A21-D026B9B6B173}"/>
                </a:ext>
              </a:extLst>
            </p:cNvPr>
            <p:cNvSpPr/>
            <p:nvPr/>
          </p:nvSpPr>
          <p:spPr>
            <a:xfrm>
              <a:off x="9993006" y="711083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6B26FC74-8B71-17CA-6CA2-B88E78EFC646}"/>
                </a:ext>
              </a:extLst>
            </p:cNvPr>
            <p:cNvSpPr/>
            <p:nvPr/>
          </p:nvSpPr>
          <p:spPr>
            <a:xfrm>
              <a:off x="10157048" y="730929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92B6C7AE-464E-F214-A170-FFCCA0F4F9A4}"/>
                </a:ext>
              </a:extLst>
            </p:cNvPr>
            <p:cNvSpPr/>
            <p:nvPr/>
          </p:nvSpPr>
          <p:spPr>
            <a:xfrm>
              <a:off x="10342315" y="699521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28D7D5D8-7D3E-7B9B-8A5B-A7B4FA6B2A15}"/>
                </a:ext>
              </a:extLst>
            </p:cNvPr>
            <p:cNvSpPr/>
            <p:nvPr/>
          </p:nvSpPr>
          <p:spPr>
            <a:xfrm>
              <a:off x="10050263" y="460259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4" name="Oval 1023">
              <a:extLst>
                <a:ext uri="{FF2B5EF4-FFF2-40B4-BE49-F238E27FC236}">
                  <a16:creationId xmlns:a16="http://schemas.microsoft.com/office/drawing/2014/main" id="{A9B2DDBF-D954-22AF-8C34-16839AB3C35D}"/>
                </a:ext>
              </a:extLst>
            </p:cNvPr>
            <p:cNvSpPr/>
            <p:nvPr/>
          </p:nvSpPr>
          <p:spPr>
            <a:xfrm>
              <a:off x="10100143" y="527713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5" name="Oval 1024">
              <a:extLst>
                <a:ext uri="{FF2B5EF4-FFF2-40B4-BE49-F238E27FC236}">
                  <a16:creationId xmlns:a16="http://schemas.microsoft.com/office/drawing/2014/main" id="{B8DE9D40-F8CF-744B-29B6-E0C9377A6FFB}"/>
                </a:ext>
              </a:extLst>
            </p:cNvPr>
            <p:cNvSpPr/>
            <p:nvPr/>
          </p:nvSpPr>
          <p:spPr>
            <a:xfrm>
              <a:off x="10001905" y="51727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6" name="Oval 1025">
              <a:extLst>
                <a:ext uri="{FF2B5EF4-FFF2-40B4-BE49-F238E27FC236}">
                  <a16:creationId xmlns:a16="http://schemas.microsoft.com/office/drawing/2014/main" id="{5B112AE0-032A-395F-B96C-B6491B7E768E}"/>
                </a:ext>
              </a:extLst>
            </p:cNvPr>
            <p:cNvSpPr/>
            <p:nvPr/>
          </p:nvSpPr>
          <p:spPr>
            <a:xfrm>
              <a:off x="10825214" y="440023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8" name="Oval 1027">
              <a:extLst>
                <a:ext uri="{FF2B5EF4-FFF2-40B4-BE49-F238E27FC236}">
                  <a16:creationId xmlns:a16="http://schemas.microsoft.com/office/drawing/2014/main" id="{16594DB7-02B3-EBAF-15B2-6BC3FD3BF01B}"/>
                </a:ext>
              </a:extLst>
            </p:cNvPr>
            <p:cNvSpPr/>
            <p:nvPr/>
          </p:nvSpPr>
          <p:spPr>
            <a:xfrm>
              <a:off x="9748962" y="68602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9" name="Oval 1028">
              <a:extLst>
                <a:ext uri="{FF2B5EF4-FFF2-40B4-BE49-F238E27FC236}">
                  <a16:creationId xmlns:a16="http://schemas.microsoft.com/office/drawing/2014/main" id="{F829E1CD-0F15-4931-B391-3FE2EA52CA70}"/>
                </a:ext>
              </a:extLst>
            </p:cNvPr>
            <p:cNvSpPr/>
            <p:nvPr/>
          </p:nvSpPr>
          <p:spPr>
            <a:xfrm>
              <a:off x="10069341" y="78636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0" name="Oval 1029">
              <a:extLst>
                <a:ext uri="{FF2B5EF4-FFF2-40B4-BE49-F238E27FC236}">
                  <a16:creationId xmlns:a16="http://schemas.microsoft.com/office/drawing/2014/main" id="{FE513488-CABD-BD91-A8BE-1F83A3168750}"/>
                </a:ext>
              </a:extLst>
            </p:cNvPr>
            <p:cNvSpPr/>
            <p:nvPr/>
          </p:nvSpPr>
          <p:spPr>
            <a:xfrm>
              <a:off x="9962208" y="1206246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1" name="Oval 1030">
              <a:extLst>
                <a:ext uri="{FF2B5EF4-FFF2-40B4-BE49-F238E27FC236}">
                  <a16:creationId xmlns:a16="http://schemas.microsoft.com/office/drawing/2014/main" id="{1A81AA7C-1EA9-7E60-D4E0-766F58702BA2}"/>
                </a:ext>
              </a:extLst>
            </p:cNvPr>
            <p:cNvSpPr/>
            <p:nvPr/>
          </p:nvSpPr>
          <p:spPr>
            <a:xfrm>
              <a:off x="10418650" y="77480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2" name="Oval 1031">
              <a:extLst>
                <a:ext uri="{FF2B5EF4-FFF2-40B4-BE49-F238E27FC236}">
                  <a16:creationId xmlns:a16="http://schemas.microsoft.com/office/drawing/2014/main" id="{D88A1DDF-644B-56A1-547A-B611AE7206F5}"/>
                </a:ext>
              </a:extLst>
            </p:cNvPr>
            <p:cNvSpPr/>
            <p:nvPr/>
          </p:nvSpPr>
          <p:spPr>
            <a:xfrm>
              <a:off x="10198380" y="54221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3" name="Oval 1032">
              <a:extLst>
                <a:ext uri="{FF2B5EF4-FFF2-40B4-BE49-F238E27FC236}">
                  <a16:creationId xmlns:a16="http://schemas.microsoft.com/office/drawing/2014/main" id="{E8F94704-5D1C-EB3E-B0F0-E8689D4B7FC7}"/>
                </a:ext>
              </a:extLst>
            </p:cNvPr>
            <p:cNvSpPr/>
            <p:nvPr/>
          </p:nvSpPr>
          <p:spPr>
            <a:xfrm>
              <a:off x="10176478" y="60299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4" name="Oval 1033">
              <a:extLst>
                <a:ext uri="{FF2B5EF4-FFF2-40B4-BE49-F238E27FC236}">
                  <a16:creationId xmlns:a16="http://schemas.microsoft.com/office/drawing/2014/main" id="{50A0F743-C7D4-E56E-719C-81C446577700}"/>
                </a:ext>
              </a:extLst>
            </p:cNvPr>
            <p:cNvSpPr/>
            <p:nvPr/>
          </p:nvSpPr>
          <p:spPr>
            <a:xfrm>
              <a:off x="10078240" y="592556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5" name="Oval 1034">
              <a:extLst>
                <a:ext uri="{FF2B5EF4-FFF2-40B4-BE49-F238E27FC236}">
                  <a16:creationId xmlns:a16="http://schemas.microsoft.com/office/drawing/2014/main" id="{0C6B826F-3988-6E90-D46F-7E179D66C6D0}"/>
                </a:ext>
              </a:extLst>
            </p:cNvPr>
            <p:cNvSpPr/>
            <p:nvPr/>
          </p:nvSpPr>
          <p:spPr>
            <a:xfrm>
              <a:off x="10722530" y="699521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6" name="Oval 1035">
              <a:extLst>
                <a:ext uri="{FF2B5EF4-FFF2-40B4-BE49-F238E27FC236}">
                  <a16:creationId xmlns:a16="http://schemas.microsoft.com/office/drawing/2014/main" id="{8215FC2F-440C-AB3A-8D9E-0EB93E405C5F}"/>
                </a:ext>
              </a:extLst>
            </p:cNvPr>
            <p:cNvSpPr/>
            <p:nvPr/>
          </p:nvSpPr>
          <p:spPr>
            <a:xfrm>
              <a:off x="10432971" y="702261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7" name="Oval 1036">
              <a:extLst>
                <a:ext uri="{FF2B5EF4-FFF2-40B4-BE49-F238E27FC236}">
                  <a16:creationId xmlns:a16="http://schemas.microsoft.com/office/drawing/2014/main" id="{AC7DB15F-7477-E93D-D3CA-DFC3F3A21642}"/>
                </a:ext>
              </a:extLst>
            </p:cNvPr>
            <p:cNvSpPr/>
            <p:nvPr/>
          </p:nvSpPr>
          <p:spPr>
            <a:xfrm>
              <a:off x="9715277" y="492836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8" name="Oval 1037">
              <a:extLst>
                <a:ext uri="{FF2B5EF4-FFF2-40B4-BE49-F238E27FC236}">
                  <a16:creationId xmlns:a16="http://schemas.microsoft.com/office/drawing/2014/main" id="{20552E27-BDB6-C4DF-655F-D118A38C45D4}"/>
                </a:ext>
              </a:extLst>
            </p:cNvPr>
            <p:cNvSpPr/>
            <p:nvPr/>
          </p:nvSpPr>
          <p:spPr>
            <a:xfrm>
              <a:off x="10029700" y="64365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9" name="Oval 1038">
              <a:extLst>
                <a:ext uri="{FF2B5EF4-FFF2-40B4-BE49-F238E27FC236}">
                  <a16:creationId xmlns:a16="http://schemas.microsoft.com/office/drawing/2014/main" id="{7D50154F-816B-0D22-99D9-5D958646D283}"/>
                </a:ext>
              </a:extLst>
            </p:cNvPr>
            <p:cNvSpPr/>
            <p:nvPr/>
          </p:nvSpPr>
          <p:spPr>
            <a:xfrm>
              <a:off x="9753546" y="71897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0" name="Oval 1039">
              <a:extLst>
                <a:ext uri="{FF2B5EF4-FFF2-40B4-BE49-F238E27FC236}">
                  <a16:creationId xmlns:a16="http://schemas.microsoft.com/office/drawing/2014/main" id="{39BDB118-E845-8FEA-F62E-C17188538EC2}"/>
                </a:ext>
              </a:extLst>
            </p:cNvPr>
            <p:cNvSpPr/>
            <p:nvPr/>
          </p:nvSpPr>
          <p:spPr>
            <a:xfrm>
              <a:off x="10432971" y="76535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1" name="Oval 1040">
              <a:extLst>
                <a:ext uri="{FF2B5EF4-FFF2-40B4-BE49-F238E27FC236}">
                  <a16:creationId xmlns:a16="http://schemas.microsoft.com/office/drawing/2014/main" id="{A77A1DC5-A3E7-F4B7-4D79-939CF38BD3B6}"/>
                </a:ext>
              </a:extLst>
            </p:cNvPr>
            <p:cNvSpPr/>
            <p:nvPr/>
          </p:nvSpPr>
          <p:spPr>
            <a:xfrm>
              <a:off x="10597013" y="785198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2" name="Oval 1041">
              <a:extLst>
                <a:ext uri="{FF2B5EF4-FFF2-40B4-BE49-F238E27FC236}">
                  <a16:creationId xmlns:a16="http://schemas.microsoft.com/office/drawing/2014/main" id="{9A540C45-DB74-96AC-44A9-06D9CDE775C9}"/>
                </a:ext>
              </a:extLst>
            </p:cNvPr>
            <p:cNvSpPr/>
            <p:nvPr/>
          </p:nvSpPr>
          <p:spPr>
            <a:xfrm>
              <a:off x="9946223" y="86591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3" name="Oval 1042">
              <a:extLst>
                <a:ext uri="{FF2B5EF4-FFF2-40B4-BE49-F238E27FC236}">
                  <a16:creationId xmlns:a16="http://schemas.microsoft.com/office/drawing/2014/main" id="{842F1FB3-778D-84C0-8638-E2F1EE6613A2}"/>
                </a:ext>
              </a:extLst>
            </p:cNvPr>
            <p:cNvSpPr/>
            <p:nvPr/>
          </p:nvSpPr>
          <p:spPr>
            <a:xfrm>
              <a:off x="10782280" y="75379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4" name="Oval 1043">
              <a:extLst>
                <a:ext uri="{FF2B5EF4-FFF2-40B4-BE49-F238E27FC236}">
                  <a16:creationId xmlns:a16="http://schemas.microsoft.com/office/drawing/2014/main" id="{3D321FE0-C49D-3723-CA55-7B02E48219CF}"/>
                </a:ext>
              </a:extLst>
            </p:cNvPr>
            <p:cNvSpPr/>
            <p:nvPr/>
          </p:nvSpPr>
          <p:spPr>
            <a:xfrm>
              <a:off x="10490228" y="514528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5" name="Oval 1044">
              <a:extLst>
                <a:ext uri="{FF2B5EF4-FFF2-40B4-BE49-F238E27FC236}">
                  <a16:creationId xmlns:a16="http://schemas.microsoft.com/office/drawing/2014/main" id="{F59C0363-E2E9-3E64-4FCA-FF56AF2B0B4B}"/>
                </a:ext>
              </a:extLst>
            </p:cNvPr>
            <p:cNvSpPr/>
            <p:nvPr/>
          </p:nvSpPr>
          <p:spPr>
            <a:xfrm>
              <a:off x="10540107" y="58198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6" name="Oval 1045">
              <a:extLst>
                <a:ext uri="{FF2B5EF4-FFF2-40B4-BE49-F238E27FC236}">
                  <a16:creationId xmlns:a16="http://schemas.microsoft.com/office/drawing/2014/main" id="{47D8D0F9-3CAF-3BFE-DDE8-F4598FB4F555}"/>
                </a:ext>
              </a:extLst>
            </p:cNvPr>
            <p:cNvSpPr/>
            <p:nvPr/>
          </p:nvSpPr>
          <p:spPr>
            <a:xfrm>
              <a:off x="10441870" y="571543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7" name="Oval 1046">
              <a:extLst>
                <a:ext uri="{FF2B5EF4-FFF2-40B4-BE49-F238E27FC236}">
                  <a16:creationId xmlns:a16="http://schemas.microsoft.com/office/drawing/2014/main" id="{1A66133E-E03B-2319-B026-ECA06A2A726F}"/>
                </a:ext>
              </a:extLst>
            </p:cNvPr>
            <p:cNvSpPr/>
            <p:nvPr/>
          </p:nvSpPr>
          <p:spPr>
            <a:xfrm>
              <a:off x="11265178" y="49429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8" name="Oval 1047">
              <a:extLst>
                <a:ext uri="{FF2B5EF4-FFF2-40B4-BE49-F238E27FC236}">
                  <a16:creationId xmlns:a16="http://schemas.microsoft.com/office/drawing/2014/main" id="{6B73F729-E4AB-B9D2-BA8E-0A86287BAC9F}"/>
                </a:ext>
              </a:extLst>
            </p:cNvPr>
            <p:cNvSpPr/>
            <p:nvPr/>
          </p:nvSpPr>
          <p:spPr>
            <a:xfrm>
              <a:off x="10345264" y="80437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9" name="Oval 1048">
              <a:extLst>
                <a:ext uri="{FF2B5EF4-FFF2-40B4-BE49-F238E27FC236}">
                  <a16:creationId xmlns:a16="http://schemas.microsoft.com/office/drawing/2014/main" id="{C27B2005-B433-78AA-998F-65635BA0E46A}"/>
                </a:ext>
              </a:extLst>
            </p:cNvPr>
            <p:cNvSpPr/>
            <p:nvPr/>
          </p:nvSpPr>
          <p:spPr>
            <a:xfrm>
              <a:off x="9762618" y="62172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0" name="Oval 1049">
              <a:extLst>
                <a:ext uri="{FF2B5EF4-FFF2-40B4-BE49-F238E27FC236}">
                  <a16:creationId xmlns:a16="http://schemas.microsoft.com/office/drawing/2014/main" id="{B13A2E84-76C7-7E6A-C585-DCFE552DD306}"/>
                </a:ext>
              </a:extLst>
            </p:cNvPr>
            <p:cNvSpPr/>
            <p:nvPr/>
          </p:nvSpPr>
          <p:spPr>
            <a:xfrm>
              <a:off x="10106035" y="718931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1" name="Oval 1050">
              <a:extLst>
                <a:ext uri="{FF2B5EF4-FFF2-40B4-BE49-F238E27FC236}">
                  <a16:creationId xmlns:a16="http://schemas.microsoft.com/office/drawing/2014/main" id="{A0532A5F-BAC0-6137-6CE8-B7F0DC482C70}"/>
                </a:ext>
              </a:extLst>
            </p:cNvPr>
            <p:cNvSpPr/>
            <p:nvPr/>
          </p:nvSpPr>
          <p:spPr>
            <a:xfrm>
              <a:off x="9146159" y="92711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2" name="Oval 1051">
              <a:extLst>
                <a:ext uri="{FF2B5EF4-FFF2-40B4-BE49-F238E27FC236}">
                  <a16:creationId xmlns:a16="http://schemas.microsoft.com/office/drawing/2014/main" id="{435318CF-0E6F-B6E8-72DE-9A8881024C65}"/>
                </a:ext>
              </a:extLst>
            </p:cNvPr>
            <p:cNvSpPr/>
            <p:nvPr/>
          </p:nvSpPr>
          <p:spPr>
            <a:xfrm>
              <a:off x="10509306" y="84063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3" name="Oval 1052">
              <a:extLst>
                <a:ext uri="{FF2B5EF4-FFF2-40B4-BE49-F238E27FC236}">
                  <a16:creationId xmlns:a16="http://schemas.microsoft.com/office/drawing/2014/main" id="{5EC840C1-A326-AFC2-3A8B-02743DFD9BC5}"/>
                </a:ext>
              </a:extLst>
            </p:cNvPr>
            <p:cNvSpPr/>
            <p:nvPr/>
          </p:nvSpPr>
          <p:spPr>
            <a:xfrm>
              <a:off x="10673348" y="86048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4" name="Oval 1053">
              <a:extLst>
                <a:ext uri="{FF2B5EF4-FFF2-40B4-BE49-F238E27FC236}">
                  <a16:creationId xmlns:a16="http://schemas.microsoft.com/office/drawing/2014/main" id="{5662965E-8037-EB83-780C-FA7559B36D56}"/>
                </a:ext>
              </a:extLst>
            </p:cNvPr>
            <p:cNvSpPr/>
            <p:nvPr/>
          </p:nvSpPr>
          <p:spPr>
            <a:xfrm>
              <a:off x="9586619" y="96296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5" name="Oval 1054">
              <a:extLst>
                <a:ext uri="{FF2B5EF4-FFF2-40B4-BE49-F238E27FC236}">
                  <a16:creationId xmlns:a16="http://schemas.microsoft.com/office/drawing/2014/main" id="{47A52839-A33D-D2A9-47EC-DFCCAABB8339}"/>
                </a:ext>
              </a:extLst>
            </p:cNvPr>
            <p:cNvSpPr/>
            <p:nvPr/>
          </p:nvSpPr>
          <p:spPr>
            <a:xfrm>
              <a:off x="11042822" y="837766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6" name="Oval 1055">
              <a:extLst>
                <a:ext uri="{FF2B5EF4-FFF2-40B4-BE49-F238E27FC236}">
                  <a16:creationId xmlns:a16="http://schemas.microsoft.com/office/drawing/2014/main" id="{1FB7CA9B-3488-99A7-B2A6-C5B2DDF193C8}"/>
                </a:ext>
              </a:extLst>
            </p:cNvPr>
            <p:cNvSpPr/>
            <p:nvPr/>
          </p:nvSpPr>
          <p:spPr>
            <a:xfrm>
              <a:off x="10575110" y="36612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7" name="Oval 1056">
              <a:extLst>
                <a:ext uri="{FF2B5EF4-FFF2-40B4-BE49-F238E27FC236}">
                  <a16:creationId xmlns:a16="http://schemas.microsoft.com/office/drawing/2014/main" id="{BB39DF20-2224-440E-F8CD-30CFCFDF113D}"/>
                </a:ext>
              </a:extLst>
            </p:cNvPr>
            <p:cNvSpPr/>
            <p:nvPr/>
          </p:nvSpPr>
          <p:spPr>
            <a:xfrm>
              <a:off x="10616443" y="65726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8" name="Oval 1057">
              <a:extLst>
                <a:ext uri="{FF2B5EF4-FFF2-40B4-BE49-F238E27FC236}">
                  <a16:creationId xmlns:a16="http://schemas.microsoft.com/office/drawing/2014/main" id="{1173D9C3-57A2-4837-9E89-6AB9EEE68FE0}"/>
                </a:ext>
              </a:extLst>
            </p:cNvPr>
            <p:cNvSpPr/>
            <p:nvPr/>
          </p:nvSpPr>
          <p:spPr>
            <a:xfrm>
              <a:off x="10518205" y="64682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9" name="Oval 1058">
              <a:extLst>
                <a:ext uri="{FF2B5EF4-FFF2-40B4-BE49-F238E27FC236}">
                  <a16:creationId xmlns:a16="http://schemas.microsoft.com/office/drawing/2014/main" id="{0FA5FDC9-57F6-4AB2-0356-BC3C872A019B}"/>
                </a:ext>
              </a:extLst>
            </p:cNvPr>
            <p:cNvSpPr/>
            <p:nvPr/>
          </p:nvSpPr>
          <p:spPr>
            <a:xfrm>
              <a:off x="11341513" y="56957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0" name="Oval 1059">
              <a:extLst>
                <a:ext uri="{FF2B5EF4-FFF2-40B4-BE49-F238E27FC236}">
                  <a16:creationId xmlns:a16="http://schemas.microsoft.com/office/drawing/2014/main" id="{D8B5A510-7023-35C9-EB2A-D4E301BF1604}"/>
                </a:ext>
              </a:extLst>
            </p:cNvPr>
            <p:cNvSpPr/>
            <p:nvPr/>
          </p:nvSpPr>
          <p:spPr>
            <a:xfrm>
              <a:off x="10216838" y="573973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1" name="Oval 1060">
              <a:extLst>
                <a:ext uri="{FF2B5EF4-FFF2-40B4-BE49-F238E27FC236}">
                  <a16:creationId xmlns:a16="http://schemas.microsoft.com/office/drawing/2014/main" id="{91A1DD52-1AC2-5409-E7B2-947F00BA6E2D}"/>
                </a:ext>
              </a:extLst>
            </p:cNvPr>
            <p:cNvSpPr/>
            <p:nvPr/>
          </p:nvSpPr>
          <p:spPr>
            <a:xfrm>
              <a:off x="10323928" y="42414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2" name="Oval 1061">
              <a:extLst>
                <a:ext uri="{FF2B5EF4-FFF2-40B4-BE49-F238E27FC236}">
                  <a16:creationId xmlns:a16="http://schemas.microsoft.com/office/drawing/2014/main" id="{1AAFED56-6721-D774-2FDC-17140BBC90E9}"/>
                </a:ext>
              </a:extLst>
            </p:cNvPr>
            <p:cNvSpPr/>
            <p:nvPr/>
          </p:nvSpPr>
          <p:spPr>
            <a:xfrm>
              <a:off x="11208273" y="38940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3" name="Oval 1062">
              <a:extLst>
                <a:ext uri="{FF2B5EF4-FFF2-40B4-BE49-F238E27FC236}">
                  <a16:creationId xmlns:a16="http://schemas.microsoft.com/office/drawing/2014/main" id="{77883758-A28B-5967-EB73-1427DF33F308}"/>
                </a:ext>
              </a:extLst>
            </p:cNvPr>
            <p:cNvSpPr/>
            <p:nvPr/>
          </p:nvSpPr>
          <p:spPr>
            <a:xfrm>
              <a:off x="10274095" y="323149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4" name="Oval 1063">
              <a:extLst>
                <a:ext uri="{FF2B5EF4-FFF2-40B4-BE49-F238E27FC236}">
                  <a16:creationId xmlns:a16="http://schemas.microsoft.com/office/drawing/2014/main" id="{2DE57BEE-7991-C684-A4CF-1B47125A8E0A}"/>
                </a:ext>
              </a:extLst>
            </p:cNvPr>
            <p:cNvSpPr/>
            <p:nvPr/>
          </p:nvSpPr>
          <p:spPr>
            <a:xfrm>
              <a:off x="9658372" y="433048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5" name="Oval 1064">
              <a:extLst>
                <a:ext uri="{FF2B5EF4-FFF2-40B4-BE49-F238E27FC236}">
                  <a16:creationId xmlns:a16="http://schemas.microsoft.com/office/drawing/2014/main" id="{B0B2C835-372A-97BE-873D-B4D9F2B7CFEB}"/>
                </a:ext>
              </a:extLst>
            </p:cNvPr>
            <p:cNvSpPr/>
            <p:nvPr/>
          </p:nvSpPr>
          <p:spPr>
            <a:xfrm>
              <a:off x="10225737" y="38016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6" name="Oval 1065">
              <a:extLst>
                <a:ext uri="{FF2B5EF4-FFF2-40B4-BE49-F238E27FC236}">
                  <a16:creationId xmlns:a16="http://schemas.microsoft.com/office/drawing/2014/main" id="{4E9566A9-C01A-73B6-8DD0-BC31B11BC1CD}"/>
                </a:ext>
              </a:extLst>
            </p:cNvPr>
            <p:cNvSpPr/>
            <p:nvPr/>
          </p:nvSpPr>
          <p:spPr>
            <a:xfrm>
              <a:off x="11049046" y="302913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7" name="Oval 1066">
              <a:extLst>
                <a:ext uri="{FF2B5EF4-FFF2-40B4-BE49-F238E27FC236}">
                  <a16:creationId xmlns:a16="http://schemas.microsoft.com/office/drawing/2014/main" id="{2414AF98-B3B2-0699-BB28-154DEC09278D}"/>
                </a:ext>
              </a:extLst>
            </p:cNvPr>
            <p:cNvSpPr/>
            <p:nvPr/>
          </p:nvSpPr>
          <p:spPr>
            <a:xfrm>
              <a:off x="9972794" y="54891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8" name="Oval 1067">
              <a:extLst>
                <a:ext uri="{FF2B5EF4-FFF2-40B4-BE49-F238E27FC236}">
                  <a16:creationId xmlns:a16="http://schemas.microsoft.com/office/drawing/2014/main" id="{803A3A3D-46BD-9084-4FF3-5B52CED1E4EA}"/>
                </a:ext>
              </a:extLst>
            </p:cNvPr>
            <p:cNvSpPr/>
            <p:nvPr/>
          </p:nvSpPr>
          <p:spPr>
            <a:xfrm>
              <a:off x="10293173" y="64925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9" name="Oval 1068">
              <a:extLst>
                <a:ext uri="{FF2B5EF4-FFF2-40B4-BE49-F238E27FC236}">
                  <a16:creationId xmlns:a16="http://schemas.microsoft.com/office/drawing/2014/main" id="{063F4B73-8B73-38BB-9D83-33FD8178524A}"/>
                </a:ext>
              </a:extLst>
            </p:cNvPr>
            <p:cNvSpPr/>
            <p:nvPr/>
          </p:nvSpPr>
          <p:spPr>
            <a:xfrm>
              <a:off x="10186040" y="1069136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0" name="Oval 1069">
              <a:extLst>
                <a:ext uri="{FF2B5EF4-FFF2-40B4-BE49-F238E27FC236}">
                  <a16:creationId xmlns:a16="http://schemas.microsoft.com/office/drawing/2014/main" id="{964F8668-F1B0-33F7-D213-CCF0953D298E}"/>
                </a:ext>
              </a:extLst>
            </p:cNvPr>
            <p:cNvSpPr/>
            <p:nvPr/>
          </p:nvSpPr>
          <p:spPr>
            <a:xfrm>
              <a:off x="10769351" y="563563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1" name="Oval 1070">
              <a:extLst>
                <a:ext uri="{FF2B5EF4-FFF2-40B4-BE49-F238E27FC236}">
                  <a16:creationId xmlns:a16="http://schemas.microsoft.com/office/drawing/2014/main" id="{9D47A0BF-0AF2-6C43-F5C6-4C10B9FF2982}"/>
                </a:ext>
              </a:extLst>
            </p:cNvPr>
            <p:cNvSpPr/>
            <p:nvPr/>
          </p:nvSpPr>
          <p:spPr>
            <a:xfrm>
              <a:off x="10422212" y="40510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2" name="Oval 1071">
              <a:extLst>
                <a:ext uri="{FF2B5EF4-FFF2-40B4-BE49-F238E27FC236}">
                  <a16:creationId xmlns:a16="http://schemas.microsoft.com/office/drawing/2014/main" id="{04386D8B-832D-3D96-AF83-376A45BF75C8}"/>
                </a:ext>
              </a:extLst>
            </p:cNvPr>
            <p:cNvSpPr/>
            <p:nvPr/>
          </p:nvSpPr>
          <p:spPr>
            <a:xfrm>
              <a:off x="9756149" y="314211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3" name="Oval 1072">
              <a:extLst>
                <a:ext uri="{FF2B5EF4-FFF2-40B4-BE49-F238E27FC236}">
                  <a16:creationId xmlns:a16="http://schemas.microsoft.com/office/drawing/2014/main" id="{6E90C74E-8694-A09F-79F9-4B6F0F720E7D}"/>
                </a:ext>
              </a:extLst>
            </p:cNvPr>
            <p:cNvSpPr/>
            <p:nvPr/>
          </p:nvSpPr>
          <p:spPr>
            <a:xfrm>
              <a:off x="9602484" y="51459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4" name="Oval 1073">
              <a:extLst>
                <a:ext uri="{FF2B5EF4-FFF2-40B4-BE49-F238E27FC236}">
                  <a16:creationId xmlns:a16="http://schemas.microsoft.com/office/drawing/2014/main" id="{914874C0-CD14-64B3-19EB-AC89F7BDAE28}"/>
                </a:ext>
              </a:extLst>
            </p:cNvPr>
            <p:cNvSpPr/>
            <p:nvPr/>
          </p:nvSpPr>
          <p:spPr>
            <a:xfrm>
              <a:off x="10946362" y="562411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36500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1C473-5B70-7D39-13DC-208ED337A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46481B4-E9E8-9548-B21B-2FE088E52332}"/>
              </a:ext>
            </a:extLst>
          </p:cNvPr>
          <p:cNvSpPr txBox="1"/>
          <p:nvPr/>
        </p:nvSpPr>
        <p:spPr>
          <a:xfrm>
            <a:off x="276411" y="260293"/>
            <a:ext cx="3595536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Expectation Maximization (EM)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DEBC64A-125D-431B-A02C-02E97D55B994}"/>
              </a:ext>
            </a:extLst>
          </p:cNvPr>
          <p:cNvSpPr txBox="1"/>
          <p:nvPr/>
        </p:nvSpPr>
        <p:spPr>
          <a:xfrm>
            <a:off x="221450" y="1910519"/>
            <a:ext cx="968406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endParaRPr lang="en-US" dirty="0">
              <a:latin typeface="Arial Rounded MT Bold" panose="020F0704030504030204" pitchFamily="34" charset="77"/>
            </a:endParaRPr>
          </a:p>
          <a:p>
            <a:r>
              <a:rPr lang="en-US" dirty="0">
                <a:latin typeface="Arial Rounded MT Bold" panose="020F0704030504030204" pitchFamily="34" charset="77"/>
              </a:rPr>
              <a:t>3. Treat         as a random variable and compute it’s distribution</a:t>
            </a:r>
          </a:p>
          <a:p>
            <a:pPr marL="342900" indent="-342900">
              <a:buAutoNum type="arabicPeriod"/>
            </a:pPr>
            <a:endParaRPr lang="en-US" dirty="0">
              <a:latin typeface="Arial Rounded MT Bold" panose="020F0704030504030204" pitchFamily="34" charset="77"/>
            </a:endParaRPr>
          </a:p>
          <a:p>
            <a:r>
              <a:rPr lang="en-US" dirty="0">
                <a:latin typeface="Arial Rounded MT Bold" panose="020F0704030504030204" pitchFamily="34" charset="77"/>
              </a:rPr>
              <a:t>      How?       Compute the posterior </a:t>
            </a:r>
            <a:br>
              <a:rPr lang="en-US" dirty="0">
                <a:latin typeface="Arial Rounded MT Bold" panose="020F0704030504030204" pitchFamily="34" charset="77"/>
              </a:rPr>
            </a:br>
            <a:r>
              <a:rPr lang="en-US" dirty="0">
                <a:latin typeface="Arial Rounded MT Bold" panose="020F0704030504030204" pitchFamily="34" charset="77"/>
              </a:rPr>
              <a:t>      (i.e., probability of bin given ball color, probability of bee type given bee location)</a:t>
            </a:r>
          </a:p>
          <a:p>
            <a:endParaRPr lang="en-US" dirty="0">
              <a:latin typeface="Arial Rounded MT Bold" panose="020F0704030504030204" pitchFamily="34" charset="77"/>
            </a:endParaRPr>
          </a:p>
          <a:p>
            <a:r>
              <a:rPr lang="en-US" dirty="0">
                <a:latin typeface="Arial Rounded MT Bold" panose="020F0704030504030204" pitchFamily="34" charset="77"/>
              </a:rPr>
              <a:t>4. Treat likelihood as a function of      .  Then, what is average likelihood?    </a:t>
            </a:r>
          </a:p>
        </p:txBody>
      </p:sp>
      <p:pic>
        <p:nvPicPr>
          <p:cNvPr id="102" name="Picture 101">
            <a:extLst>
              <a:ext uri="{FF2B5EF4-FFF2-40B4-BE49-F238E27FC236}">
                <a16:creationId xmlns:a16="http://schemas.microsoft.com/office/drawing/2014/main" id="{1B102A45-C8A3-5192-DCFD-8A2501A4C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312" y="2169285"/>
            <a:ext cx="307340" cy="377190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4A5FBC7A-9D91-A8E5-8F1F-CD3FC133A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2431" y="3544030"/>
            <a:ext cx="307340" cy="377190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27AB5315-D6EA-925A-6E22-561156E9DAD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3862" r="72871"/>
          <a:stretch/>
        </p:blipFill>
        <p:spPr>
          <a:xfrm>
            <a:off x="7316870" y="2190647"/>
            <a:ext cx="527140" cy="369332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67B4D18F-550E-AA39-1102-F2C9849BB2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7697" y="2714883"/>
            <a:ext cx="1943100" cy="355600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9C391493-118E-CFD4-17AF-4F41EA2027D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-4422" r="77169" b="-1"/>
          <a:stretch/>
        </p:blipFill>
        <p:spPr>
          <a:xfrm>
            <a:off x="1608652" y="3960991"/>
            <a:ext cx="2597449" cy="681122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9140A192-A51A-718D-ABF8-03E65A0E1E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7712" y="4143884"/>
            <a:ext cx="2900886" cy="291846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E90C4E28-BDB3-9605-2787-DA5E73BD74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3180" y="4761119"/>
            <a:ext cx="3800830" cy="32528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0949D2F5-15C5-994E-1B25-F99CA0A78681}"/>
              </a:ext>
            </a:extLst>
          </p:cNvPr>
          <p:cNvGrpSpPr/>
          <p:nvPr/>
        </p:nvGrpSpPr>
        <p:grpSpPr>
          <a:xfrm>
            <a:off x="8566522" y="251770"/>
            <a:ext cx="3349067" cy="1103254"/>
            <a:chOff x="8566522" y="251770"/>
            <a:chExt cx="3349067" cy="1103254"/>
          </a:xfrm>
        </p:grpSpPr>
        <p:sp>
          <p:nvSpPr>
            <p:cNvPr id="48" name="Parallelogram 47">
              <a:extLst>
                <a:ext uri="{FF2B5EF4-FFF2-40B4-BE49-F238E27FC236}">
                  <a16:creationId xmlns:a16="http://schemas.microsoft.com/office/drawing/2014/main" id="{FDEE3E22-1280-E4AF-C6A4-4360D486079D}"/>
                </a:ext>
              </a:extLst>
            </p:cNvPr>
            <p:cNvSpPr/>
            <p:nvPr/>
          </p:nvSpPr>
          <p:spPr>
            <a:xfrm>
              <a:off x="8566522" y="251770"/>
              <a:ext cx="3349067" cy="1103254"/>
            </a:xfrm>
            <a:prstGeom prst="parallelogram">
              <a:avLst>
                <a:gd name="adj" fmla="val 94320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AE1E1371-B658-5486-9836-C07506C507A0}"/>
                </a:ext>
              </a:extLst>
            </p:cNvPr>
            <p:cNvSpPr/>
            <p:nvPr/>
          </p:nvSpPr>
          <p:spPr>
            <a:xfrm>
              <a:off x="10209139" y="839371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CF60CD5B-36FF-8153-8C34-55425CD19CE8}"/>
                </a:ext>
              </a:extLst>
            </p:cNvPr>
            <p:cNvSpPr/>
            <p:nvPr/>
          </p:nvSpPr>
          <p:spPr>
            <a:xfrm>
              <a:off x="9491445" y="629946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AE2D7DE1-FABC-9CD0-CEAB-05C37BCBDD80}"/>
                </a:ext>
              </a:extLst>
            </p:cNvPr>
            <p:cNvSpPr/>
            <p:nvPr/>
          </p:nvSpPr>
          <p:spPr>
            <a:xfrm>
              <a:off x="9805868" y="78076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FD2214F9-E283-7DC6-F7DA-E97EEF7BFA40}"/>
                </a:ext>
              </a:extLst>
            </p:cNvPr>
            <p:cNvSpPr/>
            <p:nvPr/>
          </p:nvSpPr>
          <p:spPr>
            <a:xfrm>
              <a:off x="9529714" y="85608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52FF3F75-C2F1-5CFF-8899-F0A55490A043}"/>
                </a:ext>
              </a:extLst>
            </p:cNvPr>
            <p:cNvSpPr/>
            <p:nvPr/>
          </p:nvSpPr>
          <p:spPr>
            <a:xfrm>
              <a:off x="10209139" y="90246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98B3BAB1-1740-03B9-3E37-57E5535B81A6}"/>
                </a:ext>
              </a:extLst>
            </p:cNvPr>
            <p:cNvSpPr/>
            <p:nvPr/>
          </p:nvSpPr>
          <p:spPr>
            <a:xfrm>
              <a:off x="10373181" y="922308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0DE7731F-513F-A000-FD02-581181FFA91F}"/>
                </a:ext>
              </a:extLst>
            </p:cNvPr>
            <p:cNvSpPr/>
            <p:nvPr/>
          </p:nvSpPr>
          <p:spPr>
            <a:xfrm>
              <a:off x="9722391" y="100302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8D6B3B7E-85B3-3736-B392-4FD69060BF05}"/>
                </a:ext>
              </a:extLst>
            </p:cNvPr>
            <p:cNvSpPr/>
            <p:nvPr/>
          </p:nvSpPr>
          <p:spPr>
            <a:xfrm>
              <a:off x="10558448" y="89090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37E7FCDF-5DE5-F54B-7CDC-F6DC6C6AE78D}"/>
                </a:ext>
              </a:extLst>
            </p:cNvPr>
            <p:cNvSpPr/>
            <p:nvPr/>
          </p:nvSpPr>
          <p:spPr>
            <a:xfrm>
              <a:off x="10266396" y="651638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A5A8155D-9C61-8158-7FB0-7B0BD200F1CA}"/>
                </a:ext>
              </a:extLst>
            </p:cNvPr>
            <p:cNvSpPr/>
            <p:nvPr/>
          </p:nvSpPr>
          <p:spPr>
            <a:xfrm>
              <a:off x="10316275" y="71909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867F3C84-906B-005A-8EF7-4D89BC7E8707}"/>
                </a:ext>
              </a:extLst>
            </p:cNvPr>
            <p:cNvSpPr/>
            <p:nvPr/>
          </p:nvSpPr>
          <p:spPr>
            <a:xfrm>
              <a:off x="10218038" y="708653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E52BA3D2-ED3F-547C-37EB-C9B7BF6B414E}"/>
                </a:ext>
              </a:extLst>
            </p:cNvPr>
            <p:cNvSpPr/>
            <p:nvPr/>
          </p:nvSpPr>
          <p:spPr>
            <a:xfrm>
              <a:off x="11041346" y="63140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DB31BB7F-3862-FE1E-44A7-7246FA5D90A9}"/>
                </a:ext>
              </a:extLst>
            </p:cNvPr>
            <p:cNvSpPr/>
            <p:nvPr/>
          </p:nvSpPr>
          <p:spPr>
            <a:xfrm>
              <a:off x="10121432" y="94148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3A8FB6DC-EBF4-014A-20C2-B6787F481E2F}"/>
                </a:ext>
              </a:extLst>
            </p:cNvPr>
            <p:cNvSpPr/>
            <p:nvPr/>
          </p:nvSpPr>
          <p:spPr>
            <a:xfrm>
              <a:off x="9755972" y="83022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403ADB01-B2EA-4905-D405-BE14436B3E88}"/>
                </a:ext>
              </a:extLst>
            </p:cNvPr>
            <p:cNvSpPr/>
            <p:nvPr/>
          </p:nvSpPr>
          <p:spPr>
            <a:xfrm>
              <a:off x="9882203" y="856041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6D8350DA-3772-91FE-2FFF-C91250745246}"/>
                </a:ext>
              </a:extLst>
            </p:cNvPr>
            <p:cNvSpPr/>
            <p:nvPr/>
          </p:nvSpPr>
          <p:spPr>
            <a:xfrm>
              <a:off x="9491445" y="93831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288175CD-E99E-B595-59C4-8E09CB634EFA}"/>
                </a:ext>
              </a:extLst>
            </p:cNvPr>
            <p:cNvSpPr/>
            <p:nvPr/>
          </p:nvSpPr>
          <p:spPr>
            <a:xfrm>
              <a:off x="10285474" y="97774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7F50945E-FF76-D8F1-7D1A-FA6EFB42CBEF}"/>
                </a:ext>
              </a:extLst>
            </p:cNvPr>
            <p:cNvSpPr/>
            <p:nvPr/>
          </p:nvSpPr>
          <p:spPr>
            <a:xfrm>
              <a:off x="10449516" y="99759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D37B4BC4-33F8-BADD-69E5-D0A19A5BF2ED}"/>
                </a:ext>
              </a:extLst>
            </p:cNvPr>
            <p:cNvSpPr/>
            <p:nvPr/>
          </p:nvSpPr>
          <p:spPr>
            <a:xfrm>
              <a:off x="9362787" y="110007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7201C334-1915-EA41-F125-E953DD04D88E}"/>
                </a:ext>
              </a:extLst>
            </p:cNvPr>
            <p:cNvSpPr/>
            <p:nvPr/>
          </p:nvSpPr>
          <p:spPr>
            <a:xfrm>
              <a:off x="10818990" y="974876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AE495F68-1A1D-3DBE-0AF4-BC0F857F5147}"/>
                </a:ext>
              </a:extLst>
            </p:cNvPr>
            <p:cNvSpPr/>
            <p:nvPr/>
          </p:nvSpPr>
          <p:spPr>
            <a:xfrm>
              <a:off x="10342731" y="72692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67D43983-4C34-22DA-9D1E-0CAE0C1A9FDF}"/>
                </a:ext>
              </a:extLst>
            </p:cNvPr>
            <p:cNvSpPr/>
            <p:nvPr/>
          </p:nvSpPr>
          <p:spPr>
            <a:xfrm>
              <a:off x="10392611" y="79437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929A00FB-FCA7-DA6B-0579-DDE8082485E7}"/>
                </a:ext>
              </a:extLst>
            </p:cNvPr>
            <p:cNvSpPr/>
            <p:nvPr/>
          </p:nvSpPr>
          <p:spPr>
            <a:xfrm>
              <a:off x="10294373" y="78393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EC97DD8A-6398-E7A7-3A84-4B846B7D1807}"/>
                </a:ext>
              </a:extLst>
            </p:cNvPr>
            <p:cNvSpPr/>
            <p:nvPr/>
          </p:nvSpPr>
          <p:spPr>
            <a:xfrm>
              <a:off x="11117681" y="70668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8E79C793-6489-8263-5947-88649044F1AD}"/>
                </a:ext>
              </a:extLst>
            </p:cNvPr>
            <p:cNvSpPr/>
            <p:nvPr/>
          </p:nvSpPr>
          <p:spPr>
            <a:xfrm>
              <a:off x="9993006" y="711083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FD734032-EB9D-B7EA-46AE-13F35CBFE1DA}"/>
                </a:ext>
              </a:extLst>
            </p:cNvPr>
            <p:cNvSpPr/>
            <p:nvPr/>
          </p:nvSpPr>
          <p:spPr>
            <a:xfrm>
              <a:off x="10157048" y="730929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65B10880-74F0-47D4-53AE-E9FBA8E2D010}"/>
                </a:ext>
              </a:extLst>
            </p:cNvPr>
            <p:cNvSpPr/>
            <p:nvPr/>
          </p:nvSpPr>
          <p:spPr>
            <a:xfrm>
              <a:off x="10342315" y="699521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8083BC8C-8250-614A-1B3D-C99C07F81063}"/>
                </a:ext>
              </a:extLst>
            </p:cNvPr>
            <p:cNvSpPr/>
            <p:nvPr/>
          </p:nvSpPr>
          <p:spPr>
            <a:xfrm>
              <a:off x="10050263" y="460259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4" name="Oval 1023">
              <a:extLst>
                <a:ext uri="{FF2B5EF4-FFF2-40B4-BE49-F238E27FC236}">
                  <a16:creationId xmlns:a16="http://schemas.microsoft.com/office/drawing/2014/main" id="{4B059D90-8F88-4669-D101-4599813B64C7}"/>
                </a:ext>
              </a:extLst>
            </p:cNvPr>
            <p:cNvSpPr/>
            <p:nvPr/>
          </p:nvSpPr>
          <p:spPr>
            <a:xfrm>
              <a:off x="10100143" y="527713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5" name="Oval 1024">
              <a:extLst>
                <a:ext uri="{FF2B5EF4-FFF2-40B4-BE49-F238E27FC236}">
                  <a16:creationId xmlns:a16="http://schemas.microsoft.com/office/drawing/2014/main" id="{E0038330-F572-32B8-A31A-4EAD67450440}"/>
                </a:ext>
              </a:extLst>
            </p:cNvPr>
            <p:cNvSpPr/>
            <p:nvPr/>
          </p:nvSpPr>
          <p:spPr>
            <a:xfrm>
              <a:off x="10001905" y="51727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6" name="Oval 1025">
              <a:extLst>
                <a:ext uri="{FF2B5EF4-FFF2-40B4-BE49-F238E27FC236}">
                  <a16:creationId xmlns:a16="http://schemas.microsoft.com/office/drawing/2014/main" id="{B5F9239F-4F79-05E2-B696-F16BD69EE3E0}"/>
                </a:ext>
              </a:extLst>
            </p:cNvPr>
            <p:cNvSpPr/>
            <p:nvPr/>
          </p:nvSpPr>
          <p:spPr>
            <a:xfrm>
              <a:off x="10825214" y="440023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8" name="Oval 1027">
              <a:extLst>
                <a:ext uri="{FF2B5EF4-FFF2-40B4-BE49-F238E27FC236}">
                  <a16:creationId xmlns:a16="http://schemas.microsoft.com/office/drawing/2014/main" id="{3D589ED3-BBD8-A7E9-6A50-8C1AE861E623}"/>
                </a:ext>
              </a:extLst>
            </p:cNvPr>
            <p:cNvSpPr/>
            <p:nvPr/>
          </p:nvSpPr>
          <p:spPr>
            <a:xfrm>
              <a:off x="9748962" y="68602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9" name="Oval 1028">
              <a:extLst>
                <a:ext uri="{FF2B5EF4-FFF2-40B4-BE49-F238E27FC236}">
                  <a16:creationId xmlns:a16="http://schemas.microsoft.com/office/drawing/2014/main" id="{6FDC5958-3FEA-C4AD-76F7-E78D92B12D39}"/>
                </a:ext>
              </a:extLst>
            </p:cNvPr>
            <p:cNvSpPr/>
            <p:nvPr/>
          </p:nvSpPr>
          <p:spPr>
            <a:xfrm>
              <a:off x="10069341" y="78636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0" name="Oval 1029">
              <a:extLst>
                <a:ext uri="{FF2B5EF4-FFF2-40B4-BE49-F238E27FC236}">
                  <a16:creationId xmlns:a16="http://schemas.microsoft.com/office/drawing/2014/main" id="{75AA02D4-995B-10A5-775A-61CEF8C7D123}"/>
                </a:ext>
              </a:extLst>
            </p:cNvPr>
            <p:cNvSpPr/>
            <p:nvPr/>
          </p:nvSpPr>
          <p:spPr>
            <a:xfrm>
              <a:off x="9962208" y="1206246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1" name="Oval 1030">
              <a:extLst>
                <a:ext uri="{FF2B5EF4-FFF2-40B4-BE49-F238E27FC236}">
                  <a16:creationId xmlns:a16="http://schemas.microsoft.com/office/drawing/2014/main" id="{C2964908-642E-0BEC-8BD3-0EDBD9A98C06}"/>
                </a:ext>
              </a:extLst>
            </p:cNvPr>
            <p:cNvSpPr/>
            <p:nvPr/>
          </p:nvSpPr>
          <p:spPr>
            <a:xfrm>
              <a:off x="10418650" y="77480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2" name="Oval 1031">
              <a:extLst>
                <a:ext uri="{FF2B5EF4-FFF2-40B4-BE49-F238E27FC236}">
                  <a16:creationId xmlns:a16="http://schemas.microsoft.com/office/drawing/2014/main" id="{5A565394-6ABE-7A8B-CADD-9DFF26CC45C3}"/>
                </a:ext>
              </a:extLst>
            </p:cNvPr>
            <p:cNvSpPr/>
            <p:nvPr/>
          </p:nvSpPr>
          <p:spPr>
            <a:xfrm>
              <a:off x="10198380" y="54221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3" name="Oval 1032">
              <a:extLst>
                <a:ext uri="{FF2B5EF4-FFF2-40B4-BE49-F238E27FC236}">
                  <a16:creationId xmlns:a16="http://schemas.microsoft.com/office/drawing/2014/main" id="{DE766BB5-1E8A-4A21-DC20-4E13BDD8C9B2}"/>
                </a:ext>
              </a:extLst>
            </p:cNvPr>
            <p:cNvSpPr/>
            <p:nvPr/>
          </p:nvSpPr>
          <p:spPr>
            <a:xfrm>
              <a:off x="10176478" y="60299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4" name="Oval 1033">
              <a:extLst>
                <a:ext uri="{FF2B5EF4-FFF2-40B4-BE49-F238E27FC236}">
                  <a16:creationId xmlns:a16="http://schemas.microsoft.com/office/drawing/2014/main" id="{BA263DC4-EAF7-F850-CD06-1611F1A24067}"/>
                </a:ext>
              </a:extLst>
            </p:cNvPr>
            <p:cNvSpPr/>
            <p:nvPr/>
          </p:nvSpPr>
          <p:spPr>
            <a:xfrm>
              <a:off x="10078240" y="592556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5" name="Oval 1034">
              <a:extLst>
                <a:ext uri="{FF2B5EF4-FFF2-40B4-BE49-F238E27FC236}">
                  <a16:creationId xmlns:a16="http://schemas.microsoft.com/office/drawing/2014/main" id="{8885B446-C3A3-EDAB-2C7B-686768E68361}"/>
                </a:ext>
              </a:extLst>
            </p:cNvPr>
            <p:cNvSpPr/>
            <p:nvPr/>
          </p:nvSpPr>
          <p:spPr>
            <a:xfrm>
              <a:off x="10722530" y="699521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6" name="Oval 1035">
              <a:extLst>
                <a:ext uri="{FF2B5EF4-FFF2-40B4-BE49-F238E27FC236}">
                  <a16:creationId xmlns:a16="http://schemas.microsoft.com/office/drawing/2014/main" id="{011770C4-6BC2-7CD9-C52A-490C3D1BADEE}"/>
                </a:ext>
              </a:extLst>
            </p:cNvPr>
            <p:cNvSpPr/>
            <p:nvPr/>
          </p:nvSpPr>
          <p:spPr>
            <a:xfrm>
              <a:off x="10432971" y="702261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7" name="Oval 1036">
              <a:extLst>
                <a:ext uri="{FF2B5EF4-FFF2-40B4-BE49-F238E27FC236}">
                  <a16:creationId xmlns:a16="http://schemas.microsoft.com/office/drawing/2014/main" id="{8DCCE1C9-E227-8CBB-AE3B-304DC77F96AB}"/>
                </a:ext>
              </a:extLst>
            </p:cNvPr>
            <p:cNvSpPr/>
            <p:nvPr/>
          </p:nvSpPr>
          <p:spPr>
            <a:xfrm>
              <a:off x="9715277" y="492836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8" name="Oval 1037">
              <a:extLst>
                <a:ext uri="{FF2B5EF4-FFF2-40B4-BE49-F238E27FC236}">
                  <a16:creationId xmlns:a16="http://schemas.microsoft.com/office/drawing/2014/main" id="{7E801A7C-CD7D-46B0-F620-ED5DA32D5F3D}"/>
                </a:ext>
              </a:extLst>
            </p:cNvPr>
            <p:cNvSpPr/>
            <p:nvPr/>
          </p:nvSpPr>
          <p:spPr>
            <a:xfrm>
              <a:off x="10029700" y="64365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9" name="Oval 1038">
              <a:extLst>
                <a:ext uri="{FF2B5EF4-FFF2-40B4-BE49-F238E27FC236}">
                  <a16:creationId xmlns:a16="http://schemas.microsoft.com/office/drawing/2014/main" id="{7EBCD1CD-F40F-3A89-0E44-CAF052E94CBE}"/>
                </a:ext>
              </a:extLst>
            </p:cNvPr>
            <p:cNvSpPr/>
            <p:nvPr/>
          </p:nvSpPr>
          <p:spPr>
            <a:xfrm>
              <a:off x="9753546" y="71897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0" name="Oval 1039">
              <a:extLst>
                <a:ext uri="{FF2B5EF4-FFF2-40B4-BE49-F238E27FC236}">
                  <a16:creationId xmlns:a16="http://schemas.microsoft.com/office/drawing/2014/main" id="{284A0416-E749-B570-4F77-1AD071710113}"/>
                </a:ext>
              </a:extLst>
            </p:cNvPr>
            <p:cNvSpPr/>
            <p:nvPr/>
          </p:nvSpPr>
          <p:spPr>
            <a:xfrm>
              <a:off x="10432971" y="76535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1" name="Oval 1040">
              <a:extLst>
                <a:ext uri="{FF2B5EF4-FFF2-40B4-BE49-F238E27FC236}">
                  <a16:creationId xmlns:a16="http://schemas.microsoft.com/office/drawing/2014/main" id="{B14CF6AE-CC7F-5A26-B3C6-BEBA555655F6}"/>
                </a:ext>
              </a:extLst>
            </p:cNvPr>
            <p:cNvSpPr/>
            <p:nvPr/>
          </p:nvSpPr>
          <p:spPr>
            <a:xfrm>
              <a:off x="10597013" y="785198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2" name="Oval 1041">
              <a:extLst>
                <a:ext uri="{FF2B5EF4-FFF2-40B4-BE49-F238E27FC236}">
                  <a16:creationId xmlns:a16="http://schemas.microsoft.com/office/drawing/2014/main" id="{2C0A5FD7-22B4-6606-E7B9-CFB6C9E39FBF}"/>
                </a:ext>
              </a:extLst>
            </p:cNvPr>
            <p:cNvSpPr/>
            <p:nvPr/>
          </p:nvSpPr>
          <p:spPr>
            <a:xfrm>
              <a:off x="9946223" y="86591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3" name="Oval 1042">
              <a:extLst>
                <a:ext uri="{FF2B5EF4-FFF2-40B4-BE49-F238E27FC236}">
                  <a16:creationId xmlns:a16="http://schemas.microsoft.com/office/drawing/2014/main" id="{14E33056-7CD0-F307-E502-F35AF4CAD995}"/>
                </a:ext>
              </a:extLst>
            </p:cNvPr>
            <p:cNvSpPr/>
            <p:nvPr/>
          </p:nvSpPr>
          <p:spPr>
            <a:xfrm>
              <a:off x="10782280" y="75379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4" name="Oval 1043">
              <a:extLst>
                <a:ext uri="{FF2B5EF4-FFF2-40B4-BE49-F238E27FC236}">
                  <a16:creationId xmlns:a16="http://schemas.microsoft.com/office/drawing/2014/main" id="{0A17AE4C-5690-733C-9F12-3627CFC472D1}"/>
                </a:ext>
              </a:extLst>
            </p:cNvPr>
            <p:cNvSpPr/>
            <p:nvPr/>
          </p:nvSpPr>
          <p:spPr>
            <a:xfrm>
              <a:off x="10490228" y="514528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5" name="Oval 1044">
              <a:extLst>
                <a:ext uri="{FF2B5EF4-FFF2-40B4-BE49-F238E27FC236}">
                  <a16:creationId xmlns:a16="http://schemas.microsoft.com/office/drawing/2014/main" id="{018C38E3-01DC-C94A-5F57-6A6F964D4DCC}"/>
                </a:ext>
              </a:extLst>
            </p:cNvPr>
            <p:cNvSpPr/>
            <p:nvPr/>
          </p:nvSpPr>
          <p:spPr>
            <a:xfrm>
              <a:off x="10540107" y="58198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6" name="Oval 1045">
              <a:extLst>
                <a:ext uri="{FF2B5EF4-FFF2-40B4-BE49-F238E27FC236}">
                  <a16:creationId xmlns:a16="http://schemas.microsoft.com/office/drawing/2014/main" id="{C627114B-BFDB-C307-D095-6535A4DFF2A6}"/>
                </a:ext>
              </a:extLst>
            </p:cNvPr>
            <p:cNvSpPr/>
            <p:nvPr/>
          </p:nvSpPr>
          <p:spPr>
            <a:xfrm>
              <a:off x="10441870" y="571543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7" name="Oval 1046">
              <a:extLst>
                <a:ext uri="{FF2B5EF4-FFF2-40B4-BE49-F238E27FC236}">
                  <a16:creationId xmlns:a16="http://schemas.microsoft.com/office/drawing/2014/main" id="{24D806E3-6F67-5EAF-3C83-3CEFD064F3A0}"/>
                </a:ext>
              </a:extLst>
            </p:cNvPr>
            <p:cNvSpPr/>
            <p:nvPr/>
          </p:nvSpPr>
          <p:spPr>
            <a:xfrm>
              <a:off x="11265178" y="49429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8" name="Oval 1047">
              <a:extLst>
                <a:ext uri="{FF2B5EF4-FFF2-40B4-BE49-F238E27FC236}">
                  <a16:creationId xmlns:a16="http://schemas.microsoft.com/office/drawing/2014/main" id="{570A47FB-E66A-9F2A-6FE3-0C991A3314A3}"/>
                </a:ext>
              </a:extLst>
            </p:cNvPr>
            <p:cNvSpPr/>
            <p:nvPr/>
          </p:nvSpPr>
          <p:spPr>
            <a:xfrm>
              <a:off x="10345264" y="80437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9" name="Oval 1048">
              <a:extLst>
                <a:ext uri="{FF2B5EF4-FFF2-40B4-BE49-F238E27FC236}">
                  <a16:creationId xmlns:a16="http://schemas.microsoft.com/office/drawing/2014/main" id="{D2AD2D4A-AF18-F784-A4CB-007291E25732}"/>
                </a:ext>
              </a:extLst>
            </p:cNvPr>
            <p:cNvSpPr/>
            <p:nvPr/>
          </p:nvSpPr>
          <p:spPr>
            <a:xfrm>
              <a:off x="9762618" y="62172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0" name="Oval 1049">
              <a:extLst>
                <a:ext uri="{FF2B5EF4-FFF2-40B4-BE49-F238E27FC236}">
                  <a16:creationId xmlns:a16="http://schemas.microsoft.com/office/drawing/2014/main" id="{ED9FD62E-0633-03DC-C3E5-9FF94AE050A9}"/>
                </a:ext>
              </a:extLst>
            </p:cNvPr>
            <p:cNvSpPr/>
            <p:nvPr/>
          </p:nvSpPr>
          <p:spPr>
            <a:xfrm>
              <a:off x="10106035" y="718931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1" name="Oval 1050">
              <a:extLst>
                <a:ext uri="{FF2B5EF4-FFF2-40B4-BE49-F238E27FC236}">
                  <a16:creationId xmlns:a16="http://schemas.microsoft.com/office/drawing/2014/main" id="{1B259297-1CC8-33A4-0BBE-287A93D91946}"/>
                </a:ext>
              </a:extLst>
            </p:cNvPr>
            <p:cNvSpPr/>
            <p:nvPr/>
          </p:nvSpPr>
          <p:spPr>
            <a:xfrm>
              <a:off x="9146159" y="92711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2" name="Oval 1051">
              <a:extLst>
                <a:ext uri="{FF2B5EF4-FFF2-40B4-BE49-F238E27FC236}">
                  <a16:creationId xmlns:a16="http://schemas.microsoft.com/office/drawing/2014/main" id="{3AAD1D61-F704-8237-5ADA-C6DCFCB3E371}"/>
                </a:ext>
              </a:extLst>
            </p:cNvPr>
            <p:cNvSpPr/>
            <p:nvPr/>
          </p:nvSpPr>
          <p:spPr>
            <a:xfrm>
              <a:off x="10509306" y="84063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3" name="Oval 1052">
              <a:extLst>
                <a:ext uri="{FF2B5EF4-FFF2-40B4-BE49-F238E27FC236}">
                  <a16:creationId xmlns:a16="http://schemas.microsoft.com/office/drawing/2014/main" id="{B2D0D5D0-D5F3-3468-80D9-3F8E74C8C156}"/>
                </a:ext>
              </a:extLst>
            </p:cNvPr>
            <p:cNvSpPr/>
            <p:nvPr/>
          </p:nvSpPr>
          <p:spPr>
            <a:xfrm>
              <a:off x="10673348" y="86048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4" name="Oval 1053">
              <a:extLst>
                <a:ext uri="{FF2B5EF4-FFF2-40B4-BE49-F238E27FC236}">
                  <a16:creationId xmlns:a16="http://schemas.microsoft.com/office/drawing/2014/main" id="{A8056C5A-4CBF-33C0-96CF-334AEF297628}"/>
                </a:ext>
              </a:extLst>
            </p:cNvPr>
            <p:cNvSpPr/>
            <p:nvPr/>
          </p:nvSpPr>
          <p:spPr>
            <a:xfrm>
              <a:off x="9586619" y="96296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5" name="Oval 1054">
              <a:extLst>
                <a:ext uri="{FF2B5EF4-FFF2-40B4-BE49-F238E27FC236}">
                  <a16:creationId xmlns:a16="http://schemas.microsoft.com/office/drawing/2014/main" id="{211FE262-1BD4-DC34-B1F6-75F61BEE71B5}"/>
                </a:ext>
              </a:extLst>
            </p:cNvPr>
            <p:cNvSpPr/>
            <p:nvPr/>
          </p:nvSpPr>
          <p:spPr>
            <a:xfrm>
              <a:off x="11042822" y="837766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6" name="Oval 1055">
              <a:extLst>
                <a:ext uri="{FF2B5EF4-FFF2-40B4-BE49-F238E27FC236}">
                  <a16:creationId xmlns:a16="http://schemas.microsoft.com/office/drawing/2014/main" id="{41A67EBC-BD67-20DE-D65D-C94FECEF571F}"/>
                </a:ext>
              </a:extLst>
            </p:cNvPr>
            <p:cNvSpPr/>
            <p:nvPr/>
          </p:nvSpPr>
          <p:spPr>
            <a:xfrm>
              <a:off x="10575110" y="36612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7" name="Oval 1056">
              <a:extLst>
                <a:ext uri="{FF2B5EF4-FFF2-40B4-BE49-F238E27FC236}">
                  <a16:creationId xmlns:a16="http://schemas.microsoft.com/office/drawing/2014/main" id="{A9CBD17C-2D1B-DF2A-5F58-DA43C4B519FA}"/>
                </a:ext>
              </a:extLst>
            </p:cNvPr>
            <p:cNvSpPr/>
            <p:nvPr/>
          </p:nvSpPr>
          <p:spPr>
            <a:xfrm>
              <a:off x="10616443" y="65726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8" name="Oval 1057">
              <a:extLst>
                <a:ext uri="{FF2B5EF4-FFF2-40B4-BE49-F238E27FC236}">
                  <a16:creationId xmlns:a16="http://schemas.microsoft.com/office/drawing/2014/main" id="{0D5AE888-D716-51ED-D601-F830FFCDBFF1}"/>
                </a:ext>
              </a:extLst>
            </p:cNvPr>
            <p:cNvSpPr/>
            <p:nvPr/>
          </p:nvSpPr>
          <p:spPr>
            <a:xfrm>
              <a:off x="10518205" y="64682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9" name="Oval 1058">
              <a:extLst>
                <a:ext uri="{FF2B5EF4-FFF2-40B4-BE49-F238E27FC236}">
                  <a16:creationId xmlns:a16="http://schemas.microsoft.com/office/drawing/2014/main" id="{014734C4-CF91-5F5D-9D31-2112A5C66314}"/>
                </a:ext>
              </a:extLst>
            </p:cNvPr>
            <p:cNvSpPr/>
            <p:nvPr/>
          </p:nvSpPr>
          <p:spPr>
            <a:xfrm>
              <a:off x="11341513" y="56957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0" name="Oval 1059">
              <a:extLst>
                <a:ext uri="{FF2B5EF4-FFF2-40B4-BE49-F238E27FC236}">
                  <a16:creationId xmlns:a16="http://schemas.microsoft.com/office/drawing/2014/main" id="{A4228AFF-D2F0-969D-CEF3-63CDC362F9AD}"/>
                </a:ext>
              </a:extLst>
            </p:cNvPr>
            <p:cNvSpPr/>
            <p:nvPr/>
          </p:nvSpPr>
          <p:spPr>
            <a:xfrm>
              <a:off x="10216838" y="573973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1" name="Oval 1060">
              <a:extLst>
                <a:ext uri="{FF2B5EF4-FFF2-40B4-BE49-F238E27FC236}">
                  <a16:creationId xmlns:a16="http://schemas.microsoft.com/office/drawing/2014/main" id="{B045E84F-C9A3-C144-3778-0973F9494F34}"/>
                </a:ext>
              </a:extLst>
            </p:cNvPr>
            <p:cNvSpPr/>
            <p:nvPr/>
          </p:nvSpPr>
          <p:spPr>
            <a:xfrm>
              <a:off x="10323928" y="42414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2" name="Oval 1061">
              <a:extLst>
                <a:ext uri="{FF2B5EF4-FFF2-40B4-BE49-F238E27FC236}">
                  <a16:creationId xmlns:a16="http://schemas.microsoft.com/office/drawing/2014/main" id="{41D28520-B78A-F6E9-4EE6-6C407091190F}"/>
                </a:ext>
              </a:extLst>
            </p:cNvPr>
            <p:cNvSpPr/>
            <p:nvPr/>
          </p:nvSpPr>
          <p:spPr>
            <a:xfrm>
              <a:off x="11208273" y="38940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3" name="Oval 1062">
              <a:extLst>
                <a:ext uri="{FF2B5EF4-FFF2-40B4-BE49-F238E27FC236}">
                  <a16:creationId xmlns:a16="http://schemas.microsoft.com/office/drawing/2014/main" id="{CF255FF8-3224-B896-1AB9-20661AC84A3A}"/>
                </a:ext>
              </a:extLst>
            </p:cNvPr>
            <p:cNvSpPr/>
            <p:nvPr/>
          </p:nvSpPr>
          <p:spPr>
            <a:xfrm>
              <a:off x="10274095" y="323149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4" name="Oval 1063">
              <a:extLst>
                <a:ext uri="{FF2B5EF4-FFF2-40B4-BE49-F238E27FC236}">
                  <a16:creationId xmlns:a16="http://schemas.microsoft.com/office/drawing/2014/main" id="{7D6E5FBD-390F-5EC6-B886-73EEEFBF9773}"/>
                </a:ext>
              </a:extLst>
            </p:cNvPr>
            <p:cNvSpPr/>
            <p:nvPr/>
          </p:nvSpPr>
          <p:spPr>
            <a:xfrm>
              <a:off x="9658372" y="433048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5" name="Oval 1064">
              <a:extLst>
                <a:ext uri="{FF2B5EF4-FFF2-40B4-BE49-F238E27FC236}">
                  <a16:creationId xmlns:a16="http://schemas.microsoft.com/office/drawing/2014/main" id="{EE4816C1-D890-16BD-3F92-4CEEFB43E5FF}"/>
                </a:ext>
              </a:extLst>
            </p:cNvPr>
            <p:cNvSpPr/>
            <p:nvPr/>
          </p:nvSpPr>
          <p:spPr>
            <a:xfrm>
              <a:off x="10225737" y="38016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6" name="Oval 1065">
              <a:extLst>
                <a:ext uri="{FF2B5EF4-FFF2-40B4-BE49-F238E27FC236}">
                  <a16:creationId xmlns:a16="http://schemas.microsoft.com/office/drawing/2014/main" id="{41D279C3-C539-9410-6A79-F32CC8F37CEA}"/>
                </a:ext>
              </a:extLst>
            </p:cNvPr>
            <p:cNvSpPr/>
            <p:nvPr/>
          </p:nvSpPr>
          <p:spPr>
            <a:xfrm>
              <a:off x="11049046" y="302913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7" name="Oval 1066">
              <a:extLst>
                <a:ext uri="{FF2B5EF4-FFF2-40B4-BE49-F238E27FC236}">
                  <a16:creationId xmlns:a16="http://schemas.microsoft.com/office/drawing/2014/main" id="{90058CE6-1279-DC4D-D5A4-2CDBE3A5678A}"/>
                </a:ext>
              </a:extLst>
            </p:cNvPr>
            <p:cNvSpPr/>
            <p:nvPr/>
          </p:nvSpPr>
          <p:spPr>
            <a:xfrm>
              <a:off x="9972794" y="54891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8" name="Oval 1067">
              <a:extLst>
                <a:ext uri="{FF2B5EF4-FFF2-40B4-BE49-F238E27FC236}">
                  <a16:creationId xmlns:a16="http://schemas.microsoft.com/office/drawing/2014/main" id="{4917DCD5-6045-D7F8-6351-EEE8C14FA5A4}"/>
                </a:ext>
              </a:extLst>
            </p:cNvPr>
            <p:cNvSpPr/>
            <p:nvPr/>
          </p:nvSpPr>
          <p:spPr>
            <a:xfrm>
              <a:off x="10293173" y="64925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9" name="Oval 1068">
              <a:extLst>
                <a:ext uri="{FF2B5EF4-FFF2-40B4-BE49-F238E27FC236}">
                  <a16:creationId xmlns:a16="http://schemas.microsoft.com/office/drawing/2014/main" id="{1CDFD61C-79E6-5117-32BC-6D89D20386C6}"/>
                </a:ext>
              </a:extLst>
            </p:cNvPr>
            <p:cNvSpPr/>
            <p:nvPr/>
          </p:nvSpPr>
          <p:spPr>
            <a:xfrm>
              <a:off x="10186040" y="1069136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0" name="Oval 1069">
              <a:extLst>
                <a:ext uri="{FF2B5EF4-FFF2-40B4-BE49-F238E27FC236}">
                  <a16:creationId xmlns:a16="http://schemas.microsoft.com/office/drawing/2014/main" id="{E834A021-6169-9C9D-7F11-B5C20E86A523}"/>
                </a:ext>
              </a:extLst>
            </p:cNvPr>
            <p:cNvSpPr/>
            <p:nvPr/>
          </p:nvSpPr>
          <p:spPr>
            <a:xfrm>
              <a:off x="10769351" y="563563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1" name="Oval 1070">
              <a:extLst>
                <a:ext uri="{FF2B5EF4-FFF2-40B4-BE49-F238E27FC236}">
                  <a16:creationId xmlns:a16="http://schemas.microsoft.com/office/drawing/2014/main" id="{4BA1E579-153A-51B3-74EB-0646115C3892}"/>
                </a:ext>
              </a:extLst>
            </p:cNvPr>
            <p:cNvSpPr/>
            <p:nvPr/>
          </p:nvSpPr>
          <p:spPr>
            <a:xfrm>
              <a:off x="10422212" y="40510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2" name="Oval 1071">
              <a:extLst>
                <a:ext uri="{FF2B5EF4-FFF2-40B4-BE49-F238E27FC236}">
                  <a16:creationId xmlns:a16="http://schemas.microsoft.com/office/drawing/2014/main" id="{3885E277-504B-C5C2-F6B7-9D5E3D677268}"/>
                </a:ext>
              </a:extLst>
            </p:cNvPr>
            <p:cNvSpPr/>
            <p:nvPr/>
          </p:nvSpPr>
          <p:spPr>
            <a:xfrm>
              <a:off x="9756149" y="314211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3" name="Oval 1072">
              <a:extLst>
                <a:ext uri="{FF2B5EF4-FFF2-40B4-BE49-F238E27FC236}">
                  <a16:creationId xmlns:a16="http://schemas.microsoft.com/office/drawing/2014/main" id="{A26D794A-E249-EB18-B7DD-3BA89B09B305}"/>
                </a:ext>
              </a:extLst>
            </p:cNvPr>
            <p:cNvSpPr/>
            <p:nvPr/>
          </p:nvSpPr>
          <p:spPr>
            <a:xfrm>
              <a:off x="9602484" y="51459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4" name="Oval 1073">
              <a:extLst>
                <a:ext uri="{FF2B5EF4-FFF2-40B4-BE49-F238E27FC236}">
                  <a16:creationId xmlns:a16="http://schemas.microsoft.com/office/drawing/2014/main" id="{5D88C3D9-8537-293D-F66B-DD8F3E8786E3}"/>
                </a:ext>
              </a:extLst>
            </p:cNvPr>
            <p:cNvSpPr/>
            <p:nvPr/>
          </p:nvSpPr>
          <p:spPr>
            <a:xfrm>
              <a:off x="10946362" y="562411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825CD70-331F-B0C4-AF9E-D0122FC6DA85}"/>
              </a:ext>
            </a:extLst>
          </p:cNvPr>
          <p:cNvSpPr txBox="1"/>
          <p:nvPr/>
        </p:nvSpPr>
        <p:spPr>
          <a:xfrm>
            <a:off x="207283" y="812519"/>
            <a:ext cx="96840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Basic idea:</a:t>
            </a:r>
          </a:p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1. Initialize                                     with arbitrary values</a:t>
            </a:r>
          </a:p>
          <a:p>
            <a:pPr marL="342900" indent="-342900">
              <a:buAutoNum type="arabicPeriod"/>
            </a:pPr>
            <a:endParaRPr lang="en-US" dirty="0">
              <a:latin typeface="Arial Rounded MT Bold" panose="020F0704030504030204" pitchFamily="34" charset="77"/>
            </a:endParaRPr>
          </a:p>
          <a:p>
            <a:r>
              <a:rPr lang="en-US" dirty="0">
                <a:latin typeface="Arial Rounded MT Bold" panose="020F0704030504030204" pitchFamily="34" charset="77"/>
              </a:rPr>
              <a:t>2. Write out the likelihood function 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A836430-07A1-460B-F91C-7B9CD2C6E2D1}"/>
              </a:ext>
            </a:extLst>
          </p:cNvPr>
          <p:cNvGrpSpPr/>
          <p:nvPr/>
        </p:nvGrpSpPr>
        <p:grpSpPr>
          <a:xfrm>
            <a:off x="6941517" y="1629671"/>
            <a:ext cx="3117293" cy="369332"/>
            <a:chOff x="6912406" y="1638941"/>
            <a:chExt cx="3117293" cy="36933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7F6BC14-FC1C-3648-EC7A-2C1B2E90F657}"/>
                </a:ext>
              </a:extLst>
            </p:cNvPr>
            <p:cNvSpPr txBox="1"/>
            <p:nvPr/>
          </p:nvSpPr>
          <p:spPr>
            <a:xfrm>
              <a:off x="6912406" y="1638941"/>
              <a:ext cx="29344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ym typeface="Wingdings" pitchFamily="2" charset="2"/>
                </a:rPr>
                <a:t> </a:t>
              </a:r>
              <a:r>
                <a:rPr lang="en-US" dirty="0">
                  <a:latin typeface="Arial Rounded MT Bold" panose="020F0704030504030204" pitchFamily="34" charset="77"/>
                </a:rPr>
                <a:t>Somehow need to get 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7028AF2-3AE5-A528-C956-44232274FC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50299" y="1652157"/>
              <a:ext cx="279400" cy="342900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B41AF1DC-8642-B0F2-7231-38D8932811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8652" y="1056765"/>
            <a:ext cx="1943100" cy="431800"/>
          </a:xfrm>
          <a:prstGeom prst="rect">
            <a:avLst/>
          </a:prstGeom>
        </p:spPr>
      </p:pic>
      <p:pic>
        <p:nvPicPr>
          <p:cNvPr id="9" name="Picture 3">
            <a:extLst>
              <a:ext uri="{FF2B5EF4-FFF2-40B4-BE49-F238E27FC236}">
                <a16:creationId xmlns:a16="http://schemas.microsoft.com/office/drawing/2014/main" id="{67D6A764-3CB7-3410-3352-B69FDD3F85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7697" y="1674972"/>
            <a:ext cx="2713820" cy="2206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367449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11D6F-EE23-FA79-CE54-629499874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403EC7D-F2A9-D75C-328E-89D06FD79023}"/>
              </a:ext>
            </a:extLst>
          </p:cNvPr>
          <p:cNvSpPr txBox="1"/>
          <p:nvPr/>
        </p:nvSpPr>
        <p:spPr>
          <a:xfrm>
            <a:off x="276411" y="260293"/>
            <a:ext cx="3595536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Expectation Maximization (EM)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6EC2A00C-203D-5419-E212-F6B79E712FF8}"/>
              </a:ext>
            </a:extLst>
          </p:cNvPr>
          <p:cNvSpPr txBox="1"/>
          <p:nvPr/>
        </p:nvSpPr>
        <p:spPr>
          <a:xfrm>
            <a:off x="278919" y="5253138"/>
            <a:ext cx="504542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5. Maximize expected likelihood to get new  </a:t>
            </a:r>
          </a:p>
          <a:p>
            <a:r>
              <a:rPr lang="en-US" dirty="0">
                <a:latin typeface="Arial Rounded MT Bold" panose="020F0704030504030204" pitchFamily="34" charset="77"/>
              </a:rPr>
              <a:t>6. Return to step #1 until convergence</a:t>
            </a:r>
          </a:p>
          <a:p>
            <a:endParaRPr lang="en-US" dirty="0">
              <a:latin typeface="Arial Rounded MT Bold" panose="020F0704030504030204" pitchFamily="34" charset="77"/>
            </a:endParaRPr>
          </a:p>
          <a:p>
            <a:r>
              <a:rPr lang="en-US" dirty="0">
                <a:latin typeface="Arial Rounded MT Bold" panose="020F0704030504030204" pitchFamily="34" charset="77"/>
              </a:rPr>
              <a:t>7. Return  </a:t>
            </a: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AF0E0031-D38F-B9CA-165A-958D3EADB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381" y="5281414"/>
            <a:ext cx="279191" cy="321069"/>
          </a:xfrm>
          <a:prstGeom prst="rect">
            <a:avLst/>
          </a:prstGeom>
        </p:spPr>
      </p:pic>
      <p:pic>
        <p:nvPicPr>
          <p:cNvPr id="114" name="Picture 113">
            <a:extLst>
              <a:ext uri="{FF2B5EF4-FFF2-40B4-BE49-F238E27FC236}">
                <a16:creationId xmlns:a16="http://schemas.microsoft.com/office/drawing/2014/main" id="{B2D8E863-3EEF-2882-81C0-B3C6D30BE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1479" y="6045407"/>
            <a:ext cx="338074" cy="384175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ADD67ADC-92B5-EC7D-236A-77D0E9DFA133}"/>
              </a:ext>
            </a:extLst>
          </p:cNvPr>
          <p:cNvGrpSpPr/>
          <p:nvPr/>
        </p:nvGrpSpPr>
        <p:grpSpPr>
          <a:xfrm>
            <a:off x="8566522" y="251770"/>
            <a:ext cx="3349067" cy="1103254"/>
            <a:chOff x="8566522" y="251770"/>
            <a:chExt cx="3349067" cy="1103254"/>
          </a:xfrm>
        </p:grpSpPr>
        <p:sp>
          <p:nvSpPr>
            <p:cNvPr id="48" name="Parallelogram 47">
              <a:extLst>
                <a:ext uri="{FF2B5EF4-FFF2-40B4-BE49-F238E27FC236}">
                  <a16:creationId xmlns:a16="http://schemas.microsoft.com/office/drawing/2014/main" id="{1E5831A8-C7FE-08DF-F812-04B8DEA1B316}"/>
                </a:ext>
              </a:extLst>
            </p:cNvPr>
            <p:cNvSpPr/>
            <p:nvPr/>
          </p:nvSpPr>
          <p:spPr>
            <a:xfrm>
              <a:off x="8566522" y="251770"/>
              <a:ext cx="3349067" cy="1103254"/>
            </a:xfrm>
            <a:prstGeom prst="parallelogram">
              <a:avLst>
                <a:gd name="adj" fmla="val 94320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1A2E46D2-75C1-4FF6-5F80-E694B0DB8F8B}"/>
                </a:ext>
              </a:extLst>
            </p:cNvPr>
            <p:cNvSpPr/>
            <p:nvPr/>
          </p:nvSpPr>
          <p:spPr>
            <a:xfrm>
              <a:off x="10209139" y="839371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253A6663-ED2D-CFA6-4024-D0DBAFBA34C4}"/>
                </a:ext>
              </a:extLst>
            </p:cNvPr>
            <p:cNvSpPr/>
            <p:nvPr/>
          </p:nvSpPr>
          <p:spPr>
            <a:xfrm>
              <a:off x="9491445" y="629946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B64467B1-A35B-E659-513C-BA5D2B374127}"/>
                </a:ext>
              </a:extLst>
            </p:cNvPr>
            <p:cNvSpPr/>
            <p:nvPr/>
          </p:nvSpPr>
          <p:spPr>
            <a:xfrm>
              <a:off x="9805868" y="78076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4225CA9C-D531-27C8-4E89-8BC859AE33E3}"/>
                </a:ext>
              </a:extLst>
            </p:cNvPr>
            <p:cNvSpPr/>
            <p:nvPr/>
          </p:nvSpPr>
          <p:spPr>
            <a:xfrm>
              <a:off x="9529714" y="85608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C7829969-DBE7-4DFC-3018-0C4C8B5389BA}"/>
                </a:ext>
              </a:extLst>
            </p:cNvPr>
            <p:cNvSpPr/>
            <p:nvPr/>
          </p:nvSpPr>
          <p:spPr>
            <a:xfrm>
              <a:off x="10209139" y="90246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4A6D4B00-9D1C-CAD4-6F2A-373D661FC001}"/>
                </a:ext>
              </a:extLst>
            </p:cNvPr>
            <p:cNvSpPr/>
            <p:nvPr/>
          </p:nvSpPr>
          <p:spPr>
            <a:xfrm>
              <a:off x="10373181" y="922308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9F394374-F870-F660-4B6A-89B37E604904}"/>
                </a:ext>
              </a:extLst>
            </p:cNvPr>
            <p:cNvSpPr/>
            <p:nvPr/>
          </p:nvSpPr>
          <p:spPr>
            <a:xfrm>
              <a:off x="9722391" y="100302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9BDD50A1-D881-87AF-1EC5-C22BD14A7902}"/>
                </a:ext>
              </a:extLst>
            </p:cNvPr>
            <p:cNvSpPr/>
            <p:nvPr/>
          </p:nvSpPr>
          <p:spPr>
            <a:xfrm>
              <a:off x="10558448" y="89090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D255109D-7061-977C-26F2-067765E2220B}"/>
                </a:ext>
              </a:extLst>
            </p:cNvPr>
            <p:cNvSpPr/>
            <p:nvPr/>
          </p:nvSpPr>
          <p:spPr>
            <a:xfrm>
              <a:off x="10266396" y="651638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D239200C-45A7-B55A-8235-D69A19884F3A}"/>
                </a:ext>
              </a:extLst>
            </p:cNvPr>
            <p:cNvSpPr/>
            <p:nvPr/>
          </p:nvSpPr>
          <p:spPr>
            <a:xfrm>
              <a:off x="10316275" y="71909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CA96BB1F-83D6-3CA5-2342-E68C2B18D037}"/>
                </a:ext>
              </a:extLst>
            </p:cNvPr>
            <p:cNvSpPr/>
            <p:nvPr/>
          </p:nvSpPr>
          <p:spPr>
            <a:xfrm>
              <a:off x="10218038" y="708653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303E6E54-94AC-4C35-E925-E0DE119BC9E6}"/>
                </a:ext>
              </a:extLst>
            </p:cNvPr>
            <p:cNvSpPr/>
            <p:nvPr/>
          </p:nvSpPr>
          <p:spPr>
            <a:xfrm>
              <a:off x="11041346" y="63140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F06AC6AA-B218-8F20-40BD-BF31EF0E5205}"/>
                </a:ext>
              </a:extLst>
            </p:cNvPr>
            <p:cNvSpPr/>
            <p:nvPr/>
          </p:nvSpPr>
          <p:spPr>
            <a:xfrm>
              <a:off x="10121432" y="94148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58D26C08-1580-9757-73CE-AB6CF133BBFE}"/>
                </a:ext>
              </a:extLst>
            </p:cNvPr>
            <p:cNvSpPr/>
            <p:nvPr/>
          </p:nvSpPr>
          <p:spPr>
            <a:xfrm>
              <a:off x="9755972" y="83022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41B8ACAB-3C9D-A680-EF1D-D4AF281EB9D6}"/>
                </a:ext>
              </a:extLst>
            </p:cNvPr>
            <p:cNvSpPr/>
            <p:nvPr/>
          </p:nvSpPr>
          <p:spPr>
            <a:xfrm>
              <a:off x="9882203" y="856041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12E3BB00-9319-F19A-2595-D3F585903F17}"/>
                </a:ext>
              </a:extLst>
            </p:cNvPr>
            <p:cNvSpPr/>
            <p:nvPr/>
          </p:nvSpPr>
          <p:spPr>
            <a:xfrm>
              <a:off x="9491445" y="93831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937CABBB-4233-30B9-8AF6-6985240763F8}"/>
                </a:ext>
              </a:extLst>
            </p:cNvPr>
            <p:cNvSpPr/>
            <p:nvPr/>
          </p:nvSpPr>
          <p:spPr>
            <a:xfrm>
              <a:off x="10285474" y="97774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C97FB862-EDBC-85EB-95ED-5669FE9E97FF}"/>
                </a:ext>
              </a:extLst>
            </p:cNvPr>
            <p:cNvSpPr/>
            <p:nvPr/>
          </p:nvSpPr>
          <p:spPr>
            <a:xfrm>
              <a:off x="10449516" y="99759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2D099877-1E74-ED20-2569-EACD6047EEA0}"/>
                </a:ext>
              </a:extLst>
            </p:cNvPr>
            <p:cNvSpPr/>
            <p:nvPr/>
          </p:nvSpPr>
          <p:spPr>
            <a:xfrm>
              <a:off x="9362787" y="110007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8FFF9B86-E9AB-C849-EFBA-65B1F8CEC4BE}"/>
                </a:ext>
              </a:extLst>
            </p:cNvPr>
            <p:cNvSpPr/>
            <p:nvPr/>
          </p:nvSpPr>
          <p:spPr>
            <a:xfrm>
              <a:off x="10818990" y="974876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BEBE37EE-B5DD-E810-3600-E0D449DD05FB}"/>
                </a:ext>
              </a:extLst>
            </p:cNvPr>
            <p:cNvSpPr/>
            <p:nvPr/>
          </p:nvSpPr>
          <p:spPr>
            <a:xfrm>
              <a:off x="10342731" y="72692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5C18820A-0850-B222-5FCC-0DEBCA172422}"/>
                </a:ext>
              </a:extLst>
            </p:cNvPr>
            <p:cNvSpPr/>
            <p:nvPr/>
          </p:nvSpPr>
          <p:spPr>
            <a:xfrm>
              <a:off x="10392611" y="79437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D7E5C644-95FD-1646-B481-5B6D3FDC4012}"/>
                </a:ext>
              </a:extLst>
            </p:cNvPr>
            <p:cNvSpPr/>
            <p:nvPr/>
          </p:nvSpPr>
          <p:spPr>
            <a:xfrm>
              <a:off x="10294373" y="78393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940E88B6-B850-FC27-B7A4-477B01A5CC83}"/>
                </a:ext>
              </a:extLst>
            </p:cNvPr>
            <p:cNvSpPr/>
            <p:nvPr/>
          </p:nvSpPr>
          <p:spPr>
            <a:xfrm>
              <a:off x="11117681" y="70668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2D188375-8BF4-E947-8C19-AE7D5B785402}"/>
                </a:ext>
              </a:extLst>
            </p:cNvPr>
            <p:cNvSpPr/>
            <p:nvPr/>
          </p:nvSpPr>
          <p:spPr>
            <a:xfrm>
              <a:off x="9993006" y="711083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CDDCF671-B399-591E-112E-C5B88327AE92}"/>
                </a:ext>
              </a:extLst>
            </p:cNvPr>
            <p:cNvSpPr/>
            <p:nvPr/>
          </p:nvSpPr>
          <p:spPr>
            <a:xfrm>
              <a:off x="10157048" y="730929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291334C6-1719-1CE1-6195-0A818249A845}"/>
                </a:ext>
              </a:extLst>
            </p:cNvPr>
            <p:cNvSpPr/>
            <p:nvPr/>
          </p:nvSpPr>
          <p:spPr>
            <a:xfrm>
              <a:off x="10342315" y="699521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A4D8157A-06AB-96FE-18C1-9175AC2AD93F}"/>
                </a:ext>
              </a:extLst>
            </p:cNvPr>
            <p:cNvSpPr/>
            <p:nvPr/>
          </p:nvSpPr>
          <p:spPr>
            <a:xfrm>
              <a:off x="10050263" y="460259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4" name="Oval 1023">
              <a:extLst>
                <a:ext uri="{FF2B5EF4-FFF2-40B4-BE49-F238E27FC236}">
                  <a16:creationId xmlns:a16="http://schemas.microsoft.com/office/drawing/2014/main" id="{B65600A0-9FB8-7DD5-EA3E-7A9EC3B5AD64}"/>
                </a:ext>
              </a:extLst>
            </p:cNvPr>
            <p:cNvSpPr/>
            <p:nvPr/>
          </p:nvSpPr>
          <p:spPr>
            <a:xfrm>
              <a:off x="10100143" y="527713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5" name="Oval 1024">
              <a:extLst>
                <a:ext uri="{FF2B5EF4-FFF2-40B4-BE49-F238E27FC236}">
                  <a16:creationId xmlns:a16="http://schemas.microsoft.com/office/drawing/2014/main" id="{6398DC1C-1984-5A90-EA55-8481ECD74378}"/>
                </a:ext>
              </a:extLst>
            </p:cNvPr>
            <p:cNvSpPr/>
            <p:nvPr/>
          </p:nvSpPr>
          <p:spPr>
            <a:xfrm>
              <a:off x="10001905" y="51727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6" name="Oval 1025">
              <a:extLst>
                <a:ext uri="{FF2B5EF4-FFF2-40B4-BE49-F238E27FC236}">
                  <a16:creationId xmlns:a16="http://schemas.microsoft.com/office/drawing/2014/main" id="{809B6846-8E90-70A5-0E58-48D9FF686190}"/>
                </a:ext>
              </a:extLst>
            </p:cNvPr>
            <p:cNvSpPr/>
            <p:nvPr/>
          </p:nvSpPr>
          <p:spPr>
            <a:xfrm>
              <a:off x="10825214" y="440023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8" name="Oval 1027">
              <a:extLst>
                <a:ext uri="{FF2B5EF4-FFF2-40B4-BE49-F238E27FC236}">
                  <a16:creationId xmlns:a16="http://schemas.microsoft.com/office/drawing/2014/main" id="{825169EF-61EE-35FB-5F42-65F36BCBAD55}"/>
                </a:ext>
              </a:extLst>
            </p:cNvPr>
            <p:cNvSpPr/>
            <p:nvPr/>
          </p:nvSpPr>
          <p:spPr>
            <a:xfrm>
              <a:off x="9748962" y="68602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9" name="Oval 1028">
              <a:extLst>
                <a:ext uri="{FF2B5EF4-FFF2-40B4-BE49-F238E27FC236}">
                  <a16:creationId xmlns:a16="http://schemas.microsoft.com/office/drawing/2014/main" id="{FC2845D0-2992-FCD0-24A7-BBEB578D6E35}"/>
                </a:ext>
              </a:extLst>
            </p:cNvPr>
            <p:cNvSpPr/>
            <p:nvPr/>
          </p:nvSpPr>
          <p:spPr>
            <a:xfrm>
              <a:off x="10069341" y="78636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0" name="Oval 1029">
              <a:extLst>
                <a:ext uri="{FF2B5EF4-FFF2-40B4-BE49-F238E27FC236}">
                  <a16:creationId xmlns:a16="http://schemas.microsoft.com/office/drawing/2014/main" id="{1768764A-AB5C-92EE-6D9A-BB7469A34ACD}"/>
                </a:ext>
              </a:extLst>
            </p:cNvPr>
            <p:cNvSpPr/>
            <p:nvPr/>
          </p:nvSpPr>
          <p:spPr>
            <a:xfrm>
              <a:off x="9962208" y="1206246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1" name="Oval 1030">
              <a:extLst>
                <a:ext uri="{FF2B5EF4-FFF2-40B4-BE49-F238E27FC236}">
                  <a16:creationId xmlns:a16="http://schemas.microsoft.com/office/drawing/2014/main" id="{7BE8CF5F-7A84-73AE-16B1-635B5ADD7798}"/>
                </a:ext>
              </a:extLst>
            </p:cNvPr>
            <p:cNvSpPr/>
            <p:nvPr/>
          </p:nvSpPr>
          <p:spPr>
            <a:xfrm>
              <a:off x="10418650" y="77480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2" name="Oval 1031">
              <a:extLst>
                <a:ext uri="{FF2B5EF4-FFF2-40B4-BE49-F238E27FC236}">
                  <a16:creationId xmlns:a16="http://schemas.microsoft.com/office/drawing/2014/main" id="{65AF397E-BFC5-0981-F68A-0FEE35E86F35}"/>
                </a:ext>
              </a:extLst>
            </p:cNvPr>
            <p:cNvSpPr/>
            <p:nvPr/>
          </p:nvSpPr>
          <p:spPr>
            <a:xfrm>
              <a:off x="10198380" y="54221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3" name="Oval 1032">
              <a:extLst>
                <a:ext uri="{FF2B5EF4-FFF2-40B4-BE49-F238E27FC236}">
                  <a16:creationId xmlns:a16="http://schemas.microsoft.com/office/drawing/2014/main" id="{091B268C-3691-9D55-53C3-AE9068F6B316}"/>
                </a:ext>
              </a:extLst>
            </p:cNvPr>
            <p:cNvSpPr/>
            <p:nvPr/>
          </p:nvSpPr>
          <p:spPr>
            <a:xfrm>
              <a:off x="10176478" y="60299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4" name="Oval 1033">
              <a:extLst>
                <a:ext uri="{FF2B5EF4-FFF2-40B4-BE49-F238E27FC236}">
                  <a16:creationId xmlns:a16="http://schemas.microsoft.com/office/drawing/2014/main" id="{48A9C381-7A04-81A2-0765-09610C77F48B}"/>
                </a:ext>
              </a:extLst>
            </p:cNvPr>
            <p:cNvSpPr/>
            <p:nvPr/>
          </p:nvSpPr>
          <p:spPr>
            <a:xfrm>
              <a:off x="10078240" y="592556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5" name="Oval 1034">
              <a:extLst>
                <a:ext uri="{FF2B5EF4-FFF2-40B4-BE49-F238E27FC236}">
                  <a16:creationId xmlns:a16="http://schemas.microsoft.com/office/drawing/2014/main" id="{5FF9320D-B552-2035-FC78-518523A156F6}"/>
                </a:ext>
              </a:extLst>
            </p:cNvPr>
            <p:cNvSpPr/>
            <p:nvPr/>
          </p:nvSpPr>
          <p:spPr>
            <a:xfrm>
              <a:off x="10722530" y="699521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6" name="Oval 1035">
              <a:extLst>
                <a:ext uri="{FF2B5EF4-FFF2-40B4-BE49-F238E27FC236}">
                  <a16:creationId xmlns:a16="http://schemas.microsoft.com/office/drawing/2014/main" id="{6634D535-4821-E9D4-979C-5167246A1043}"/>
                </a:ext>
              </a:extLst>
            </p:cNvPr>
            <p:cNvSpPr/>
            <p:nvPr/>
          </p:nvSpPr>
          <p:spPr>
            <a:xfrm>
              <a:off x="10432971" y="702261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7" name="Oval 1036">
              <a:extLst>
                <a:ext uri="{FF2B5EF4-FFF2-40B4-BE49-F238E27FC236}">
                  <a16:creationId xmlns:a16="http://schemas.microsoft.com/office/drawing/2014/main" id="{E534E954-CBAC-03F5-77FD-DC4C975662EC}"/>
                </a:ext>
              </a:extLst>
            </p:cNvPr>
            <p:cNvSpPr/>
            <p:nvPr/>
          </p:nvSpPr>
          <p:spPr>
            <a:xfrm>
              <a:off x="9715277" y="492836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8" name="Oval 1037">
              <a:extLst>
                <a:ext uri="{FF2B5EF4-FFF2-40B4-BE49-F238E27FC236}">
                  <a16:creationId xmlns:a16="http://schemas.microsoft.com/office/drawing/2014/main" id="{A3F810B2-EF4A-BCF6-EDF2-D2ECF9992CC1}"/>
                </a:ext>
              </a:extLst>
            </p:cNvPr>
            <p:cNvSpPr/>
            <p:nvPr/>
          </p:nvSpPr>
          <p:spPr>
            <a:xfrm>
              <a:off x="10029700" y="64365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9" name="Oval 1038">
              <a:extLst>
                <a:ext uri="{FF2B5EF4-FFF2-40B4-BE49-F238E27FC236}">
                  <a16:creationId xmlns:a16="http://schemas.microsoft.com/office/drawing/2014/main" id="{753F069C-2FF8-2D57-1C56-89B2A3D2A835}"/>
                </a:ext>
              </a:extLst>
            </p:cNvPr>
            <p:cNvSpPr/>
            <p:nvPr/>
          </p:nvSpPr>
          <p:spPr>
            <a:xfrm>
              <a:off x="9753546" y="71897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0" name="Oval 1039">
              <a:extLst>
                <a:ext uri="{FF2B5EF4-FFF2-40B4-BE49-F238E27FC236}">
                  <a16:creationId xmlns:a16="http://schemas.microsoft.com/office/drawing/2014/main" id="{ED963EE8-99DE-AAB9-E2D8-8B00E75C3BA8}"/>
                </a:ext>
              </a:extLst>
            </p:cNvPr>
            <p:cNvSpPr/>
            <p:nvPr/>
          </p:nvSpPr>
          <p:spPr>
            <a:xfrm>
              <a:off x="10432971" y="76535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1" name="Oval 1040">
              <a:extLst>
                <a:ext uri="{FF2B5EF4-FFF2-40B4-BE49-F238E27FC236}">
                  <a16:creationId xmlns:a16="http://schemas.microsoft.com/office/drawing/2014/main" id="{22D20E0C-7C7B-5AFA-9110-631FDEAFEBB4}"/>
                </a:ext>
              </a:extLst>
            </p:cNvPr>
            <p:cNvSpPr/>
            <p:nvPr/>
          </p:nvSpPr>
          <p:spPr>
            <a:xfrm>
              <a:off x="10597013" y="785198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2" name="Oval 1041">
              <a:extLst>
                <a:ext uri="{FF2B5EF4-FFF2-40B4-BE49-F238E27FC236}">
                  <a16:creationId xmlns:a16="http://schemas.microsoft.com/office/drawing/2014/main" id="{74018B79-7F5F-21E5-A2A6-F43CABA6BAB8}"/>
                </a:ext>
              </a:extLst>
            </p:cNvPr>
            <p:cNvSpPr/>
            <p:nvPr/>
          </p:nvSpPr>
          <p:spPr>
            <a:xfrm>
              <a:off x="9946223" y="86591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3" name="Oval 1042">
              <a:extLst>
                <a:ext uri="{FF2B5EF4-FFF2-40B4-BE49-F238E27FC236}">
                  <a16:creationId xmlns:a16="http://schemas.microsoft.com/office/drawing/2014/main" id="{FAFBDEA5-8DB2-F93A-2A40-CE439587D776}"/>
                </a:ext>
              </a:extLst>
            </p:cNvPr>
            <p:cNvSpPr/>
            <p:nvPr/>
          </p:nvSpPr>
          <p:spPr>
            <a:xfrm>
              <a:off x="10782280" y="75379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4" name="Oval 1043">
              <a:extLst>
                <a:ext uri="{FF2B5EF4-FFF2-40B4-BE49-F238E27FC236}">
                  <a16:creationId xmlns:a16="http://schemas.microsoft.com/office/drawing/2014/main" id="{9C45403D-4BE4-FE7F-2E16-89C7BB264356}"/>
                </a:ext>
              </a:extLst>
            </p:cNvPr>
            <p:cNvSpPr/>
            <p:nvPr/>
          </p:nvSpPr>
          <p:spPr>
            <a:xfrm>
              <a:off x="10490228" y="514528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5" name="Oval 1044">
              <a:extLst>
                <a:ext uri="{FF2B5EF4-FFF2-40B4-BE49-F238E27FC236}">
                  <a16:creationId xmlns:a16="http://schemas.microsoft.com/office/drawing/2014/main" id="{51703406-FEBC-35DC-7541-005F508E5F37}"/>
                </a:ext>
              </a:extLst>
            </p:cNvPr>
            <p:cNvSpPr/>
            <p:nvPr/>
          </p:nvSpPr>
          <p:spPr>
            <a:xfrm>
              <a:off x="10540107" y="58198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6" name="Oval 1045">
              <a:extLst>
                <a:ext uri="{FF2B5EF4-FFF2-40B4-BE49-F238E27FC236}">
                  <a16:creationId xmlns:a16="http://schemas.microsoft.com/office/drawing/2014/main" id="{497D3FBF-7EC0-BDD6-BC41-97604E09B5BE}"/>
                </a:ext>
              </a:extLst>
            </p:cNvPr>
            <p:cNvSpPr/>
            <p:nvPr/>
          </p:nvSpPr>
          <p:spPr>
            <a:xfrm>
              <a:off x="10441870" y="571543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7" name="Oval 1046">
              <a:extLst>
                <a:ext uri="{FF2B5EF4-FFF2-40B4-BE49-F238E27FC236}">
                  <a16:creationId xmlns:a16="http://schemas.microsoft.com/office/drawing/2014/main" id="{A22A3D64-1AA8-56F5-E6D7-9EC14AFB1DC9}"/>
                </a:ext>
              </a:extLst>
            </p:cNvPr>
            <p:cNvSpPr/>
            <p:nvPr/>
          </p:nvSpPr>
          <p:spPr>
            <a:xfrm>
              <a:off x="11265178" y="49429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8" name="Oval 1047">
              <a:extLst>
                <a:ext uri="{FF2B5EF4-FFF2-40B4-BE49-F238E27FC236}">
                  <a16:creationId xmlns:a16="http://schemas.microsoft.com/office/drawing/2014/main" id="{2AC39935-495D-46AB-B990-C92832D0ED60}"/>
                </a:ext>
              </a:extLst>
            </p:cNvPr>
            <p:cNvSpPr/>
            <p:nvPr/>
          </p:nvSpPr>
          <p:spPr>
            <a:xfrm>
              <a:off x="10345264" y="80437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9" name="Oval 1048">
              <a:extLst>
                <a:ext uri="{FF2B5EF4-FFF2-40B4-BE49-F238E27FC236}">
                  <a16:creationId xmlns:a16="http://schemas.microsoft.com/office/drawing/2014/main" id="{2884D2B2-BFFF-62DC-D426-0B406F3927CA}"/>
                </a:ext>
              </a:extLst>
            </p:cNvPr>
            <p:cNvSpPr/>
            <p:nvPr/>
          </p:nvSpPr>
          <p:spPr>
            <a:xfrm>
              <a:off x="9762618" y="62172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0" name="Oval 1049">
              <a:extLst>
                <a:ext uri="{FF2B5EF4-FFF2-40B4-BE49-F238E27FC236}">
                  <a16:creationId xmlns:a16="http://schemas.microsoft.com/office/drawing/2014/main" id="{B02B402F-DB3A-5F0F-EB88-13744664BF7B}"/>
                </a:ext>
              </a:extLst>
            </p:cNvPr>
            <p:cNvSpPr/>
            <p:nvPr/>
          </p:nvSpPr>
          <p:spPr>
            <a:xfrm>
              <a:off x="10106035" y="718931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1" name="Oval 1050">
              <a:extLst>
                <a:ext uri="{FF2B5EF4-FFF2-40B4-BE49-F238E27FC236}">
                  <a16:creationId xmlns:a16="http://schemas.microsoft.com/office/drawing/2014/main" id="{71731285-E4C1-4E6C-11BF-5F306BDFF015}"/>
                </a:ext>
              </a:extLst>
            </p:cNvPr>
            <p:cNvSpPr/>
            <p:nvPr/>
          </p:nvSpPr>
          <p:spPr>
            <a:xfrm>
              <a:off x="9146159" y="92711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2" name="Oval 1051">
              <a:extLst>
                <a:ext uri="{FF2B5EF4-FFF2-40B4-BE49-F238E27FC236}">
                  <a16:creationId xmlns:a16="http://schemas.microsoft.com/office/drawing/2014/main" id="{559777E9-473B-8180-E9EC-05E18C187417}"/>
                </a:ext>
              </a:extLst>
            </p:cNvPr>
            <p:cNvSpPr/>
            <p:nvPr/>
          </p:nvSpPr>
          <p:spPr>
            <a:xfrm>
              <a:off x="10509306" y="84063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3" name="Oval 1052">
              <a:extLst>
                <a:ext uri="{FF2B5EF4-FFF2-40B4-BE49-F238E27FC236}">
                  <a16:creationId xmlns:a16="http://schemas.microsoft.com/office/drawing/2014/main" id="{A0C6FC41-4BAA-0F17-D8DA-3B96BF6CEFF9}"/>
                </a:ext>
              </a:extLst>
            </p:cNvPr>
            <p:cNvSpPr/>
            <p:nvPr/>
          </p:nvSpPr>
          <p:spPr>
            <a:xfrm>
              <a:off x="10673348" y="86048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4" name="Oval 1053">
              <a:extLst>
                <a:ext uri="{FF2B5EF4-FFF2-40B4-BE49-F238E27FC236}">
                  <a16:creationId xmlns:a16="http://schemas.microsoft.com/office/drawing/2014/main" id="{98887A89-247C-CE48-644E-C82B996237BF}"/>
                </a:ext>
              </a:extLst>
            </p:cNvPr>
            <p:cNvSpPr/>
            <p:nvPr/>
          </p:nvSpPr>
          <p:spPr>
            <a:xfrm>
              <a:off x="9586619" y="96296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5" name="Oval 1054">
              <a:extLst>
                <a:ext uri="{FF2B5EF4-FFF2-40B4-BE49-F238E27FC236}">
                  <a16:creationId xmlns:a16="http://schemas.microsoft.com/office/drawing/2014/main" id="{3988E69D-7B51-4311-C947-3F6476FE5949}"/>
                </a:ext>
              </a:extLst>
            </p:cNvPr>
            <p:cNvSpPr/>
            <p:nvPr/>
          </p:nvSpPr>
          <p:spPr>
            <a:xfrm>
              <a:off x="11042822" y="837766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6" name="Oval 1055">
              <a:extLst>
                <a:ext uri="{FF2B5EF4-FFF2-40B4-BE49-F238E27FC236}">
                  <a16:creationId xmlns:a16="http://schemas.microsoft.com/office/drawing/2014/main" id="{A2CE193D-4088-0DD3-7653-F74EC78E15E7}"/>
                </a:ext>
              </a:extLst>
            </p:cNvPr>
            <p:cNvSpPr/>
            <p:nvPr/>
          </p:nvSpPr>
          <p:spPr>
            <a:xfrm>
              <a:off x="10575110" y="36612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7" name="Oval 1056">
              <a:extLst>
                <a:ext uri="{FF2B5EF4-FFF2-40B4-BE49-F238E27FC236}">
                  <a16:creationId xmlns:a16="http://schemas.microsoft.com/office/drawing/2014/main" id="{EC7BA20F-EC82-5B7C-A69D-78EA7A900931}"/>
                </a:ext>
              </a:extLst>
            </p:cNvPr>
            <p:cNvSpPr/>
            <p:nvPr/>
          </p:nvSpPr>
          <p:spPr>
            <a:xfrm>
              <a:off x="10616443" y="65726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8" name="Oval 1057">
              <a:extLst>
                <a:ext uri="{FF2B5EF4-FFF2-40B4-BE49-F238E27FC236}">
                  <a16:creationId xmlns:a16="http://schemas.microsoft.com/office/drawing/2014/main" id="{53970B9E-D69D-B664-FD20-49AB21D390C7}"/>
                </a:ext>
              </a:extLst>
            </p:cNvPr>
            <p:cNvSpPr/>
            <p:nvPr/>
          </p:nvSpPr>
          <p:spPr>
            <a:xfrm>
              <a:off x="10518205" y="64682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9" name="Oval 1058">
              <a:extLst>
                <a:ext uri="{FF2B5EF4-FFF2-40B4-BE49-F238E27FC236}">
                  <a16:creationId xmlns:a16="http://schemas.microsoft.com/office/drawing/2014/main" id="{704C1EB8-0BBE-9A8D-72C7-05952F0136BE}"/>
                </a:ext>
              </a:extLst>
            </p:cNvPr>
            <p:cNvSpPr/>
            <p:nvPr/>
          </p:nvSpPr>
          <p:spPr>
            <a:xfrm>
              <a:off x="11341513" y="56957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0" name="Oval 1059">
              <a:extLst>
                <a:ext uri="{FF2B5EF4-FFF2-40B4-BE49-F238E27FC236}">
                  <a16:creationId xmlns:a16="http://schemas.microsoft.com/office/drawing/2014/main" id="{F5BF377B-A232-0040-4405-2416E4911682}"/>
                </a:ext>
              </a:extLst>
            </p:cNvPr>
            <p:cNvSpPr/>
            <p:nvPr/>
          </p:nvSpPr>
          <p:spPr>
            <a:xfrm>
              <a:off x="10216838" y="573973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1" name="Oval 1060">
              <a:extLst>
                <a:ext uri="{FF2B5EF4-FFF2-40B4-BE49-F238E27FC236}">
                  <a16:creationId xmlns:a16="http://schemas.microsoft.com/office/drawing/2014/main" id="{A0A25260-F4B3-DF30-62F1-279D95DCD75B}"/>
                </a:ext>
              </a:extLst>
            </p:cNvPr>
            <p:cNvSpPr/>
            <p:nvPr/>
          </p:nvSpPr>
          <p:spPr>
            <a:xfrm>
              <a:off x="10323928" y="42414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2" name="Oval 1061">
              <a:extLst>
                <a:ext uri="{FF2B5EF4-FFF2-40B4-BE49-F238E27FC236}">
                  <a16:creationId xmlns:a16="http://schemas.microsoft.com/office/drawing/2014/main" id="{39D51977-1F9F-A80B-E91F-A1A13578811E}"/>
                </a:ext>
              </a:extLst>
            </p:cNvPr>
            <p:cNvSpPr/>
            <p:nvPr/>
          </p:nvSpPr>
          <p:spPr>
            <a:xfrm>
              <a:off x="11208273" y="38940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3" name="Oval 1062">
              <a:extLst>
                <a:ext uri="{FF2B5EF4-FFF2-40B4-BE49-F238E27FC236}">
                  <a16:creationId xmlns:a16="http://schemas.microsoft.com/office/drawing/2014/main" id="{E6534149-B0B0-7EE5-AB0A-133205CA5546}"/>
                </a:ext>
              </a:extLst>
            </p:cNvPr>
            <p:cNvSpPr/>
            <p:nvPr/>
          </p:nvSpPr>
          <p:spPr>
            <a:xfrm>
              <a:off x="10274095" y="323149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4" name="Oval 1063">
              <a:extLst>
                <a:ext uri="{FF2B5EF4-FFF2-40B4-BE49-F238E27FC236}">
                  <a16:creationId xmlns:a16="http://schemas.microsoft.com/office/drawing/2014/main" id="{66D52363-94ED-5BC1-224B-48D96B6F3B1F}"/>
                </a:ext>
              </a:extLst>
            </p:cNvPr>
            <p:cNvSpPr/>
            <p:nvPr/>
          </p:nvSpPr>
          <p:spPr>
            <a:xfrm>
              <a:off x="9658372" y="433048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5" name="Oval 1064">
              <a:extLst>
                <a:ext uri="{FF2B5EF4-FFF2-40B4-BE49-F238E27FC236}">
                  <a16:creationId xmlns:a16="http://schemas.microsoft.com/office/drawing/2014/main" id="{94BF4404-20A9-B55F-124C-35C1DB5C8D4C}"/>
                </a:ext>
              </a:extLst>
            </p:cNvPr>
            <p:cNvSpPr/>
            <p:nvPr/>
          </p:nvSpPr>
          <p:spPr>
            <a:xfrm>
              <a:off x="10225737" y="380164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6" name="Oval 1065">
              <a:extLst>
                <a:ext uri="{FF2B5EF4-FFF2-40B4-BE49-F238E27FC236}">
                  <a16:creationId xmlns:a16="http://schemas.microsoft.com/office/drawing/2014/main" id="{56B676D1-ED16-6689-AE71-967699631804}"/>
                </a:ext>
              </a:extLst>
            </p:cNvPr>
            <p:cNvSpPr/>
            <p:nvPr/>
          </p:nvSpPr>
          <p:spPr>
            <a:xfrm>
              <a:off x="11049046" y="302913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7" name="Oval 1066">
              <a:extLst>
                <a:ext uri="{FF2B5EF4-FFF2-40B4-BE49-F238E27FC236}">
                  <a16:creationId xmlns:a16="http://schemas.microsoft.com/office/drawing/2014/main" id="{97984DEA-45F6-6B0A-2F70-A0D37F8C05C7}"/>
                </a:ext>
              </a:extLst>
            </p:cNvPr>
            <p:cNvSpPr/>
            <p:nvPr/>
          </p:nvSpPr>
          <p:spPr>
            <a:xfrm>
              <a:off x="9972794" y="54891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8" name="Oval 1067">
              <a:extLst>
                <a:ext uri="{FF2B5EF4-FFF2-40B4-BE49-F238E27FC236}">
                  <a16:creationId xmlns:a16="http://schemas.microsoft.com/office/drawing/2014/main" id="{FE0B43C4-21F6-10AE-B26E-2FF55CE2B0D4}"/>
                </a:ext>
              </a:extLst>
            </p:cNvPr>
            <p:cNvSpPr/>
            <p:nvPr/>
          </p:nvSpPr>
          <p:spPr>
            <a:xfrm>
              <a:off x="10293173" y="649255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9" name="Oval 1068">
              <a:extLst>
                <a:ext uri="{FF2B5EF4-FFF2-40B4-BE49-F238E27FC236}">
                  <a16:creationId xmlns:a16="http://schemas.microsoft.com/office/drawing/2014/main" id="{FE4CA708-AF9D-F782-8863-DF88D7CD184A}"/>
                </a:ext>
              </a:extLst>
            </p:cNvPr>
            <p:cNvSpPr/>
            <p:nvPr/>
          </p:nvSpPr>
          <p:spPr>
            <a:xfrm>
              <a:off x="10186040" y="1069136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0" name="Oval 1069">
              <a:extLst>
                <a:ext uri="{FF2B5EF4-FFF2-40B4-BE49-F238E27FC236}">
                  <a16:creationId xmlns:a16="http://schemas.microsoft.com/office/drawing/2014/main" id="{7AED52F4-EFCD-CE29-41B4-9341A7023D27}"/>
                </a:ext>
              </a:extLst>
            </p:cNvPr>
            <p:cNvSpPr/>
            <p:nvPr/>
          </p:nvSpPr>
          <p:spPr>
            <a:xfrm>
              <a:off x="10769351" y="563563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1" name="Oval 1070">
              <a:extLst>
                <a:ext uri="{FF2B5EF4-FFF2-40B4-BE49-F238E27FC236}">
                  <a16:creationId xmlns:a16="http://schemas.microsoft.com/office/drawing/2014/main" id="{0366221A-EC38-2491-0691-C95D77CD6729}"/>
                </a:ext>
              </a:extLst>
            </p:cNvPr>
            <p:cNvSpPr/>
            <p:nvPr/>
          </p:nvSpPr>
          <p:spPr>
            <a:xfrm>
              <a:off x="10422212" y="405100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2" name="Oval 1071">
              <a:extLst>
                <a:ext uri="{FF2B5EF4-FFF2-40B4-BE49-F238E27FC236}">
                  <a16:creationId xmlns:a16="http://schemas.microsoft.com/office/drawing/2014/main" id="{7A17E8FD-2EE5-5676-29E9-1548281B0656}"/>
                </a:ext>
              </a:extLst>
            </p:cNvPr>
            <p:cNvSpPr/>
            <p:nvPr/>
          </p:nvSpPr>
          <p:spPr>
            <a:xfrm>
              <a:off x="9756149" y="314211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3" name="Oval 1072">
              <a:extLst>
                <a:ext uri="{FF2B5EF4-FFF2-40B4-BE49-F238E27FC236}">
                  <a16:creationId xmlns:a16="http://schemas.microsoft.com/office/drawing/2014/main" id="{1EE824E1-4000-3D6E-1AFB-7BCABEC046B3}"/>
                </a:ext>
              </a:extLst>
            </p:cNvPr>
            <p:cNvSpPr/>
            <p:nvPr/>
          </p:nvSpPr>
          <p:spPr>
            <a:xfrm>
              <a:off x="9602484" y="514592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4" name="Oval 1073">
              <a:extLst>
                <a:ext uri="{FF2B5EF4-FFF2-40B4-BE49-F238E27FC236}">
                  <a16:creationId xmlns:a16="http://schemas.microsoft.com/office/drawing/2014/main" id="{B2FD5AAF-6D67-673C-3A48-BCE82E46545E}"/>
                </a:ext>
              </a:extLst>
            </p:cNvPr>
            <p:cNvSpPr/>
            <p:nvPr/>
          </p:nvSpPr>
          <p:spPr>
            <a:xfrm>
              <a:off x="10946362" y="562411"/>
              <a:ext cx="113811" cy="358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E5012E1-339A-7946-97C7-A2F6123B442F}"/>
              </a:ext>
            </a:extLst>
          </p:cNvPr>
          <p:cNvSpPr txBox="1"/>
          <p:nvPr/>
        </p:nvSpPr>
        <p:spPr>
          <a:xfrm>
            <a:off x="207283" y="812519"/>
            <a:ext cx="96840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Basic idea:</a:t>
            </a:r>
          </a:p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1. Initialize                                     with arbitrary values</a:t>
            </a:r>
          </a:p>
          <a:p>
            <a:pPr marL="342900" indent="-342900">
              <a:buAutoNum type="arabicPeriod"/>
            </a:pPr>
            <a:endParaRPr lang="en-US" dirty="0">
              <a:latin typeface="Arial Rounded MT Bold" panose="020F0704030504030204" pitchFamily="34" charset="77"/>
            </a:endParaRPr>
          </a:p>
          <a:p>
            <a:r>
              <a:rPr lang="en-US" dirty="0">
                <a:latin typeface="Arial Rounded MT Bold" panose="020F0704030504030204" pitchFamily="34" charset="77"/>
              </a:rPr>
              <a:t>2. Write out the likelihood function 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AFC10AC-0CD8-BEAE-BA75-BCDBB74495F9}"/>
              </a:ext>
            </a:extLst>
          </p:cNvPr>
          <p:cNvGrpSpPr/>
          <p:nvPr/>
        </p:nvGrpSpPr>
        <p:grpSpPr>
          <a:xfrm>
            <a:off x="6941517" y="1629671"/>
            <a:ext cx="3117293" cy="369332"/>
            <a:chOff x="6912406" y="1638941"/>
            <a:chExt cx="3117293" cy="36933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6BD444D-247C-134F-B2EB-965DFF25128B}"/>
                </a:ext>
              </a:extLst>
            </p:cNvPr>
            <p:cNvSpPr txBox="1"/>
            <p:nvPr/>
          </p:nvSpPr>
          <p:spPr>
            <a:xfrm>
              <a:off x="6912406" y="1638941"/>
              <a:ext cx="29344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ym typeface="Wingdings" pitchFamily="2" charset="2"/>
                </a:rPr>
                <a:t> </a:t>
              </a:r>
              <a:r>
                <a:rPr lang="en-US" dirty="0">
                  <a:latin typeface="Arial Rounded MT Bold" panose="020F0704030504030204" pitchFamily="34" charset="77"/>
                </a:rPr>
                <a:t>Somehow need to get 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3F84922-BCF3-579C-8735-BB5446EC09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750299" y="1652157"/>
              <a:ext cx="279400" cy="342900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1CBBDFD-1BA0-4416-BBAC-67AD152D76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8652" y="1056765"/>
            <a:ext cx="1943100" cy="431800"/>
          </a:xfrm>
          <a:prstGeom prst="rect">
            <a:avLst/>
          </a:prstGeom>
        </p:spPr>
      </p:pic>
      <p:pic>
        <p:nvPicPr>
          <p:cNvPr id="9" name="Picture 3">
            <a:extLst>
              <a:ext uri="{FF2B5EF4-FFF2-40B4-BE49-F238E27FC236}">
                <a16:creationId xmlns:a16="http://schemas.microsoft.com/office/drawing/2014/main" id="{FFF558EB-DD61-53C5-DE33-5430521175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7697" y="1674972"/>
            <a:ext cx="2713820" cy="2206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B2B1C70-4B58-8D1C-8DEA-C1E0AC117143}"/>
              </a:ext>
            </a:extLst>
          </p:cNvPr>
          <p:cNvSpPr txBox="1"/>
          <p:nvPr/>
        </p:nvSpPr>
        <p:spPr>
          <a:xfrm>
            <a:off x="221450" y="1910519"/>
            <a:ext cx="968406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endParaRPr lang="en-US" dirty="0">
              <a:latin typeface="Arial Rounded MT Bold" panose="020F0704030504030204" pitchFamily="34" charset="77"/>
            </a:endParaRPr>
          </a:p>
          <a:p>
            <a:r>
              <a:rPr lang="en-US" dirty="0">
                <a:latin typeface="Arial Rounded MT Bold" panose="020F0704030504030204" pitchFamily="34" charset="77"/>
              </a:rPr>
              <a:t>3. Treat         as a random variable and compute it’s distribution</a:t>
            </a:r>
          </a:p>
          <a:p>
            <a:pPr marL="342900" indent="-342900">
              <a:buAutoNum type="arabicPeriod"/>
            </a:pPr>
            <a:endParaRPr lang="en-US" dirty="0">
              <a:latin typeface="Arial Rounded MT Bold" panose="020F0704030504030204" pitchFamily="34" charset="77"/>
            </a:endParaRPr>
          </a:p>
          <a:p>
            <a:r>
              <a:rPr lang="en-US" dirty="0">
                <a:latin typeface="Arial Rounded MT Bold" panose="020F0704030504030204" pitchFamily="34" charset="77"/>
              </a:rPr>
              <a:t>      How?       Compute the posterior </a:t>
            </a:r>
            <a:br>
              <a:rPr lang="en-US" dirty="0">
                <a:latin typeface="Arial Rounded MT Bold" panose="020F0704030504030204" pitchFamily="34" charset="77"/>
              </a:rPr>
            </a:br>
            <a:r>
              <a:rPr lang="en-US" dirty="0">
                <a:latin typeface="Arial Rounded MT Bold" panose="020F0704030504030204" pitchFamily="34" charset="77"/>
              </a:rPr>
              <a:t>      (i.e., probability of bin given ball color, probability of bee type given bee location)</a:t>
            </a:r>
          </a:p>
          <a:p>
            <a:endParaRPr lang="en-US" dirty="0">
              <a:latin typeface="Arial Rounded MT Bold" panose="020F0704030504030204" pitchFamily="34" charset="77"/>
            </a:endParaRPr>
          </a:p>
          <a:p>
            <a:r>
              <a:rPr lang="en-US" dirty="0">
                <a:latin typeface="Arial Rounded MT Bold" panose="020F0704030504030204" pitchFamily="34" charset="77"/>
              </a:rPr>
              <a:t>4. Treat likelihood as a function of      .  Then, what is average likelihood?   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489219-570E-ABF9-E106-D8B87817A4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1312" y="2169285"/>
            <a:ext cx="307340" cy="37719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A55C669-2C5D-0122-4269-006F2CBF22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2431" y="3544030"/>
            <a:ext cx="307340" cy="3771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6045113-FBCC-AA64-77C8-61DC449FCD8A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-3862" r="72871"/>
          <a:stretch/>
        </p:blipFill>
        <p:spPr>
          <a:xfrm>
            <a:off x="7316870" y="2190647"/>
            <a:ext cx="527140" cy="3693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288E501-3897-C093-B7AE-B18B640E3C43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-4422" r="77169" b="-1"/>
          <a:stretch/>
        </p:blipFill>
        <p:spPr>
          <a:xfrm>
            <a:off x="1608652" y="3960991"/>
            <a:ext cx="2597449" cy="68112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766B644-768A-EAF9-DAA7-EC728029FBA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17712" y="4143884"/>
            <a:ext cx="2900886" cy="29184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AA51D59-A3DB-535B-9A56-1E7DFE235C6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43180" y="4761119"/>
            <a:ext cx="3800830" cy="32528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489E176-98E6-80A2-8C18-25C9FAAA2A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27697" y="2714883"/>
            <a:ext cx="19431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8180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79D9F-A758-3980-72CE-D2F8FC1B3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313A77-58D4-F829-02A9-4C06A0C6006D}"/>
              </a:ext>
            </a:extLst>
          </p:cNvPr>
          <p:cNvSpPr txBox="1"/>
          <p:nvPr/>
        </p:nvSpPr>
        <p:spPr>
          <a:xfrm>
            <a:off x="276411" y="260293"/>
            <a:ext cx="4293035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Expectation Maximization (EM) Steps</a:t>
            </a:r>
          </a:p>
        </p:txBody>
      </p:sp>
      <p:pic>
        <p:nvPicPr>
          <p:cNvPr id="93" name="Picture 3">
            <a:extLst>
              <a:ext uri="{FF2B5EF4-FFF2-40B4-BE49-F238E27FC236}">
                <a16:creationId xmlns:a16="http://schemas.microsoft.com/office/drawing/2014/main" id="{CF2C9F44-35CC-8ADA-1522-DDD742E83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5120" y="2001305"/>
            <a:ext cx="2133837" cy="281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B2302923-FA5D-1EEB-D3B7-ED8E888FAE31}"/>
              </a:ext>
            </a:extLst>
          </p:cNvPr>
          <p:cNvCxnSpPr>
            <a:cxnSpLocks/>
          </p:cNvCxnSpPr>
          <p:nvPr/>
        </p:nvCxnSpPr>
        <p:spPr>
          <a:xfrm>
            <a:off x="7969876" y="1890951"/>
            <a:ext cx="388961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1CB65314-B576-05D7-04AA-117E7C5F3592}"/>
              </a:ext>
            </a:extLst>
          </p:cNvPr>
          <p:cNvSpPr/>
          <p:nvPr/>
        </p:nvSpPr>
        <p:spPr>
          <a:xfrm>
            <a:off x="7527162" y="1433289"/>
            <a:ext cx="4025963" cy="471852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3988CF">
              <a:alpha val="30196"/>
            </a:srgb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8597FF74-35F3-0EEF-8BCA-7ADED60CB4CD}"/>
              </a:ext>
            </a:extLst>
          </p:cNvPr>
          <p:cNvSpPr/>
          <p:nvPr/>
        </p:nvSpPr>
        <p:spPr>
          <a:xfrm>
            <a:off x="9386942" y="1228306"/>
            <a:ext cx="2493782" cy="661778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FF0909">
              <a:alpha val="29804"/>
            </a:srgb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B69C86A6-F3A7-6C7D-CBD4-11EFABBA2C82}"/>
              </a:ext>
            </a:extLst>
          </p:cNvPr>
          <p:cNvCxnSpPr>
            <a:cxnSpLocks/>
          </p:cNvCxnSpPr>
          <p:nvPr/>
        </p:nvCxnSpPr>
        <p:spPr>
          <a:xfrm flipV="1">
            <a:off x="8251585" y="1630751"/>
            <a:ext cx="0" cy="259333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6" name="Straight Arrow Connector 1025">
            <a:extLst>
              <a:ext uri="{FF2B5EF4-FFF2-40B4-BE49-F238E27FC236}">
                <a16:creationId xmlns:a16="http://schemas.microsoft.com/office/drawing/2014/main" id="{4201A7CE-32DF-343A-1C2A-00C04DBAE650}"/>
              </a:ext>
            </a:extLst>
          </p:cNvPr>
          <p:cNvCxnSpPr>
            <a:cxnSpLocks/>
          </p:cNvCxnSpPr>
          <p:nvPr/>
        </p:nvCxnSpPr>
        <p:spPr>
          <a:xfrm flipV="1">
            <a:off x="8835694" y="1630751"/>
            <a:ext cx="0" cy="259333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2" name="Straight Arrow Connector 1081">
            <a:extLst>
              <a:ext uri="{FF2B5EF4-FFF2-40B4-BE49-F238E27FC236}">
                <a16:creationId xmlns:a16="http://schemas.microsoft.com/office/drawing/2014/main" id="{5B0ED7ED-DA59-AB9F-09AC-AE5FAB46B991}"/>
              </a:ext>
            </a:extLst>
          </p:cNvPr>
          <p:cNvCxnSpPr>
            <a:cxnSpLocks/>
          </p:cNvCxnSpPr>
          <p:nvPr/>
        </p:nvCxnSpPr>
        <p:spPr>
          <a:xfrm flipV="1">
            <a:off x="9378978" y="1630751"/>
            <a:ext cx="0" cy="259333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3" name="Straight Arrow Connector 1082">
            <a:extLst>
              <a:ext uri="{FF2B5EF4-FFF2-40B4-BE49-F238E27FC236}">
                <a16:creationId xmlns:a16="http://schemas.microsoft.com/office/drawing/2014/main" id="{EEE155AF-E760-8F39-B1B6-D3B72AA59014}"/>
              </a:ext>
            </a:extLst>
          </p:cNvPr>
          <p:cNvCxnSpPr>
            <a:cxnSpLocks/>
          </p:cNvCxnSpPr>
          <p:nvPr/>
        </p:nvCxnSpPr>
        <p:spPr>
          <a:xfrm flipV="1">
            <a:off x="10636706" y="1645808"/>
            <a:ext cx="0" cy="259333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4" name="Straight Arrow Connector 1083">
            <a:extLst>
              <a:ext uri="{FF2B5EF4-FFF2-40B4-BE49-F238E27FC236}">
                <a16:creationId xmlns:a16="http://schemas.microsoft.com/office/drawing/2014/main" id="{6754E692-0D7A-0E5A-A125-C293233A624B}"/>
              </a:ext>
            </a:extLst>
          </p:cNvPr>
          <p:cNvCxnSpPr>
            <a:cxnSpLocks/>
          </p:cNvCxnSpPr>
          <p:nvPr/>
        </p:nvCxnSpPr>
        <p:spPr>
          <a:xfrm flipV="1">
            <a:off x="11411102" y="1653484"/>
            <a:ext cx="0" cy="259333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5" name="Straight Arrow Connector 1084">
            <a:extLst>
              <a:ext uri="{FF2B5EF4-FFF2-40B4-BE49-F238E27FC236}">
                <a16:creationId xmlns:a16="http://schemas.microsoft.com/office/drawing/2014/main" id="{DC3A92AF-7124-F275-CC74-2AF89F2C8C21}"/>
              </a:ext>
            </a:extLst>
          </p:cNvPr>
          <p:cNvCxnSpPr>
            <a:cxnSpLocks/>
          </p:cNvCxnSpPr>
          <p:nvPr/>
        </p:nvCxnSpPr>
        <p:spPr>
          <a:xfrm flipV="1">
            <a:off x="10238164" y="1630751"/>
            <a:ext cx="0" cy="259333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7" name="Straight Arrow Connector 1086">
            <a:extLst>
              <a:ext uri="{FF2B5EF4-FFF2-40B4-BE49-F238E27FC236}">
                <a16:creationId xmlns:a16="http://schemas.microsoft.com/office/drawing/2014/main" id="{9AA4A4D7-992E-F2A0-1725-EB04E536AB2F}"/>
              </a:ext>
            </a:extLst>
          </p:cNvPr>
          <p:cNvCxnSpPr>
            <a:cxnSpLocks/>
          </p:cNvCxnSpPr>
          <p:nvPr/>
        </p:nvCxnSpPr>
        <p:spPr>
          <a:xfrm flipV="1">
            <a:off x="8585088" y="1630751"/>
            <a:ext cx="0" cy="259333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8" name="Straight Arrow Connector 1087">
            <a:extLst>
              <a:ext uri="{FF2B5EF4-FFF2-40B4-BE49-F238E27FC236}">
                <a16:creationId xmlns:a16="http://schemas.microsoft.com/office/drawing/2014/main" id="{CCF8D3E6-AA86-0C55-51D0-CA860F1C4681}"/>
              </a:ext>
            </a:extLst>
          </p:cNvPr>
          <p:cNvCxnSpPr>
            <a:cxnSpLocks/>
          </p:cNvCxnSpPr>
          <p:nvPr/>
        </p:nvCxnSpPr>
        <p:spPr>
          <a:xfrm flipV="1">
            <a:off x="10818936" y="1644248"/>
            <a:ext cx="0" cy="259333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36A06CD-9FAA-AE26-79DB-8E0BC612269A}"/>
              </a:ext>
            </a:extLst>
          </p:cNvPr>
          <p:cNvGrpSpPr/>
          <p:nvPr/>
        </p:nvGrpSpPr>
        <p:grpSpPr>
          <a:xfrm>
            <a:off x="207283" y="812519"/>
            <a:ext cx="7131985" cy="923330"/>
            <a:chOff x="207283" y="812519"/>
            <a:chExt cx="7131985" cy="923330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78828FD-44FF-E766-0E8A-7CFA16DF00F6}"/>
                </a:ext>
              </a:extLst>
            </p:cNvPr>
            <p:cNvSpPr txBox="1"/>
            <p:nvPr/>
          </p:nvSpPr>
          <p:spPr>
            <a:xfrm>
              <a:off x="207283" y="812519"/>
              <a:ext cx="713198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E-Step : Given estimated </a:t>
              </a:r>
              <a:r>
                <a:rPr lang="en-US" dirty="0">
                  <a:solidFill>
                    <a:schemeClr val="accent2">
                      <a:lumMod val="75000"/>
                    </a:schemeClr>
                  </a:solidFill>
                  <a:latin typeface="Arial Rounded MT Bold" panose="020F0704030504030204" pitchFamily="34" charset="77"/>
                  <a:sym typeface="Wingdings" pitchFamily="2" charset="2"/>
                </a:rPr>
                <a:t>hive locations</a:t>
              </a:r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, Calculate </a:t>
              </a:r>
              <a:r>
                <a:rPr lang="en-US" dirty="0">
                  <a:solidFill>
                    <a:schemeClr val="accent1"/>
                  </a:solidFill>
                  <a:latin typeface="Arial Rounded MT Bold" panose="020F0704030504030204" pitchFamily="34" charset="77"/>
                  <a:sym typeface="Wingdings" pitchFamily="2" charset="2"/>
                </a:rPr>
                <a:t>bee color </a:t>
              </a:r>
              <a:b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</a:br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	 </a:t>
              </a:r>
              <a:b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</a:br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	Given     , estimate  </a:t>
              </a:r>
              <a:endParaRPr lang="en-US" dirty="0">
                <a:latin typeface="Arial Rounded MT Bold" panose="020F0704030504030204" pitchFamily="34" charset="77"/>
              </a:endParaRPr>
            </a:p>
          </p:txBody>
        </p:sp>
        <p:pic>
          <p:nvPicPr>
            <p:cNvPr id="57" name="Picture 2">
              <a:extLst>
                <a:ext uri="{FF2B5EF4-FFF2-40B4-BE49-F238E27FC236}">
                  <a16:creationId xmlns:a16="http://schemas.microsoft.com/office/drawing/2014/main" id="{2F47D69D-8143-B6F9-FBE6-9E6721ACAC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82481" y="1385213"/>
              <a:ext cx="153912" cy="246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90" name="Picture 1089">
              <a:extLst>
                <a:ext uri="{FF2B5EF4-FFF2-40B4-BE49-F238E27FC236}">
                  <a16:creationId xmlns:a16="http://schemas.microsoft.com/office/drawing/2014/main" id="{2DAEF6A0-2B4E-DACC-2537-C0A9D8D368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3496473" y="1385213"/>
              <a:ext cx="2296501" cy="313502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FCAFB80-1C3A-C3B1-B363-C9941D4DD2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7774" y="1786845"/>
            <a:ext cx="3492375" cy="73803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AFEE77B-D27E-5074-FBEF-1E1180DD09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08154" y="803657"/>
            <a:ext cx="372515" cy="31838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4EE945A-790E-C475-3AE4-9689605549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8425" y="988919"/>
            <a:ext cx="372515" cy="372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7279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E2D14-D7F3-09DB-8863-639517185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37D2D90-40D5-3635-B8B0-B0297B66339F}"/>
              </a:ext>
            </a:extLst>
          </p:cNvPr>
          <p:cNvSpPr txBox="1"/>
          <p:nvPr/>
        </p:nvSpPr>
        <p:spPr>
          <a:xfrm>
            <a:off x="276411" y="260293"/>
            <a:ext cx="4293035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Expectation Maximization (EM) Steps</a:t>
            </a:r>
          </a:p>
        </p:txBody>
      </p:sp>
      <p:pic>
        <p:nvPicPr>
          <p:cNvPr id="93" name="Picture 3">
            <a:extLst>
              <a:ext uri="{FF2B5EF4-FFF2-40B4-BE49-F238E27FC236}">
                <a16:creationId xmlns:a16="http://schemas.microsoft.com/office/drawing/2014/main" id="{0F36AD55-D0B1-C1EC-719E-4110EF87E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5120" y="2001305"/>
            <a:ext cx="2133837" cy="281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A5A802A8-7B2B-5941-1D5A-C96C702591BC}"/>
              </a:ext>
            </a:extLst>
          </p:cNvPr>
          <p:cNvCxnSpPr>
            <a:cxnSpLocks/>
          </p:cNvCxnSpPr>
          <p:nvPr/>
        </p:nvCxnSpPr>
        <p:spPr>
          <a:xfrm>
            <a:off x="7969876" y="1890951"/>
            <a:ext cx="388961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22B6A21F-0D1E-BFA4-987F-F36097FBFB64}"/>
              </a:ext>
            </a:extLst>
          </p:cNvPr>
          <p:cNvSpPr/>
          <p:nvPr/>
        </p:nvSpPr>
        <p:spPr>
          <a:xfrm>
            <a:off x="7527162" y="1433289"/>
            <a:ext cx="4025963" cy="471852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3988CF">
              <a:alpha val="30196"/>
            </a:srgb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1D989080-06CF-58FD-6226-B6597B3702B1}"/>
              </a:ext>
            </a:extLst>
          </p:cNvPr>
          <p:cNvSpPr/>
          <p:nvPr/>
        </p:nvSpPr>
        <p:spPr>
          <a:xfrm>
            <a:off x="9386942" y="1228306"/>
            <a:ext cx="2493782" cy="661778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FF0909">
              <a:alpha val="29804"/>
            </a:srgb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5801ED-40A6-A7FB-90A8-6BBEEB8824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7774" y="1786845"/>
            <a:ext cx="3492375" cy="738034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BB208840-1F51-AECC-2F2C-3479CB357792}"/>
              </a:ext>
            </a:extLst>
          </p:cNvPr>
          <p:cNvCxnSpPr>
            <a:cxnSpLocks/>
          </p:cNvCxnSpPr>
          <p:nvPr/>
        </p:nvCxnSpPr>
        <p:spPr>
          <a:xfrm flipV="1">
            <a:off x="8243621" y="1376272"/>
            <a:ext cx="0" cy="50895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8074120-87A3-16B0-7EC2-9D8B9FEBC527}"/>
              </a:ext>
            </a:extLst>
          </p:cNvPr>
          <p:cNvCxnSpPr>
            <a:cxnSpLocks/>
          </p:cNvCxnSpPr>
          <p:nvPr/>
        </p:nvCxnSpPr>
        <p:spPr>
          <a:xfrm flipV="1">
            <a:off x="8827730" y="1376272"/>
            <a:ext cx="0" cy="50895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2B6C0C9-21E1-C1F2-7029-221CBE674D2B}"/>
              </a:ext>
            </a:extLst>
          </p:cNvPr>
          <p:cNvCxnSpPr>
            <a:cxnSpLocks/>
          </p:cNvCxnSpPr>
          <p:nvPr/>
        </p:nvCxnSpPr>
        <p:spPr>
          <a:xfrm flipV="1">
            <a:off x="9371014" y="1376272"/>
            <a:ext cx="0" cy="50895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9BC4011-0283-70DA-4860-C43FE1CFB266}"/>
              </a:ext>
            </a:extLst>
          </p:cNvPr>
          <p:cNvCxnSpPr>
            <a:cxnSpLocks/>
          </p:cNvCxnSpPr>
          <p:nvPr/>
        </p:nvCxnSpPr>
        <p:spPr>
          <a:xfrm flipV="1">
            <a:off x="10628742" y="1405822"/>
            <a:ext cx="0" cy="50895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D5750A5-591C-C0A3-00DE-99B2C59D53D6}"/>
              </a:ext>
            </a:extLst>
          </p:cNvPr>
          <p:cNvCxnSpPr>
            <a:cxnSpLocks/>
          </p:cNvCxnSpPr>
          <p:nvPr/>
        </p:nvCxnSpPr>
        <p:spPr>
          <a:xfrm flipV="1">
            <a:off x="11403138" y="1420887"/>
            <a:ext cx="0" cy="50895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60BAA33-411C-4EEF-6421-C1F85A564845}"/>
              </a:ext>
            </a:extLst>
          </p:cNvPr>
          <p:cNvCxnSpPr>
            <a:cxnSpLocks/>
          </p:cNvCxnSpPr>
          <p:nvPr/>
        </p:nvCxnSpPr>
        <p:spPr>
          <a:xfrm flipV="1">
            <a:off x="10230200" y="1376272"/>
            <a:ext cx="0" cy="50895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39FE86B-6820-6CC2-CF91-69C828255825}"/>
              </a:ext>
            </a:extLst>
          </p:cNvPr>
          <p:cNvCxnSpPr>
            <a:cxnSpLocks/>
          </p:cNvCxnSpPr>
          <p:nvPr/>
        </p:nvCxnSpPr>
        <p:spPr>
          <a:xfrm flipV="1">
            <a:off x="8577124" y="1376272"/>
            <a:ext cx="0" cy="50895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57E8382-0100-F0B5-924A-8465BBADA0E3}"/>
              </a:ext>
            </a:extLst>
          </p:cNvPr>
          <p:cNvCxnSpPr>
            <a:cxnSpLocks/>
          </p:cNvCxnSpPr>
          <p:nvPr/>
        </p:nvCxnSpPr>
        <p:spPr>
          <a:xfrm flipV="1">
            <a:off x="10810972" y="1402761"/>
            <a:ext cx="0" cy="50895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E7E7175-6EDC-BE4B-6DD0-A56A9C7A009C}"/>
              </a:ext>
            </a:extLst>
          </p:cNvPr>
          <p:cNvCxnSpPr>
            <a:cxnSpLocks/>
          </p:cNvCxnSpPr>
          <p:nvPr/>
        </p:nvCxnSpPr>
        <p:spPr>
          <a:xfrm flipV="1">
            <a:off x="10232119" y="1371812"/>
            <a:ext cx="0" cy="19807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0A07F7E-6A74-C058-69FC-5359C065D90B}"/>
              </a:ext>
            </a:extLst>
          </p:cNvPr>
          <p:cNvCxnSpPr>
            <a:cxnSpLocks/>
          </p:cNvCxnSpPr>
          <p:nvPr/>
        </p:nvCxnSpPr>
        <p:spPr>
          <a:xfrm flipV="1">
            <a:off x="10628742" y="1402761"/>
            <a:ext cx="0" cy="3757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0C8446E-6A12-64BD-1EC7-3CB210C428CA}"/>
              </a:ext>
            </a:extLst>
          </p:cNvPr>
          <p:cNvCxnSpPr>
            <a:cxnSpLocks/>
          </p:cNvCxnSpPr>
          <p:nvPr/>
        </p:nvCxnSpPr>
        <p:spPr>
          <a:xfrm flipV="1">
            <a:off x="10810972" y="1402761"/>
            <a:ext cx="0" cy="44381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CC6CDA1-F670-C054-629F-4B019E9409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2502" y="2013358"/>
            <a:ext cx="335395" cy="26831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B08A0F1-E781-D793-9DED-A1DE902F12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8154" y="803657"/>
            <a:ext cx="372515" cy="31838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C15A4A0-D14F-B606-2F04-50584779DA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8425" y="988919"/>
            <a:ext cx="372515" cy="372515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0397C22B-4D0F-080E-702E-90DD02EB5DCE}"/>
              </a:ext>
            </a:extLst>
          </p:cNvPr>
          <p:cNvGrpSpPr/>
          <p:nvPr/>
        </p:nvGrpSpPr>
        <p:grpSpPr>
          <a:xfrm>
            <a:off x="207283" y="812519"/>
            <a:ext cx="7131985" cy="923330"/>
            <a:chOff x="207283" y="812519"/>
            <a:chExt cx="7131985" cy="923330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44A2A6A-318D-DDEC-1D5F-B07A111ADAAE}"/>
                </a:ext>
              </a:extLst>
            </p:cNvPr>
            <p:cNvSpPr txBox="1"/>
            <p:nvPr/>
          </p:nvSpPr>
          <p:spPr>
            <a:xfrm>
              <a:off x="207283" y="812519"/>
              <a:ext cx="713198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E-Step : Given estimated </a:t>
              </a:r>
              <a:r>
                <a:rPr lang="en-US" dirty="0">
                  <a:solidFill>
                    <a:schemeClr val="accent2">
                      <a:lumMod val="75000"/>
                    </a:schemeClr>
                  </a:solidFill>
                  <a:latin typeface="Arial Rounded MT Bold" panose="020F0704030504030204" pitchFamily="34" charset="77"/>
                  <a:sym typeface="Wingdings" pitchFamily="2" charset="2"/>
                </a:rPr>
                <a:t>hive locations</a:t>
              </a:r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, Calculate </a:t>
              </a:r>
              <a:r>
                <a:rPr lang="en-US" dirty="0">
                  <a:solidFill>
                    <a:schemeClr val="accent1"/>
                  </a:solidFill>
                  <a:latin typeface="Arial Rounded MT Bold" panose="020F0704030504030204" pitchFamily="34" charset="77"/>
                  <a:sym typeface="Wingdings" pitchFamily="2" charset="2"/>
                </a:rPr>
                <a:t>bee color </a:t>
              </a:r>
              <a:b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</a:br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	 </a:t>
              </a:r>
              <a:b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</a:br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	Given     , estimate  </a:t>
              </a:r>
              <a:endParaRPr lang="en-US" dirty="0">
                <a:latin typeface="Arial Rounded MT Bold" panose="020F0704030504030204" pitchFamily="34" charset="77"/>
              </a:endParaRPr>
            </a:p>
          </p:txBody>
        </p:sp>
        <p:pic>
          <p:nvPicPr>
            <p:cNvPr id="24" name="Picture 2">
              <a:extLst>
                <a:ext uri="{FF2B5EF4-FFF2-40B4-BE49-F238E27FC236}">
                  <a16:creationId xmlns:a16="http://schemas.microsoft.com/office/drawing/2014/main" id="{0163D192-F2B5-BEDD-6FC9-A7FAA64759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82481" y="1385213"/>
              <a:ext cx="153912" cy="246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E7C5776A-FC60-EC3F-97AC-F651919DA2F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3496473" y="1385213"/>
              <a:ext cx="2296501" cy="31350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05996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8E3B6-8ADC-7FAD-3E18-CCA89B1CD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6D55672-8C3C-4AB9-91EC-3CE618AD919F}"/>
              </a:ext>
            </a:extLst>
          </p:cNvPr>
          <p:cNvSpPr txBox="1"/>
          <p:nvPr/>
        </p:nvSpPr>
        <p:spPr>
          <a:xfrm>
            <a:off x="276411" y="260293"/>
            <a:ext cx="4293035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Expectation Maximization (EM) Steps</a:t>
            </a:r>
          </a:p>
        </p:txBody>
      </p:sp>
      <p:pic>
        <p:nvPicPr>
          <p:cNvPr id="93" name="Picture 3">
            <a:extLst>
              <a:ext uri="{FF2B5EF4-FFF2-40B4-BE49-F238E27FC236}">
                <a16:creationId xmlns:a16="http://schemas.microsoft.com/office/drawing/2014/main" id="{79AD72B1-5805-BF9A-D58C-80623FC4A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5120" y="2001305"/>
            <a:ext cx="2133837" cy="281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2B1C5EE1-9B12-752D-492E-69A42A940F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6332" y="4720371"/>
            <a:ext cx="5804904" cy="355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5526387B-8805-0669-E4C9-8E4AB49EC9AC}"/>
              </a:ext>
            </a:extLst>
          </p:cNvPr>
          <p:cNvGrpSpPr/>
          <p:nvPr/>
        </p:nvGrpSpPr>
        <p:grpSpPr>
          <a:xfrm>
            <a:off x="207283" y="3429000"/>
            <a:ext cx="7131985" cy="923330"/>
            <a:chOff x="207283" y="3429000"/>
            <a:chExt cx="7131985" cy="923330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F8F4D5B8-BB56-417F-183E-20BC1157D94D}"/>
                </a:ext>
              </a:extLst>
            </p:cNvPr>
            <p:cNvSpPr txBox="1"/>
            <p:nvPr/>
          </p:nvSpPr>
          <p:spPr>
            <a:xfrm>
              <a:off x="207283" y="3429000"/>
              <a:ext cx="713198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M-Step : Given estimated </a:t>
              </a:r>
              <a:r>
                <a:rPr lang="en-US" dirty="0">
                  <a:solidFill>
                    <a:schemeClr val="accent1"/>
                  </a:solidFill>
                  <a:latin typeface="Arial Rounded MT Bold" panose="020F0704030504030204" pitchFamily="34" charset="77"/>
                  <a:sym typeface="Wingdings" pitchFamily="2" charset="2"/>
                </a:rPr>
                <a:t>bee color</a:t>
              </a:r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, Calculate </a:t>
              </a:r>
              <a:r>
                <a:rPr lang="en-US" dirty="0">
                  <a:solidFill>
                    <a:schemeClr val="accent2">
                      <a:lumMod val="75000"/>
                    </a:schemeClr>
                  </a:solidFill>
                  <a:latin typeface="Arial Rounded MT Bold" panose="020F0704030504030204" pitchFamily="34" charset="77"/>
                  <a:sym typeface="Wingdings" pitchFamily="2" charset="2"/>
                </a:rPr>
                <a:t>hive locations</a:t>
              </a:r>
              <a:b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</a:br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	 </a:t>
              </a:r>
              <a:b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</a:br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	Given              , estimate  </a:t>
              </a:r>
              <a:endParaRPr lang="en-US" dirty="0">
                <a:latin typeface="Arial Rounded MT Bold" panose="020F0704030504030204" pitchFamily="34" charset="77"/>
              </a:endParaRPr>
            </a:p>
          </p:txBody>
        </p:sp>
        <p:pic>
          <p:nvPicPr>
            <p:cNvPr id="91" name="Picture 2">
              <a:extLst>
                <a:ext uri="{FF2B5EF4-FFF2-40B4-BE49-F238E27FC236}">
                  <a16:creationId xmlns:a16="http://schemas.microsoft.com/office/drawing/2014/main" id="{581F69F2-6B02-64AA-3C34-A5105D14F0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3961" y="3980483"/>
              <a:ext cx="153912" cy="246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92" name="Picture 1091">
              <a:extLst>
                <a:ext uri="{FF2B5EF4-FFF2-40B4-BE49-F238E27FC236}">
                  <a16:creationId xmlns:a16="http://schemas.microsoft.com/office/drawing/2014/main" id="{7EEEADF1-5876-9BAD-4C60-FB6BD711D2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2037897" y="3999648"/>
              <a:ext cx="548285" cy="288024"/>
            </a:xfrm>
            <a:prstGeom prst="rect">
              <a:avLst/>
            </a:prstGeom>
          </p:spPr>
        </p:pic>
      </p:grpSp>
      <p:cxnSp>
        <p:nvCxnSpPr>
          <p:cNvPr id="1095" name="Straight Arrow Connector 1094">
            <a:extLst>
              <a:ext uri="{FF2B5EF4-FFF2-40B4-BE49-F238E27FC236}">
                <a16:creationId xmlns:a16="http://schemas.microsoft.com/office/drawing/2014/main" id="{846F7164-9F7C-D35D-BB03-0DC9ABB204A1}"/>
              </a:ext>
            </a:extLst>
          </p:cNvPr>
          <p:cNvCxnSpPr>
            <a:cxnSpLocks/>
          </p:cNvCxnSpPr>
          <p:nvPr/>
        </p:nvCxnSpPr>
        <p:spPr>
          <a:xfrm>
            <a:off x="7961912" y="4481751"/>
            <a:ext cx="388961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8" name="Straight Arrow Connector 1097">
            <a:extLst>
              <a:ext uri="{FF2B5EF4-FFF2-40B4-BE49-F238E27FC236}">
                <a16:creationId xmlns:a16="http://schemas.microsoft.com/office/drawing/2014/main" id="{A9BCC84F-7E33-7CD9-8362-396DB2B6A37B}"/>
              </a:ext>
            </a:extLst>
          </p:cNvPr>
          <p:cNvCxnSpPr>
            <a:cxnSpLocks/>
          </p:cNvCxnSpPr>
          <p:nvPr/>
        </p:nvCxnSpPr>
        <p:spPr>
          <a:xfrm flipV="1">
            <a:off x="8243621" y="3950044"/>
            <a:ext cx="0" cy="50895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9" name="Straight Arrow Connector 1098">
            <a:extLst>
              <a:ext uri="{FF2B5EF4-FFF2-40B4-BE49-F238E27FC236}">
                <a16:creationId xmlns:a16="http://schemas.microsoft.com/office/drawing/2014/main" id="{C96D841A-6D05-1658-807B-4DB876F38785}"/>
              </a:ext>
            </a:extLst>
          </p:cNvPr>
          <p:cNvCxnSpPr>
            <a:cxnSpLocks/>
          </p:cNvCxnSpPr>
          <p:nvPr/>
        </p:nvCxnSpPr>
        <p:spPr>
          <a:xfrm flipV="1">
            <a:off x="8827730" y="3950044"/>
            <a:ext cx="0" cy="50895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0" name="Straight Arrow Connector 1099">
            <a:extLst>
              <a:ext uri="{FF2B5EF4-FFF2-40B4-BE49-F238E27FC236}">
                <a16:creationId xmlns:a16="http://schemas.microsoft.com/office/drawing/2014/main" id="{909459F5-87AE-C1A4-1FB1-BB048EA1A142}"/>
              </a:ext>
            </a:extLst>
          </p:cNvPr>
          <p:cNvCxnSpPr>
            <a:cxnSpLocks/>
          </p:cNvCxnSpPr>
          <p:nvPr/>
        </p:nvCxnSpPr>
        <p:spPr>
          <a:xfrm flipV="1">
            <a:off x="9371014" y="3950044"/>
            <a:ext cx="0" cy="50895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1" name="Straight Arrow Connector 1100">
            <a:extLst>
              <a:ext uri="{FF2B5EF4-FFF2-40B4-BE49-F238E27FC236}">
                <a16:creationId xmlns:a16="http://schemas.microsoft.com/office/drawing/2014/main" id="{C2D4EC3B-2CA8-1A57-6958-61F1DDFAD03E}"/>
              </a:ext>
            </a:extLst>
          </p:cNvPr>
          <p:cNvCxnSpPr>
            <a:cxnSpLocks/>
          </p:cNvCxnSpPr>
          <p:nvPr/>
        </p:nvCxnSpPr>
        <p:spPr>
          <a:xfrm flipV="1">
            <a:off x="10628742" y="3979594"/>
            <a:ext cx="0" cy="50895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2" name="Straight Arrow Connector 1101">
            <a:extLst>
              <a:ext uri="{FF2B5EF4-FFF2-40B4-BE49-F238E27FC236}">
                <a16:creationId xmlns:a16="http://schemas.microsoft.com/office/drawing/2014/main" id="{B63749B7-CC63-7C0D-3356-CF39005EF4C0}"/>
              </a:ext>
            </a:extLst>
          </p:cNvPr>
          <p:cNvCxnSpPr>
            <a:cxnSpLocks/>
          </p:cNvCxnSpPr>
          <p:nvPr/>
        </p:nvCxnSpPr>
        <p:spPr>
          <a:xfrm flipV="1">
            <a:off x="11403138" y="3994659"/>
            <a:ext cx="0" cy="50895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3" name="Straight Arrow Connector 1102">
            <a:extLst>
              <a:ext uri="{FF2B5EF4-FFF2-40B4-BE49-F238E27FC236}">
                <a16:creationId xmlns:a16="http://schemas.microsoft.com/office/drawing/2014/main" id="{95BA5B52-58A8-3564-D7B5-977A1EF59559}"/>
              </a:ext>
            </a:extLst>
          </p:cNvPr>
          <p:cNvCxnSpPr>
            <a:cxnSpLocks/>
          </p:cNvCxnSpPr>
          <p:nvPr/>
        </p:nvCxnSpPr>
        <p:spPr>
          <a:xfrm flipV="1">
            <a:off x="10230200" y="3950044"/>
            <a:ext cx="0" cy="50895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4" name="Straight Arrow Connector 1103">
            <a:extLst>
              <a:ext uri="{FF2B5EF4-FFF2-40B4-BE49-F238E27FC236}">
                <a16:creationId xmlns:a16="http://schemas.microsoft.com/office/drawing/2014/main" id="{8FDF90EB-E82D-1D55-8192-08EDE0594A02}"/>
              </a:ext>
            </a:extLst>
          </p:cNvPr>
          <p:cNvCxnSpPr>
            <a:cxnSpLocks/>
          </p:cNvCxnSpPr>
          <p:nvPr/>
        </p:nvCxnSpPr>
        <p:spPr>
          <a:xfrm flipV="1">
            <a:off x="8577124" y="3950044"/>
            <a:ext cx="0" cy="50895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5" name="Straight Arrow Connector 1104">
            <a:extLst>
              <a:ext uri="{FF2B5EF4-FFF2-40B4-BE49-F238E27FC236}">
                <a16:creationId xmlns:a16="http://schemas.microsoft.com/office/drawing/2014/main" id="{080A3A5D-0592-9488-584E-C69D79DEEB88}"/>
              </a:ext>
            </a:extLst>
          </p:cNvPr>
          <p:cNvCxnSpPr>
            <a:cxnSpLocks/>
          </p:cNvCxnSpPr>
          <p:nvPr/>
        </p:nvCxnSpPr>
        <p:spPr>
          <a:xfrm flipV="1">
            <a:off x="10810972" y="3976533"/>
            <a:ext cx="0" cy="50895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6" name="Straight Arrow Connector 1115">
            <a:extLst>
              <a:ext uri="{FF2B5EF4-FFF2-40B4-BE49-F238E27FC236}">
                <a16:creationId xmlns:a16="http://schemas.microsoft.com/office/drawing/2014/main" id="{80C1DE7F-E1B0-B8F0-34E9-A8DF4A246B1F}"/>
              </a:ext>
            </a:extLst>
          </p:cNvPr>
          <p:cNvCxnSpPr>
            <a:cxnSpLocks/>
          </p:cNvCxnSpPr>
          <p:nvPr/>
        </p:nvCxnSpPr>
        <p:spPr>
          <a:xfrm flipV="1">
            <a:off x="10232119" y="3945584"/>
            <a:ext cx="0" cy="19807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9" name="Straight Arrow Connector 1118">
            <a:extLst>
              <a:ext uri="{FF2B5EF4-FFF2-40B4-BE49-F238E27FC236}">
                <a16:creationId xmlns:a16="http://schemas.microsoft.com/office/drawing/2014/main" id="{127F13FE-60C5-B684-DA59-E94139F4B809}"/>
              </a:ext>
            </a:extLst>
          </p:cNvPr>
          <p:cNvCxnSpPr>
            <a:cxnSpLocks/>
          </p:cNvCxnSpPr>
          <p:nvPr/>
        </p:nvCxnSpPr>
        <p:spPr>
          <a:xfrm flipV="1">
            <a:off x="10628742" y="3976533"/>
            <a:ext cx="0" cy="3757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1" name="Straight Arrow Connector 1120">
            <a:extLst>
              <a:ext uri="{FF2B5EF4-FFF2-40B4-BE49-F238E27FC236}">
                <a16:creationId xmlns:a16="http://schemas.microsoft.com/office/drawing/2014/main" id="{652C9153-D27A-AFE6-283D-92DE9CBCE13B}"/>
              </a:ext>
            </a:extLst>
          </p:cNvPr>
          <p:cNvCxnSpPr>
            <a:cxnSpLocks/>
          </p:cNvCxnSpPr>
          <p:nvPr/>
        </p:nvCxnSpPr>
        <p:spPr>
          <a:xfrm flipV="1">
            <a:off x="10810972" y="3976533"/>
            <a:ext cx="0" cy="44381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082C194B-8980-E24B-F75F-C745AFC458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7774" y="1786845"/>
            <a:ext cx="3492375" cy="738034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2CAD1B4-740C-BD23-6C7A-902D8C8CB734}"/>
              </a:ext>
            </a:extLst>
          </p:cNvPr>
          <p:cNvSpPr/>
          <p:nvPr/>
        </p:nvSpPr>
        <p:spPr>
          <a:xfrm>
            <a:off x="7505929" y="4016477"/>
            <a:ext cx="4025963" cy="471852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3988CF">
              <a:alpha val="30196"/>
            </a:srgb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25FB300-869C-271B-0D7F-271FDD267343}"/>
              </a:ext>
            </a:extLst>
          </p:cNvPr>
          <p:cNvSpPr/>
          <p:nvPr/>
        </p:nvSpPr>
        <p:spPr>
          <a:xfrm>
            <a:off x="9365709" y="3811494"/>
            <a:ext cx="2493782" cy="661778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FF0909">
              <a:alpha val="29804"/>
            </a:srgb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67FBD08-473D-2DF0-BEB9-8E783F8DDE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62502" y="4597026"/>
            <a:ext cx="335395" cy="26831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C50E6C7-E09D-F833-22DB-DA1EA38E33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08154" y="3297814"/>
            <a:ext cx="372515" cy="31838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E7D3DF5-6BD9-0DF7-090D-FAD16D16A0C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28425" y="3483076"/>
            <a:ext cx="372515" cy="372515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856BD524-A41B-FC76-D1AE-80555D940DD3}"/>
              </a:ext>
            </a:extLst>
          </p:cNvPr>
          <p:cNvGrpSpPr/>
          <p:nvPr/>
        </p:nvGrpSpPr>
        <p:grpSpPr>
          <a:xfrm>
            <a:off x="207283" y="812519"/>
            <a:ext cx="7131985" cy="923330"/>
            <a:chOff x="207283" y="812519"/>
            <a:chExt cx="7131985" cy="92333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D576161-B744-74EB-E8FF-B16F40424177}"/>
                </a:ext>
              </a:extLst>
            </p:cNvPr>
            <p:cNvSpPr txBox="1"/>
            <p:nvPr/>
          </p:nvSpPr>
          <p:spPr>
            <a:xfrm>
              <a:off x="207283" y="812519"/>
              <a:ext cx="713198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E-Step : Given estimated </a:t>
              </a:r>
              <a:r>
                <a:rPr lang="en-US" dirty="0">
                  <a:solidFill>
                    <a:schemeClr val="accent2">
                      <a:lumMod val="75000"/>
                    </a:schemeClr>
                  </a:solidFill>
                  <a:latin typeface="Arial Rounded MT Bold" panose="020F0704030504030204" pitchFamily="34" charset="77"/>
                  <a:sym typeface="Wingdings" pitchFamily="2" charset="2"/>
                </a:rPr>
                <a:t>hive locations</a:t>
              </a:r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, Calculate </a:t>
              </a:r>
              <a:r>
                <a:rPr lang="en-US" dirty="0">
                  <a:solidFill>
                    <a:schemeClr val="accent1"/>
                  </a:solidFill>
                  <a:latin typeface="Arial Rounded MT Bold" panose="020F0704030504030204" pitchFamily="34" charset="77"/>
                  <a:sym typeface="Wingdings" pitchFamily="2" charset="2"/>
                </a:rPr>
                <a:t>bee color </a:t>
              </a:r>
              <a:b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</a:br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	 </a:t>
              </a:r>
              <a:b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</a:br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	Given     , estimate  </a:t>
              </a:r>
              <a:endParaRPr lang="en-US" dirty="0">
                <a:latin typeface="Arial Rounded MT Bold" panose="020F0704030504030204" pitchFamily="34" charset="77"/>
              </a:endParaRPr>
            </a:p>
          </p:txBody>
        </p:sp>
        <p:pic>
          <p:nvPicPr>
            <p:cNvPr id="25" name="Picture 2">
              <a:extLst>
                <a:ext uri="{FF2B5EF4-FFF2-40B4-BE49-F238E27FC236}">
                  <a16:creationId xmlns:a16="http://schemas.microsoft.com/office/drawing/2014/main" id="{CA0E349B-C9A1-78B8-5943-E656504A61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82481" y="1385213"/>
              <a:ext cx="153912" cy="246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5DFDE9A5-5435-1D53-CB2C-27D7C20864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3496473" y="1385213"/>
              <a:ext cx="2296501" cy="31350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933887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8AD43-2F4A-B5B7-A168-BA57BC669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55CF14-7DBA-0BE7-4069-20E19360E4E9}"/>
              </a:ext>
            </a:extLst>
          </p:cNvPr>
          <p:cNvSpPr txBox="1"/>
          <p:nvPr/>
        </p:nvSpPr>
        <p:spPr>
          <a:xfrm>
            <a:off x="276411" y="260293"/>
            <a:ext cx="4293035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Expectation Maximization (EM) Steps</a:t>
            </a:r>
          </a:p>
        </p:txBody>
      </p:sp>
      <p:pic>
        <p:nvPicPr>
          <p:cNvPr id="93" name="Picture 3">
            <a:extLst>
              <a:ext uri="{FF2B5EF4-FFF2-40B4-BE49-F238E27FC236}">
                <a16:creationId xmlns:a16="http://schemas.microsoft.com/office/drawing/2014/main" id="{78945D67-F21A-1A20-F07E-3478B90F4B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5120" y="2001305"/>
            <a:ext cx="2133837" cy="281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CBF267FA-67BC-2A80-F9C2-DF6DC111B1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6332" y="4720371"/>
            <a:ext cx="5804904" cy="355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095" name="Straight Arrow Connector 1094">
            <a:extLst>
              <a:ext uri="{FF2B5EF4-FFF2-40B4-BE49-F238E27FC236}">
                <a16:creationId xmlns:a16="http://schemas.microsoft.com/office/drawing/2014/main" id="{0F3A6503-9E5B-1579-DF54-09726ED1C640}"/>
              </a:ext>
            </a:extLst>
          </p:cNvPr>
          <p:cNvCxnSpPr>
            <a:cxnSpLocks/>
          </p:cNvCxnSpPr>
          <p:nvPr/>
        </p:nvCxnSpPr>
        <p:spPr>
          <a:xfrm>
            <a:off x="7961912" y="4481751"/>
            <a:ext cx="388961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8" name="Straight Arrow Connector 1097">
            <a:extLst>
              <a:ext uri="{FF2B5EF4-FFF2-40B4-BE49-F238E27FC236}">
                <a16:creationId xmlns:a16="http://schemas.microsoft.com/office/drawing/2014/main" id="{172DF773-43FE-AC48-3FFD-51B48DE21B26}"/>
              </a:ext>
            </a:extLst>
          </p:cNvPr>
          <p:cNvCxnSpPr>
            <a:cxnSpLocks/>
          </p:cNvCxnSpPr>
          <p:nvPr/>
        </p:nvCxnSpPr>
        <p:spPr>
          <a:xfrm flipV="1">
            <a:off x="8243621" y="3950044"/>
            <a:ext cx="0" cy="50895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9" name="Straight Arrow Connector 1098">
            <a:extLst>
              <a:ext uri="{FF2B5EF4-FFF2-40B4-BE49-F238E27FC236}">
                <a16:creationId xmlns:a16="http://schemas.microsoft.com/office/drawing/2014/main" id="{23C94DE9-7E97-C7DF-7399-E59924374210}"/>
              </a:ext>
            </a:extLst>
          </p:cNvPr>
          <p:cNvCxnSpPr>
            <a:cxnSpLocks/>
          </p:cNvCxnSpPr>
          <p:nvPr/>
        </p:nvCxnSpPr>
        <p:spPr>
          <a:xfrm flipV="1">
            <a:off x="8827730" y="3950044"/>
            <a:ext cx="0" cy="50895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0" name="Straight Arrow Connector 1099">
            <a:extLst>
              <a:ext uri="{FF2B5EF4-FFF2-40B4-BE49-F238E27FC236}">
                <a16:creationId xmlns:a16="http://schemas.microsoft.com/office/drawing/2014/main" id="{5F198F5B-5815-F964-A45C-79C794495055}"/>
              </a:ext>
            </a:extLst>
          </p:cNvPr>
          <p:cNvCxnSpPr>
            <a:cxnSpLocks/>
          </p:cNvCxnSpPr>
          <p:nvPr/>
        </p:nvCxnSpPr>
        <p:spPr>
          <a:xfrm flipV="1">
            <a:off x="9371014" y="3950044"/>
            <a:ext cx="0" cy="50895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1" name="Straight Arrow Connector 1100">
            <a:extLst>
              <a:ext uri="{FF2B5EF4-FFF2-40B4-BE49-F238E27FC236}">
                <a16:creationId xmlns:a16="http://schemas.microsoft.com/office/drawing/2014/main" id="{D0A11DA0-A22D-2CAB-238C-D6546FBA5813}"/>
              </a:ext>
            </a:extLst>
          </p:cNvPr>
          <p:cNvCxnSpPr>
            <a:cxnSpLocks/>
          </p:cNvCxnSpPr>
          <p:nvPr/>
        </p:nvCxnSpPr>
        <p:spPr>
          <a:xfrm flipV="1">
            <a:off x="10628742" y="3979594"/>
            <a:ext cx="0" cy="50895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2" name="Straight Arrow Connector 1101">
            <a:extLst>
              <a:ext uri="{FF2B5EF4-FFF2-40B4-BE49-F238E27FC236}">
                <a16:creationId xmlns:a16="http://schemas.microsoft.com/office/drawing/2014/main" id="{C6AA6E9B-A146-4215-5F62-997DB052AF3E}"/>
              </a:ext>
            </a:extLst>
          </p:cNvPr>
          <p:cNvCxnSpPr>
            <a:cxnSpLocks/>
          </p:cNvCxnSpPr>
          <p:nvPr/>
        </p:nvCxnSpPr>
        <p:spPr>
          <a:xfrm flipV="1">
            <a:off x="11403138" y="3994659"/>
            <a:ext cx="0" cy="50895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3" name="Straight Arrow Connector 1102">
            <a:extLst>
              <a:ext uri="{FF2B5EF4-FFF2-40B4-BE49-F238E27FC236}">
                <a16:creationId xmlns:a16="http://schemas.microsoft.com/office/drawing/2014/main" id="{E921C12E-6C13-F811-59BD-5500DE380ACD}"/>
              </a:ext>
            </a:extLst>
          </p:cNvPr>
          <p:cNvCxnSpPr>
            <a:cxnSpLocks/>
          </p:cNvCxnSpPr>
          <p:nvPr/>
        </p:nvCxnSpPr>
        <p:spPr>
          <a:xfrm flipV="1">
            <a:off x="10230200" y="3950044"/>
            <a:ext cx="0" cy="50895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4" name="Straight Arrow Connector 1103">
            <a:extLst>
              <a:ext uri="{FF2B5EF4-FFF2-40B4-BE49-F238E27FC236}">
                <a16:creationId xmlns:a16="http://schemas.microsoft.com/office/drawing/2014/main" id="{AF274399-4AD1-0EE1-2E2F-221EEAB4ECC3}"/>
              </a:ext>
            </a:extLst>
          </p:cNvPr>
          <p:cNvCxnSpPr>
            <a:cxnSpLocks/>
          </p:cNvCxnSpPr>
          <p:nvPr/>
        </p:nvCxnSpPr>
        <p:spPr>
          <a:xfrm flipV="1">
            <a:off x="8577124" y="3950044"/>
            <a:ext cx="0" cy="50895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5" name="Straight Arrow Connector 1104">
            <a:extLst>
              <a:ext uri="{FF2B5EF4-FFF2-40B4-BE49-F238E27FC236}">
                <a16:creationId xmlns:a16="http://schemas.microsoft.com/office/drawing/2014/main" id="{77FF3296-9135-795C-5887-3073E2118372}"/>
              </a:ext>
            </a:extLst>
          </p:cNvPr>
          <p:cNvCxnSpPr>
            <a:cxnSpLocks/>
          </p:cNvCxnSpPr>
          <p:nvPr/>
        </p:nvCxnSpPr>
        <p:spPr>
          <a:xfrm flipV="1">
            <a:off x="10810972" y="3976533"/>
            <a:ext cx="0" cy="50895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6" name="Straight Arrow Connector 1115">
            <a:extLst>
              <a:ext uri="{FF2B5EF4-FFF2-40B4-BE49-F238E27FC236}">
                <a16:creationId xmlns:a16="http://schemas.microsoft.com/office/drawing/2014/main" id="{CB2E3787-9251-B223-FA2F-77689BC14964}"/>
              </a:ext>
            </a:extLst>
          </p:cNvPr>
          <p:cNvCxnSpPr>
            <a:cxnSpLocks/>
          </p:cNvCxnSpPr>
          <p:nvPr/>
        </p:nvCxnSpPr>
        <p:spPr>
          <a:xfrm flipV="1">
            <a:off x="10232119" y="3945584"/>
            <a:ext cx="0" cy="19807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9" name="Straight Arrow Connector 1118">
            <a:extLst>
              <a:ext uri="{FF2B5EF4-FFF2-40B4-BE49-F238E27FC236}">
                <a16:creationId xmlns:a16="http://schemas.microsoft.com/office/drawing/2014/main" id="{D1FB6C61-FD48-861F-B110-935DB9BAE392}"/>
              </a:ext>
            </a:extLst>
          </p:cNvPr>
          <p:cNvCxnSpPr>
            <a:cxnSpLocks/>
          </p:cNvCxnSpPr>
          <p:nvPr/>
        </p:nvCxnSpPr>
        <p:spPr>
          <a:xfrm flipV="1">
            <a:off x="10628742" y="3976533"/>
            <a:ext cx="0" cy="3757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1" name="Straight Arrow Connector 1120">
            <a:extLst>
              <a:ext uri="{FF2B5EF4-FFF2-40B4-BE49-F238E27FC236}">
                <a16:creationId xmlns:a16="http://schemas.microsoft.com/office/drawing/2014/main" id="{3964BF8B-69E8-6646-6BA1-A83E42A27A05}"/>
              </a:ext>
            </a:extLst>
          </p:cNvPr>
          <p:cNvCxnSpPr>
            <a:cxnSpLocks/>
          </p:cNvCxnSpPr>
          <p:nvPr/>
        </p:nvCxnSpPr>
        <p:spPr>
          <a:xfrm flipV="1">
            <a:off x="10810972" y="3976533"/>
            <a:ext cx="0" cy="44381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C5098C38-EEB5-6302-5A02-8843980247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7774" y="1786845"/>
            <a:ext cx="3492375" cy="738034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6CBB109-6323-A83C-687B-45477FFFDC3A}"/>
              </a:ext>
            </a:extLst>
          </p:cNvPr>
          <p:cNvSpPr/>
          <p:nvPr/>
        </p:nvSpPr>
        <p:spPr>
          <a:xfrm>
            <a:off x="6543437" y="3998638"/>
            <a:ext cx="4025963" cy="471852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3988CF">
              <a:alpha val="30196"/>
            </a:srgb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5AB1497-7256-C4E6-CF33-5FB9AC2E25C3}"/>
              </a:ext>
            </a:extLst>
          </p:cNvPr>
          <p:cNvSpPr/>
          <p:nvPr/>
        </p:nvSpPr>
        <p:spPr>
          <a:xfrm>
            <a:off x="9322509" y="3826899"/>
            <a:ext cx="2493782" cy="661778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FF0909">
              <a:alpha val="29804"/>
            </a:srgb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29DF27D-93CB-E34E-06FE-5F6774C045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9180" y="3518783"/>
            <a:ext cx="347772" cy="34777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CF42DD8-1660-D1EB-12AB-C98080302A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10972" y="3438110"/>
            <a:ext cx="433446" cy="37046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29224AE-FC5C-5C8C-D014-D19360DD1A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62502" y="4618098"/>
            <a:ext cx="335395" cy="268316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635F6550-2F85-01BA-C1F6-443FE31CA850}"/>
              </a:ext>
            </a:extLst>
          </p:cNvPr>
          <p:cNvGrpSpPr/>
          <p:nvPr/>
        </p:nvGrpSpPr>
        <p:grpSpPr>
          <a:xfrm>
            <a:off x="207283" y="3429000"/>
            <a:ext cx="7131985" cy="923330"/>
            <a:chOff x="207283" y="3429000"/>
            <a:chExt cx="7131985" cy="923330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F2502E6-683C-D9EE-9B5A-C59C9B9990F3}"/>
                </a:ext>
              </a:extLst>
            </p:cNvPr>
            <p:cNvSpPr txBox="1"/>
            <p:nvPr/>
          </p:nvSpPr>
          <p:spPr>
            <a:xfrm>
              <a:off x="207283" y="3429000"/>
              <a:ext cx="713198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M-Step : Given estimated </a:t>
              </a:r>
              <a:r>
                <a:rPr lang="en-US" dirty="0">
                  <a:solidFill>
                    <a:schemeClr val="accent1"/>
                  </a:solidFill>
                  <a:latin typeface="Arial Rounded MT Bold" panose="020F0704030504030204" pitchFamily="34" charset="77"/>
                  <a:sym typeface="Wingdings" pitchFamily="2" charset="2"/>
                </a:rPr>
                <a:t>bee color</a:t>
              </a:r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, Calculate </a:t>
              </a:r>
              <a:r>
                <a:rPr lang="en-US" dirty="0">
                  <a:solidFill>
                    <a:schemeClr val="accent2">
                      <a:lumMod val="75000"/>
                    </a:schemeClr>
                  </a:solidFill>
                  <a:latin typeface="Arial Rounded MT Bold" panose="020F0704030504030204" pitchFamily="34" charset="77"/>
                  <a:sym typeface="Wingdings" pitchFamily="2" charset="2"/>
                </a:rPr>
                <a:t>hive locations</a:t>
              </a:r>
              <a:b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</a:br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	 </a:t>
              </a:r>
              <a:b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</a:br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	Given              , estimate  </a:t>
              </a:r>
              <a:endParaRPr lang="en-US" dirty="0">
                <a:latin typeface="Arial Rounded MT Bold" panose="020F0704030504030204" pitchFamily="34" charset="77"/>
              </a:endParaRPr>
            </a:p>
          </p:txBody>
        </p:sp>
        <p:pic>
          <p:nvPicPr>
            <p:cNvPr id="37" name="Picture 2">
              <a:extLst>
                <a:ext uri="{FF2B5EF4-FFF2-40B4-BE49-F238E27FC236}">
                  <a16:creationId xmlns:a16="http://schemas.microsoft.com/office/drawing/2014/main" id="{88606430-29E2-A393-C2A6-6436003BF2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3961" y="3980483"/>
              <a:ext cx="153912" cy="246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024FEB39-E61F-140D-9B9C-96C69FD2F08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2037897" y="3999648"/>
              <a:ext cx="548285" cy="288024"/>
            </a:xfrm>
            <a:prstGeom prst="rect">
              <a:avLst/>
            </a:prstGeom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348F57A-8521-CB00-7416-B5751BACC0C2}"/>
              </a:ext>
            </a:extLst>
          </p:cNvPr>
          <p:cNvGrpSpPr/>
          <p:nvPr/>
        </p:nvGrpSpPr>
        <p:grpSpPr>
          <a:xfrm>
            <a:off x="207283" y="812519"/>
            <a:ext cx="7131985" cy="923330"/>
            <a:chOff x="207283" y="812519"/>
            <a:chExt cx="7131985" cy="923330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C7C9D22-7BE9-AF74-3096-2306893AE666}"/>
                </a:ext>
              </a:extLst>
            </p:cNvPr>
            <p:cNvSpPr txBox="1"/>
            <p:nvPr/>
          </p:nvSpPr>
          <p:spPr>
            <a:xfrm>
              <a:off x="207283" y="812519"/>
              <a:ext cx="713198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E-Step : Given estimated </a:t>
              </a:r>
              <a:r>
                <a:rPr lang="en-US" dirty="0">
                  <a:solidFill>
                    <a:schemeClr val="accent2">
                      <a:lumMod val="75000"/>
                    </a:schemeClr>
                  </a:solidFill>
                  <a:latin typeface="Arial Rounded MT Bold" panose="020F0704030504030204" pitchFamily="34" charset="77"/>
                  <a:sym typeface="Wingdings" pitchFamily="2" charset="2"/>
                </a:rPr>
                <a:t>hive locations</a:t>
              </a:r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, Calculate </a:t>
              </a:r>
              <a:r>
                <a:rPr lang="en-US" dirty="0">
                  <a:solidFill>
                    <a:schemeClr val="accent1"/>
                  </a:solidFill>
                  <a:latin typeface="Arial Rounded MT Bold" panose="020F0704030504030204" pitchFamily="34" charset="77"/>
                  <a:sym typeface="Wingdings" pitchFamily="2" charset="2"/>
                </a:rPr>
                <a:t>bee color </a:t>
              </a:r>
              <a:b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</a:br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	 </a:t>
              </a:r>
              <a:b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</a:br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	Given     , estimate  </a:t>
              </a:r>
              <a:endParaRPr lang="en-US" dirty="0">
                <a:latin typeface="Arial Rounded MT Bold" panose="020F0704030504030204" pitchFamily="34" charset="77"/>
              </a:endParaRPr>
            </a:p>
          </p:txBody>
        </p:sp>
        <p:pic>
          <p:nvPicPr>
            <p:cNvPr id="41" name="Picture 2">
              <a:extLst>
                <a:ext uri="{FF2B5EF4-FFF2-40B4-BE49-F238E27FC236}">
                  <a16:creationId xmlns:a16="http://schemas.microsoft.com/office/drawing/2014/main" id="{0770C6D0-3503-6961-F55A-B130D4975B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82481" y="1385213"/>
              <a:ext cx="153912" cy="246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FAFB1426-2732-D7A7-211F-F9B8841E68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3496473" y="1385213"/>
              <a:ext cx="2296501" cy="31350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843759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3FBE6-4116-377F-5384-1AED307DD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825860-8DF4-94F0-B91B-74A1B8F40DB1}"/>
              </a:ext>
            </a:extLst>
          </p:cNvPr>
          <p:cNvSpPr txBox="1"/>
          <p:nvPr/>
        </p:nvSpPr>
        <p:spPr>
          <a:xfrm>
            <a:off x="276411" y="260293"/>
            <a:ext cx="4293035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Expectation Maximization (EM) Steps</a:t>
            </a:r>
          </a:p>
        </p:txBody>
      </p:sp>
      <p:pic>
        <p:nvPicPr>
          <p:cNvPr id="93" name="Picture 3">
            <a:extLst>
              <a:ext uri="{FF2B5EF4-FFF2-40B4-BE49-F238E27FC236}">
                <a16:creationId xmlns:a16="http://schemas.microsoft.com/office/drawing/2014/main" id="{88AAB145-4302-F718-3A0C-F002175997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5120" y="2001305"/>
            <a:ext cx="2133837" cy="281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1C8D9968-0CBD-6971-4DEE-AB0D492C8C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6332" y="4720371"/>
            <a:ext cx="5804904" cy="355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095" name="Straight Arrow Connector 1094">
            <a:extLst>
              <a:ext uri="{FF2B5EF4-FFF2-40B4-BE49-F238E27FC236}">
                <a16:creationId xmlns:a16="http://schemas.microsoft.com/office/drawing/2014/main" id="{D85BF1A6-80B4-24DA-95E4-539F189930BB}"/>
              </a:ext>
            </a:extLst>
          </p:cNvPr>
          <p:cNvCxnSpPr>
            <a:cxnSpLocks/>
          </p:cNvCxnSpPr>
          <p:nvPr/>
        </p:nvCxnSpPr>
        <p:spPr>
          <a:xfrm>
            <a:off x="7961912" y="1747110"/>
            <a:ext cx="388961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8" name="Straight Arrow Connector 1097">
            <a:extLst>
              <a:ext uri="{FF2B5EF4-FFF2-40B4-BE49-F238E27FC236}">
                <a16:creationId xmlns:a16="http://schemas.microsoft.com/office/drawing/2014/main" id="{D3701803-23C2-5C6C-7A66-C0A820758698}"/>
              </a:ext>
            </a:extLst>
          </p:cNvPr>
          <p:cNvCxnSpPr>
            <a:cxnSpLocks/>
          </p:cNvCxnSpPr>
          <p:nvPr/>
        </p:nvCxnSpPr>
        <p:spPr>
          <a:xfrm flipV="1">
            <a:off x="8243621" y="1215403"/>
            <a:ext cx="0" cy="50895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9" name="Straight Arrow Connector 1098">
            <a:extLst>
              <a:ext uri="{FF2B5EF4-FFF2-40B4-BE49-F238E27FC236}">
                <a16:creationId xmlns:a16="http://schemas.microsoft.com/office/drawing/2014/main" id="{3DB48C75-4F47-E2E0-5073-5D2542D97E47}"/>
              </a:ext>
            </a:extLst>
          </p:cNvPr>
          <p:cNvCxnSpPr>
            <a:cxnSpLocks/>
          </p:cNvCxnSpPr>
          <p:nvPr/>
        </p:nvCxnSpPr>
        <p:spPr>
          <a:xfrm flipV="1">
            <a:off x="8827730" y="1215403"/>
            <a:ext cx="0" cy="50895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0" name="Straight Arrow Connector 1099">
            <a:extLst>
              <a:ext uri="{FF2B5EF4-FFF2-40B4-BE49-F238E27FC236}">
                <a16:creationId xmlns:a16="http://schemas.microsoft.com/office/drawing/2014/main" id="{94B64B08-32D9-818B-9A00-2E51551D8364}"/>
              </a:ext>
            </a:extLst>
          </p:cNvPr>
          <p:cNvCxnSpPr>
            <a:cxnSpLocks/>
          </p:cNvCxnSpPr>
          <p:nvPr/>
        </p:nvCxnSpPr>
        <p:spPr>
          <a:xfrm flipV="1">
            <a:off x="9371014" y="1215403"/>
            <a:ext cx="0" cy="50895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1" name="Straight Arrow Connector 1100">
            <a:extLst>
              <a:ext uri="{FF2B5EF4-FFF2-40B4-BE49-F238E27FC236}">
                <a16:creationId xmlns:a16="http://schemas.microsoft.com/office/drawing/2014/main" id="{51484563-1EDF-81CF-DA0C-4F4EF09900AD}"/>
              </a:ext>
            </a:extLst>
          </p:cNvPr>
          <p:cNvCxnSpPr>
            <a:cxnSpLocks/>
          </p:cNvCxnSpPr>
          <p:nvPr/>
        </p:nvCxnSpPr>
        <p:spPr>
          <a:xfrm flipV="1">
            <a:off x="10628742" y="1244953"/>
            <a:ext cx="0" cy="50895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2" name="Straight Arrow Connector 1101">
            <a:extLst>
              <a:ext uri="{FF2B5EF4-FFF2-40B4-BE49-F238E27FC236}">
                <a16:creationId xmlns:a16="http://schemas.microsoft.com/office/drawing/2014/main" id="{B7D28B5C-34E1-91BA-1C01-08E2786A7C86}"/>
              </a:ext>
            </a:extLst>
          </p:cNvPr>
          <p:cNvCxnSpPr>
            <a:cxnSpLocks/>
          </p:cNvCxnSpPr>
          <p:nvPr/>
        </p:nvCxnSpPr>
        <p:spPr>
          <a:xfrm flipV="1">
            <a:off x="11403138" y="1260018"/>
            <a:ext cx="0" cy="50895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3" name="Straight Arrow Connector 1102">
            <a:extLst>
              <a:ext uri="{FF2B5EF4-FFF2-40B4-BE49-F238E27FC236}">
                <a16:creationId xmlns:a16="http://schemas.microsoft.com/office/drawing/2014/main" id="{2FCD2AA5-5BB3-E30E-7117-0972E0878620}"/>
              </a:ext>
            </a:extLst>
          </p:cNvPr>
          <p:cNvCxnSpPr>
            <a:cxnSpLocks/>
          </p:cNvCxnSpPr>
          <p:nvPr/>
        </p:nvCxnSpPr>
        <p:spPr>
          <a:xfrm flipV="1">
            <a:off x="10230200" y="1215403"/>
            <a:ext cx="0" cy="50895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4" name="Straight Arrow Connector 1103">
            <a:extLst>
              <a:ext uri="{FF2B5EF4-FFF2-40B4-BE49-F238E27FC236}">
                <a16:creationId xmlns:a16="http://schemas.microsoft.com/office/drawing/2014/main" id="{E1CDF62E-3034-4A59-E255-E414F480B424}"/>
              </a:ext>
            </a:extLst>
          </p:cNvPr>
          <p:cNvCxnSpPr>
            <a:cxnSpLocks/>
          </p:cNvCxnSpPr>
          <p:nvPr/>
        </p:nvCxnSpPr>
        <p:spPr>
          <a:xfrm flipV="1">
            <a:off x="8577124" y="1215403"/>
            <a:ext cx="0" cy="50895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5" name="Straight Arrow Connector 1104">
            <a:extLst>
              <a:ext uri="{FF2B5EF4-FFF2-40B4-BE49-F238E27FC236}">
                <a16:creationId xmlns:a16="http://schemas.microsoft.com/office/drawing/2014/main" id="{47EFB8EF-15FC-9A68-CF50-2A43360BEC0D}"/>
              </a:ext>
            </a:extLst>
          </p:cNvPr>
          <p:cNvCxnSpPr>
            <a:cxnSpLocks/>
          </p:cNvCxnSpPr>
          <p:nvPr/>
        </p:nvCxnSpPr>
        <p:spPr>
          <a:xfrm flipV="1">
            <a:off x="10810972" y="1241892"/>
            <a:ext cx="0" cy="50895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6" name="Straight Arrow Connector 1115">
            <a:extLst>
              <a:ext uri="{FF2B5EF4-FFF2-40B4-BE49-F238E27FC236}">
                <a16:creationId xmlns:a16="http://schemas.microsoft.com/office/drawing/2014/main" id="{01E74A0B-5687-EDD3-C462-A7CF61B6815C}"/>
              </a:ext>
            </a:extLst>
          </p:cNvPr>
          <p:cNvCxnSpPr>
            <a:cxnSpLocks/>
          </p:cNvCxnSpPr>
          <p:nvPr/>
        </p:nvCxnSpPr>
        <p:spPr>
          <a:xfrm flipV="1">
            <a:off x="10232119" y="1210943"/>
            <a:ext cx="0" cy="19807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9" name="Straight Arrow Connector 1118">
            <a:extLst>
              <a:ext uri="{FF2B5EF4-FFF2-40B4-BE49-F238E27FC236}">
                <a16:creationId xmlns:a16="http://schemas.microsoft.com/office/drawing/2014/main" id="{C062B241-10D6-4092-9E69-ED9D355DE881}"/>
              </a:ext>
            </a:extLst>
          </p:cNvPr>
          <p:cNvCxnSpPr>
            <a:cxnSpLocks/>
          </p:cNvCxnSpPr>
          <p:nvPr/>
        </p:nvCxnSpPr>
        <p:spPr>
          <a:xfrm flipV="1">
            <a:off x="10628742" y="1241892"/>
            <a:ext cx="0" cy="3757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1" name="Straight Arrow Connector 1120">
            <a:extLst>
              <a:ext uri="{FF2B5EF4-FFF2-40B4-BE49-F238E27FC236}">
                <a16:creationId xmlns:a16="http://schemas.microsoft.com/office/drawing/2014/main" id="{588F48B8-255C-4E25-1A71-2EC5DF312118}"/>
              </a:ext>
            </a:extLst>
          </p:cNvPr>
          <p:cNvCxnSpPr>
            <a:cxnSpLocks/>
          </p:cNvCxnSpPr>
          <p:nvPr/>
        </p:nvCxnSpPr>
        <p:spPr>
          <a:xfrm flipV="1">
            <a:off x="10810972" y="1241892"/>
            <a:ext cx="0" cy="44381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13EA654C-FC24-991E-2B9C-534C99018A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7774" y="1786845"/>
            <a:ext cx="3492375" cy="738034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8C1CE42-AA5C-97D4-8808-203BAA5E04B5}"/>
              </a:ext>
            </a:extLst>
          </p:cNvPr>
          <p:cNvSpPr/>
          <p:nvPr/>
        </p:nvSpPr>
        <p:spPr>
          <a:xfrm>
            <a:off x="6543437" y="1263997"/>
            <a:ext cx="4025963" cy="471852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3988CF">
              <a:alpha val="30196"/>
            </a:srgb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AC6FC3E-4BE1-7D03-CE2E-7810EEE3CEBA}"/>
              </a:ext>
            </a:extLst>
          </p:cNvPr>
          <p:cNvSpPr/>
          <p:nvPr/>
        </p:nvSpPr>
        <p:spPr>
          <a:xfrm>
            <a:off x="9322509" y="1092258"/>
            <a:ext cx="2493782" cy="661778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FF0909">
              <a:alpha val="29804"/>
            </a:srgb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3A55B8B-6454-1C3B-0727-C2AE0FE951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9180" y="784142"/>
            <a:ext cx="347772" cy="34777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BA262EB-EC13-6429-9791-DC665C9E09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10972" y="703469"/>
            <a:ext cx="433446" cy="37046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0CBB3A8-94E5-C2EF-27B3-754436BC5C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62502" y="1883457"/>
            <a:ext cx="335395" cy="268316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A26A3AB1-3FAF-1780-76BD-531134552D66}"/>
              </a:ext>
            </a:extLst>
          </p:cNvPr>
          <p:cNvGrpSpPr/>
          <p:nvPr/>
        </p:nvGrpSpPr>
        <p:grpSpPr>
          <a:xfrm>
            <a:off x="207283" y="3429000"/>
            <a:ext cx="7131985" cy="923330"/>
            <a:chOff x="207283" y="3429000"/>
            <a:chExt cx="7131985" cy="92333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A12B2DD-6432-94DF-E691-40CC71880A03}"/>
                </a:ext>
              </a:extLst>
            </p:cNvPr>
            <p:cNvSpPr txBox="1"/>
            <p:nvPr/>
          </p:nvSpPr>
          <p:spPr>
            <a:xfrm>
              <a:off x="207283" y="3429000"/>
              <a:ext cx="713198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M-Step : Given estimated </a:t>
              </a:r>
              <a:r>
                <a:rPr lang="en-US" dirty="0">
                  <a:solidFill>
                    <a:schemeClr val="accent1"/>
                  </a:solidFill>
                  <a:latin typeface="Arial Rounded MT Bold" panose="020F0704030504030204" pitchFamily="34" charset="77"/>
                  <a:sym typeface="Wingdings" pitchFamily="2" charset="2"/>
                </a:rPr>
                <a:t>bee color</a:t>
              </a:r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, Calculate </a:t>
              </a:r>
              <a:r>
                <a:rPr lang="en-US" dirty="0">
                  <a:solidFill>
                    <a:schemeClr val="accent2">
                      <a:lumMod val="75000"/>
                    </a:schemeClr>
                  </a:solidFill>
                  <a:latin typeface="Arial Rounded MT Bold" panose="020F0704030504030204" pitchFamily="34" charset="77"/>
                  <a:sym typeface="Wingdings" pitchFamily="2" charset="2"/>
                </a:rPr>
                <a:t>hive locations</a:t>
              </a:r>
              <a:b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</a:br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	 </a:t>
              </a:r>
              <a:b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</a:br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	Given              , estimate  </a:t>
              </a:r>
              <a:endParaRPr lang="en-US" dirty="0">
                <a:latin typeface="Arial Rounded MT Bold" panose="020F0704030504030204" pitchFamily="34" charset="77"/>
              </a:endParaRPr>
            </a:p>
          </p:txBody>
        </p:sp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C3EE07EE-0DCD-CBF3-BAA0-A6775008F7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3961" y="3980483"/>
              <a:ext cx="153912" cy="246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89BA8242-B2C9-3E5D-B40E-1C53D4986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2037897" y="3999648"/>
              <a:ext cx="548285" cy="288024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92E6E0D-305D-5534-6D7E-2A0B4987174B}"/>
              </a:ext>
            </a:extLst>
          </p:cNvPr>
          <p:cNvGrpSpPr/>
          <p:nvPr/>
        </p:nvGrpSpPr>
        <p:grpSpPr>
          <a:xfrm>
            <a:off x="207283" y="812519"/>
            <a:ext cx="7131985" cy="923330"/>
            <a:chOff x="207283" y="812519"/>
            <a:chExt cx="7131985" cy="92333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6703178-CA21-7897-472B-2BF338AF75C2}"/>
                </a:ext>
              </a:extLst>
            </p:cNvPr>
            <p:cNvSpPr txBox="1"/>
            <p:nvPr/>
          </p:nvSpPr>
          <p:spPr>
            <a:xfrm>
              <a:off x="207283" y="812519"/>
              <a:ext cx="713198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E-Step : Given estimated </a:t>
              </a:r>
              <a:r>
                <a:rPr lang="en-US" dirty="0">
                  <a:solidFill>
                    <a:schemeClr val="accent2">
                      <a:lumMod val="75000"/>
                    </a:schemeClr>
                  </a:solidFill>
                  <a:latin typeface="Arial Rounded MT Bold" panose="020F0704030504030204" pitchFamily="34" charset="77"/>
                  <a:sym typeface="Wingdings" pitchFamily="2" charset="2"/>
                </a:rPr>
                <a:t>hive locations</a:t>
              </a:r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, Calculate </a:t>
              </a:r>
              <a:r>
                <a:rPr lang="en-US" dirty="0">
                  <a:solidFill>
                    <a:schemeClr val="accent1"/>
                  </a:solidFill>
                  <a:latin typeface="Arial Rounded MT Bold" panose="020F0704030504030204" pitchFamily="34" charset="77"/>
                  <a:sym typeface="Wingdings" pitchFamily="2" charset="2"/>
                </a:rPr>
                <a:t>bee color </a:t>
              </a:r>
              <a:b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</a:br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	 </a:t>
              </a:r>
              <a:b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</a:br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	Given     , estimate  </a:t>
              </a:r>
              <a:endParaRPr lang="en-US" dirty="0">
                <a:latin typeface="Arial Rounded MT Bold" panose="020F0704030504030204" pitchFamily="34" charset="77"/>
              </a:endParaRPr>
            </a:p>
          </p:txBody>
        </p:sp>
        <p:pic>
          <p:nvPicPr>
            <p:cNvPr id="22" name="Picture 2">
              <a:extLst>
                <a:ext uri="{FF2B5EF4-FFF2-40B4-BE49-F238E27FC236}">
                  <a16:creationId xmlns:a16="http://schemas.microsoft.com/office/drawing/2014/main" id="{A790CA3B-7F29-F53E-D881-3A28F0B266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82481" y="1385213"/>
              <a:ext cx="153912" cy="246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70541772-DD65-C6F3-94C3-B22F6E95EA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3496473" y="1385213"/>
              <a:ext cx="2296501" cy="31350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656321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8FA51-0FCA-6AFC-9D42-CA6EEE673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8E060C-9926-A13E-B861-C424F0B27862}"/>
              </a:ext>
            </a:extLst>
          </p:cNvPr>
          <p:cNvSpPr txBox="1"/>
          <p:nvPr/>
        </p:nvSpPr>
        <p:spPr>
          <a:xfrm>
            <a:off x="276411" y="260293"/>
            <a:ext cx="4293035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Expectation Maximization (EM) Steps</a:t>
            </a:r>
          </a:p>
        </p:txBody>
      </p:sp>
      <p:pic>
        <p:nvPicPr>
          <p:cNvPr id="93" name="Picture 3">
            <a:extLst>
              <a:ext uri="{FF2B5EF4-FFF2-40B4-BE49-F238E27FC236}">
                <a16:creationId xmlns:a16="http://schemas.microsoft.com/office/drawing/2014/main" id="{C022F881-C5B3-6CAF-2361-A671A71645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5120" y="2001305"/>
            <a:ext cx="2133837" cy="281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B091C261-7A70-B509-47C6-BBB9C586AB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6332" y="4720371"/>
            <a:ext cx="5804904" cy="355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095" name="Straight Arrow Connector 1094">
            <a:extLst>
              <a:ext uri="{FF2B5EF4-FFF2-40B4-BE49-F238E27FC236}">
                <a16:creationId xmlns:a16="http://schemas.microsoft.com/office/drawing/2014/main" id="{3163146D-A4A8-1EB0-960B-0C5B6ACDD190}"/>
              </a:ext>
            </a:extLst>
          </p:cNvPr>
          <p:cNvCxnSpPr>
            <a:cxnSpLocks/>
          </p:cNvCxnSpPr>
          <p:nvPr/>
        </p:nvCxnSpPr>
        <p:spPr>
          <a:xfrm>
            <a:off x="7961912" y="1747110"/>
            <a:ext cx="388961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8" name="Straight Arrow Connector 1097">
            <a:extLst>
              <a:ext uri="{FF2B5EF4-FFF2-40B4-BE49-F238E27FC236}">
                <a16:creationId xmlns:a16="http://schemas.microsoft.com/office/drawing/2014/main" id="{FD088AEF-3495-308B-3AFB-BD72D84C16DC}"/>
              </a:ext>
            </a:extLst>
          </p:cNvPr>
          <p:cNvCxnSpPr>
            <a:cxnSpLocks/>
          </p:cNvCxnSpPr>
          <p:nvPr/>
        </p:nvCxnSpPr>
        <p:spPr>
          <a:xfrm flipV="1">
            <a:off x="8243621" y="1215403"/>
            <a:ext cx="0" cy="50895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9" name="Straight Arrow Connector 1098">
            <a:extLst>
              <a:ext uri="{FF2B5EF4-FFF2-40B4-BE49-F238E27FC236}">
                <a16:creationId xmlns:a16="http://schemas.microsoft.com/office/drawing/2014/main" id="{B05EB0E3-1230-27E3-41AB-6D97AF21AA9D}"/>
              </a:ext>
            </a:extLst>
          </p:cNvPr>
          <p:cNvCxnSpPr>
            <a:cxnSpLocks/>
          </p:cNvCxnSpPr>
          <p:nvPr/>
        </p:nvCxnSpPr>
        <p:spPr>
          <a:xfrm flipV="1">
            <a:off x="8827730" y="1215403"/>
            <a:ext cx="0" cy="50895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0" name="Straight Arrow Connector 1099">
            <a:extLst>
              <a:ext uri="{FF2B5EF4-FFF2-40B4-BE49-F238E27FC236}">
                <a16:creationId xmlns:a16="http://schemas.microsoft.com/office/drawing/2014/main" id="{F3AC0FC2-09AB-3A86-F269-34C271531201}"/>
              </a:ext>
            </a:extLst>
          </p:cNvPr>
          <p:cNvCxnSpPr>
            <a:cxnSpLocks/>
          </p:cNvCxnSpPr>
          <p:nvPr/>
        </p:nvCxnSpPr>
        <p:spPr>
          <a:xfrm flipV="1">
            <a:off x="9371014" y="1215403"/>
            <a:ext cx="0" cy="50895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2" name="Straight Arrow Connector 1101">
            <a:extLst>
              <a:ext uri="{FF2B5EF4-FFF2-40B4-BE49-F238E27FC236}">
                <a16:creationId xmlns:a16="http://schemas.microsoft.com/office/drawing/2014/main" id="{869F6162-4005-B6C5-8CE1-36B7405C3C77}"/>
              </a:ext>
            </a:extLst>
          </p:cNvPr>
          <p:cNvCxnSpPr>
            <a:cxnSpLocks/>
          </p:cNvCxnSpPr>
          <p:nvPr/>
        </p:nvCxnSpPr>
        <p:spPr>
          <a:xfrm flipV="1">
            <a:off x="11403138" y="1260018"/>
            <a:ext cx="0" cy="50895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3" name="Straight Arrow Connector 1102">
            <a:extLst>
              <a:ext uri="{FF2B5EF4-FFF2-40B4-BE49-F238E27FC236}">
                <a16:creationId xmlns:a16="http://schemas.microsoft.com/office/drawing/2014/main" id="{ACFA401B-9275-913D-B59E-33CE82F06088}"/>
              </a:ext>
            </a:extLst>
          </p:cNvPr>
          <p:cNvCxnSpPr>
            <a:cxnSpLocks/>
          </p:cNvCxnSpPr>
          <p:nvPr/>
        </p:nvCxnSpPr>
        <p:spPr>
          <a:xfrm flipV="1">
            <a:off x="10230200" y="1215403"/>
            <a:ext cx="0" cy="50895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4" name="Straight Arrow Connector 1103">
            <a:extLst>
              <a:ext uri="{FF2B5EF4-FFF2-40B4-BE49-F238E27FC236}">
                <a16:creationId xmlns:a16="http://schemas.microsoft.com/office/drawing/2014/main" id="{6E38EDC3-4D50-85DB-E791-287B9DEF2D7D}"/>
              </a:ext>
            </a:extLst>
          </p:cNvPr>
          <p:cNvCxnSpPr>
            <a:cxnSpLocks/>
          </p:cNvCxnSpPr>
          <p:nvPr/>
        </p:nvCxnSpPr>
        <p:spPr>
          <a:xfrm flipV="1">
            <a:off x="8577124" y="1215403"/>
            <a:ext cx="0" cy="50895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6" name="Straight Arrow Connector 1115">
            <a:extLst>
              <a:ext uri="{FF2B5EF4-FFF2-40B4-BE49-F238E27FC236}">
                <a16:creationId xmlns:a16="http://schemas.microsoft.com/office/drawing/2014/main" id="{EF0A7822-73C3-1C69-FCCD-AD79748C93C9}"/>
              </a:ext>
            </a:extLst>
          </p:cNvPr>
          <p:cNvCxnSpPr>
            <a:cxnSpLocks/>
          </p:cNvCxnSpPr>
          <p:nvPr/>
        </p:nvCxnSpPr>
        <p:spPr>
          <a:xfrm flipV="1">
            <a:off x="10232119" y="1210943"/>
            <a:ext cx="0" cy="40674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88436845-3792-6A42-6D77-8C4F0C39D9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7774" y="1786845"/>
            <a:ext cx="3492375" cy="738034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AA6CE5E-A648-4F72-7EED-9B8A70D09B4C}"/>
              </a:ext>
            </a:extLst>
          </p:cNvPr>
          <p:cNvSpPr/>
          <p:nvPr/>
        </p:nvSpPr>
        <p:spPr>
          <a:xfrm>
            <a:off x="6543437" y="1275844"/>
            <a:ext cx="4025963" cy="471852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3988CF">
              <a:alpha val="30196"/>
            </a:srgb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C4DC2B3-09F4-DC3A-CCE2-100D45AE4E51}"/>
              </a:ext>
            </a:extLst>
          </p:cNvPr>
          <p:cNvSpPr/>
          <p:nvPr/>
        </p:nvSpPr>
        <p:spPr>
          <a:xfrm>
            <a:off x="9322509" y="1094869"/>
            <a:ext cx="2493782" cy="661778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FF0909">
              <a:alpha val="29804"/>
            </a:srgb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982B766-88A6-7609-CED9-002C648761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9180" y="784142"/>
            <a:ext cx="347772" cy="34777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AC36B62-5479-8BF6-1D63-0FF79171CE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10972" y="703469"/>
            <a:ext cx="433446" cy="370467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22AEE1E1-8B28-579A-DC26-DE65FF53A33C}"/>
              </a:ext>
            </a:extLst>
          </p:cNvPr>
          <p:cNvCxnSpPr>
            <a:cxnSpLocks/>
          </p:cNvCxnSpPr>
          <p:nvPr/>
        </p:nvCxnSpPr>
        <p:spPr>
          <a:xfrm flipV="1">
            <a:off x="10811820" y="1215403"/>
            <a:ext cx="0" cy="50895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DE49674-A4D9-75FA-CE9C-7C6821149A43}"/>
              </a:ext>
            </a:extLst>
          </p:cNvPr>
          <p:cNvCxnSpPr>
            <a:cxnSpLocks/>
          </p:cNvCxnSpPr>
          <p:nvPr/>
        </p:nvCxnSpPr>
        <p:spPr>
          <a:xfrm flipV="1">
            <a:off x="10628742" y="1215403"/>
            <a:ext cx="0" cy="50895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49123F57-B34D-A95C-3DC2-908E36742B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17555" y="1874667"/>
            <a:ext cx="354360" cy="28348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356995F7-2D9B-66F0-BA47-E97DCF961FDC}"/>
              </a:ext>
            </a:extLst>
          </p:cNvPr>
          <p:cNvGrpSpPr/>
          <p:nvPr/>
        </p:nvGrpSpPr>
        <p:grpSpPr>
          <a:xfrm>
            <a:off x="207283" y="3429000"/>
            <a:ext cx="7131985" cy="923330"/>
            <a:chOff x="207283" y="3429000"/>
            <a:chExt cx="7131985" cy="92333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0544773-1730-9776-7B8F-0E6AF526CB9B}"/>
                </a:ext>
              </a:extLst>
            </p:cNvPr>
            <p:cNvSpPr txBox="1"/>
            <p:nvPr/>
          </p:nvSpPr>
          <p:spPr>
            <a:xfrm>
              <a:off x="207283" y="3429000"/>
              <a:ext cx="713198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M-Step : Given estimated </a:t>
              </a:r>
              <a:r>
                <a:rPr lang="en-US" dirty="0">
                  <a:solidFill>
                    <a:schemeClr val="accent1"/>
                  </a:solidFill>
                  <a:latin typeface="Arial Rounded MT Bold" panose="020F0704030504030204" pitchFamily="34" charset="77"/>
                  <a:sym typeface="Wingdings" pitchFamily="2" charset="2"/>
                </a:rPr>
                <a:t>bee color</a:t>
              </a:r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, Calculate </a:t>
              </a:r>
              <a:r>
                <a:rPr lang="en-US" dirty="0">
                  <a:solidFill>
                    <a:schemeClr val="accent2">
                      <a:lumMod val="75000"/>
                    </a:schemeClr>
                  </a:solidFill>
                  <a:latin typeface="Arial Rounded MT Bold" panose="020F0704030504030204" pitchFamily="34" charset="77"/>
                  <a:sym typeface="Wingdings" pitchFamily="2" charset="2"/>
                </a:rPr>
                <a:t>hive locations</a:t>
              </a:r>
              <a:b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</a:br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	 </a:t>
              </a:r>
              <a:b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</a:br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	Given              , estimate  </a:t>
              </a:r>
              <a:endParaRPr lang="en-US" dirty="0">
                <a:latin typeface="Arial Rounded MT Bold" panose="020F0704030504030204" pitchFamily="34" charset="77"/>
              </a:endParaRPr>
            </a:p>
          </p:txBody>
        </p:sp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93350887-13F5-A973-EB58-CFCA10B738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3961" y="3980483"/>
              <a:ext cx="153912" cy="246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DBCD53D-48B3-1164-86A4-7ED430B05F5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2037897" y="3999648"/>
              <a:ext cx="548285" cy="288024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C92A818-216F-40A1-117C-693D26992E84}"/>
              </a:ext>
            </a:extLst>
          </p:cNvPr>
          <p:cNvGrpSpPr/>
          <p:nvPr/>
        </p:nvGrpSpPr>
        <p:grpSpPr>
          <a:xfrm>
            <a:off x="207283" y="812519"/>
            <a:ext cx="7131985" cy="923330"/>
            <a:chOff x="207283" y="812519"/>
            <a:chExt cx="7131985" cy="92333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D91EDA6-D315-AF72-1352-09E6F97CB0B0}"/>
                </a:ext>
              </a:extLst>
            </p:cNvPr>
            <p:cNvSpPr txBox="1"/>
            <p:nvPr/>
          </p:nvSpPr>
          <p:spPr>
            <a:xfrm>
              <a:off x="207283" y="812519"/>
              <a:ext cx="713198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E-Step : Given estimated </a:t>
              </a:r>
              <a:r>
                <a:rPr lang="en-US" dirty="0">
                  <a:solidFill>
                    <a:schemeClr val="accent2">
                      <a:lumMod val="75000"/>
                    </a:schemeClr>
                  </a:solidFill>
                  <a:latin typeface="Arial Rounded MT Bold" panose="020F0704030504030204" pitchFamily="34" charset="77"/>
                  <a:sym typeface="Wingdings" pitchFamily="2" charset="2"/>
                </a:rPr>
                <a:t>hive locations</a:t>
              </a:r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, Calculate </a:t>
              </a:r>
              <a:r>
                <a:rPr lang="en-US" dirty="0">
                  <a:solidFill>
                    <a:schemeClr val="accent1"/>
                  </a:solidFill>
                  <a:latin typeface="Arial Rounded MT Bold" panose="020F0704030504030204" pitchFamily="34" charset="77"/>
                  <a:sym typeface="Wingdings" pitchFamily="2" charset="2"/>
                </a:rPr>
                <a:t>bee color </a:t>
              </a:r>
              <a:b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</a:br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	 </a:t>
              </a:r>
              <a:b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</a:br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	Given     , estimate  </a:t>
              </a:r>
              <a:endParaRPr lang="en-US" dirty="0">
                <a:latin typeface="Arial Rounded MT Bold" panose="020F0704030504030204" pitchFamily="34" charset="77"/>
              </a:endParaRPr>
            </a:p>
          </p:txBody>
        </p:sp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98DA06A5-0F8D-9123-617C-0BF05F0FDA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82481" y="1385213"/>
              <a:ext cx="153912" cy="246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1804C99B-3BE4-768F-7DFA-36E690BDB6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3496473" y="1385213"/>
              <a:ext cx="2296501" cy="31350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202651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1978ED-85A5-A352-D136-4E366BFC7765}"/>
              </a:ext>
            </a:extLst>
          </p:cNvPr>
          <p:cNvSpPr txBox="1"/>
          <p:nvPr/>
        </p:nvSpPr>
        <p:spPr>
          <a:xfrm>
            <a:off x="276411" y="260293"/>
            <a:ext cx="3890104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Flashback and looking forward …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69EC352-3524-4B5D-9A87-C6888E6B3135}"/>
              </a:ext>
            </a:extLst>
          </p:cNvPr>
          <p:cNvGrpSpPr/>
          <p:nvPr/>
        </p:nvGrpSpPr>
        <p:grpSpPr>
          <a:xfrm>
            <a:off x="276411" y="2278873"/>
            <a:ext cx="5619659" cy="3202205"/>
            <a:chOff x="2830278" y="826237"/>
            <a:chExt cx="8990821" cy="5670011"/>
          </a:xfrm>
        </p:grpSpPr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DD31B9E6-2997-BFB8-EA55-CD18BE3A3795}"/>
                </a:ext>
              </a:extLst>
            </p:cNvPr>
            <p:cNvSpPr/>
            <p:nvPr/>
          </p:nvSpPr>
          <p:spPr>
            <a:xfrm>
              <a:off x="2830278" y="3183876"/>
              <a:ext cx="8990821" cy="3312372"/>
            </a:xfrm>
            <a:prstGeom prst="parallelogram">
              <a:avLst>
                <a:gd name="adj" fmla="val 94320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15F77A4-17F4-C115-F279-14034E4D2608}"/>
                </a:ext>
              </a:extLst>
            </p:cNvPr>
            <p:cNvSpPr/>
            <p:nvPr/>
          </p:nvSpPr>
          <p:spPr>
            <a:xfrm>
              <a:off x="7240006" y="4948068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FA6B622-36A2-1BBA-18BE-B2A423BE7E83}"/>
                </a:ext>
              </a:extLst>
            </p:cNvPr>
            <p:cNvSpPr/>
            <p:nvPr/>
          </p:nvSpPr>
          <p:spPr>
            <a:xfrm>
              <a:off x="5313303" y="4319298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0123CCB-AA64-2733-ADBD-52840AA6E34E}"/>
                </a:ext>
              </a:extLst>
            </p:cNvPr>
            <p:cNvSpPr/>
            <p:nvPr/>
          </p:nvSpPr>
          <p:spPr>
            <a:xfrm>
              <a:off x="6157395" y="477209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082E167-3D9C-8DF3-9B49-75FE4FFC4834}"/>
                </a:ext>
              </a:extLst>
            </p:cNvPr>
            <p:cNvSpPr/>
            <p:nvPr/>
          </p:nvSpPr>
          <p:spPr>
            <a:xfrm>
              <a:off x="5416040" y="4998248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875E6ED-5935-3EFA-A8AB-F40DC0EC0028}"/>
                </a:ext>
              </a:extLst>
            </p:cNvPr>
            <p:cNvSpPr/>
            <p:nvPr/>
          </p:nvSpPr>
          <p:spPr>
            <a:xfrm>
              <a:off x="7240006" y="5137491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D1EAA9B-51FF-9871-BF1B-18ECC6761807}"/>
                </a:ext>
              </a:extLst>
            </p:cNvPr>
            <p:cNvSpPr/>
            <p:nvPr/>
          </p:nvSpPr>
          <p:spPr>
            <a:xfrm>
              <a:off x="7680389" y="5197076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4981484-CE20-9981-62FE-C4CB47205F0C}"/>
                </a:ext>
              </a:extLst>
            </p:cNvPr>
            <p:cNvSpPr/>
            <p:nvPr/>
          </p:nvSpPr>
          <p:spPr>
            <a:xfrm>
              <a:off x="5933294" y="5439419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AC6C0E2-6784-18AA-F295-C584A327D818}"/>
                </a:ext>
              </a:extLst>
            </p:cNvPr>
            <p:cNvSpPr/>
            <p:nvPr/>
          </p:nvSpPr>
          <p:spPr>
            <a:xfrm>
              <a:off x="8177751" y="510277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A178223-12BB-E866-B5AF-6D4F113222B1}"/>
                </a:ext>
              </a:extLst>
            </p:cNvPr>
            <p:cNvSpPr/>
            <p:nvPr/>
          </p:nvSpPr>
          <p:spPr>
            <a:xfrm>
              <a:off x="7393716" y="4384426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4B91345-78B5-B02E-CD19-88E6697AB5A7}"/>
                </a:ext>
              </a:extLst>
            </p:cNvPr>
            <p:cNvSpPr/>
            <p:nvPr/>
          </p:nvSpPr>
          <p:spPr>
            <a:xfrm>
              <a:off x="7527622" y="4586949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13E119E-D119-B82E-86AF-9321A0EB6FB7}"/>
                </a:ext>
              </a:extLst>
            </p:cNvPr>
            <p:cNvSpPr/>
            <p:nvPr/>
          </p:nvSpPr>
          <p:spPr>
            <a:xfrm>
              <a:off x="7263897" y="455560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1E76AC9-FAAC-CC9B-528B-60BF7F8C1A9F}"/>
                </a:ext>
              </a:extLst>
            </p:cNvPr>
            <p:cNvSpPr/>
            <p:nvPr/>
          </p:nvSpPr>
          <p:spPr>
            <a:xfrm>
              <a:off x="9474129" y="4323671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01D7AF1-6894-494F-7997-A1D97D46DB0F}"/>
                </a:ext>
              </a:extLst>
            </p:cNvPr>
            <p:cNvSpPr/>
            <p:nvPr/>
          </p:nvSpPr>
          <p:spPr>
            <a:xfrm>
              <a:off x="7004550" y="5254649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3D74526-B15E-FC41-6300-09B2D52AB489}"/>
                </a:ext>
              </a:extLst>
            </p:cNvPr>
            <p:cNvSpPr/>
            <p:nvPr/>
          </p:nvSpPr>
          <p:spPr>
            <a:xfrm>
              <a:off x="6023445" y="4920606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22A7E75-DA6E-66DD-F6EC-BF6D0D43C056}"/>
                </a:ext>
              </a:extLst>
            </p:cNvPr>
            <p:cNvSpPr/>
            <p:nvPr/>
          </p:nvSpPr>
          <p:spPr>
            <a:xfrm>
              <a:off x="6362322" y="4998119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2E0C4A3-6712-F17F-AE26-241E7B5E91B9}"/>
                </a:ext>
              </a:extLst>
            </p:cNvPr>
            <p:cNvSpPr/>
            <p:nvPr/>
          </p:nvSpPr>
          <p:spPr>
            <a:xfrm>
              <a:off x="5313303" y="5245125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2128E6C1-0972-9576-EC05-9B96276982AB}"/>
                </a:ext>
              </a:extLst>
            </p:cNvPr>
            <p:cNvSpPr/>
            <p:nvPr/>
          </p:nvSpPr>
          <p:spPr>
            <a:xfrm>
              <a:off x="7444933" y="5363515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C8E78C3-A020-3855-E9CB-CE6A6CB4DC5E}"/>
                </a:ext>
              </a:extLst>
            </p:cNvPr>
            <p:cNvSpPr/>
            <p:nvPr/>
          </p:nvSpPr>
          <p:spPr>
            <a:xfrm>
              <a:off x="7885316" y="5423100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7201D4BC-0D07-E61A-EC6E-C8260A3C5E65}"/>
                </a:ext>
              </a:extLst>
            </p:cNvPr>
            <p:cNvSpPr/>
            <p:nvPr/>
          </p:nvSpPr>
          <p:spPr>
            <a:xfrm>
              <a:off x="4967912" y="573079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CD48E61-DF69-8376-0814-BEB35531FC5E}"/>
                </a:ext>
              </a:extLst>
            </p:cNvPr>
            <p:cNvSpPr/>
            <p:nvPr/>
          </p:nvSpPr>
          <p:spPr>
            <a:xfrm>
              <a:off x="8877196" y="5354905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783F831-4AA2-687D-6AB2-85D2372BD743}"/>
                </a:ext>
              </a:extLst>
            </p:cNvPr>
            <p:cNvSpPr/>
            <p:nvPr/>
          </p:nvSpPr>
          <p:spPr>
            <a:xfrm>
              <a:off x="7598643" y="4610450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10313D0-78ED-073B-A17F-1199158E5775}"/>
                </a:ext>
              </a:extLst>
            </p:cNvPr>
            <p:cNvSpPr/>
            <p:nvPr/>
          </p:nvSpPr>
          <p:spPr>
            <a:xfrm>
              <a:off x="7732550" y="4812972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5A52D9C4-388A-33CA-CE8D-A5D305E91D5C}"/>
                </a:ext>
              </a:extLst>
            </p:cNvPr>
            <p:cNvSpPr/>
            <p:nvPr/>
          </p:nvSpPr>
          <p:spPr>
            <a:xfrm>
              <a:off x="7468824" y="4781630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8E3338A-9C05-7151-4E2C-85E4E117F839}"/>
                </a:ext>
              </a:extLst>
            </p:cNvPr>
            <p:cNvSpPr/>
            <p:nvPr/>
          </p:nvSpPr>
          <p:spPr>
            <a:xfrm>
              <a:off x="9679056" y="4549694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BF0CBB7E-5324-DE93-55F6-164E9CFF4DC4}"/>
                </a:ext>
              </a:extLst>
            </p:cNvPr>
            <p:cNvSpPr/>
            <p:nvPr/>
          </p:nvSpPr>
          <p:spPr>
            <a:xfrm>
              <a:off x="6659781" y="4562902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17061AC-5CD1-7AA0-6F03-6B648B644DFE}"/>
                </a:ext>
              </a:extLst>
            </p:cNvPr>
            <p:cNvSpPr/>
            <p:nvPr/>
          </p:nvSpPr>
          <p:spPr>
            <a:xfrm>
              <a:off x="7100164" y="4622486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915EDCD3-59A8-11F1-7B22-051D75EE81F4}"/>
                </a:ext>
              </a:extLst>
            </p:cNvPr>
            <p:cNvSpPr/>
            <p:nvPr/>
          </p:nvSpPr>
          <p:spPr>
            <a:xfrm>
              <a:off x="7597527" y="452818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F8E88D33-D075-57B1-2A03-6D8780CDB536}"/>
                </a:ext>
              </a:extLst>
            </p:cNvPr>
            <p:cNvSpPr/>
            <p:nvPr/>
          </p:nvSpPr>
          <p:spPr>
            <a:xfrm>
              <a:off x="6813491" y="380983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17390108-0257-A063-02D5-C29E5E8DD2E9}"/>
                </a:ext>
              </a:extLst>
            </p:cNvPr>
            <p:cNvSpPr/>
            <p:nvPr/>
          </p:nvSpPr>
          <p:spPr>
            <a:xfrm>
              <a:off x="6947398" y="4012359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E5460E35-C3C1-F09E-E813-6FD812B5FF43}"/>
                </a:ext>
              </a:extLst>
            </p:cNvPr>
            <p:cNvSpPr/>
            <p:nvPr/>
          </p:nvSpPr>
          <p:spPr>
            <a:xfrm>
              <a:off x="6683672" y="398101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ECEF457E-0DCC-B154-4DB6-3176CDE6E6B7}"/>
                </a:ext>
              </a:extLst>
            </p:cNvPr>
            <p:cNvSpPr/>
            <p:nvPr/>
          </p:nvSpPr>
          <p:spPr>
            <a:xfrm>
              <a:off x="8893904" y="3749081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57C44821-6A08-9D5E-1142-DF68D03B6ED5}"/>
                </a:ext>
              </a:extLst>
            </p:cNvPr>
            <p:cNvSpPr/>
            <p:nvPr/>
          </p:nvSpPr>
          <p:spPr>
            <a:xfrm>
              <a:off x="6004628" y="448766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893A03B4-2682-E9F2-928F-47206D72EFFC}"/>
                </a:ext>
              </a:extLst>
            </p:cNvPr>
            <p:cNvSpPr/>
            <p:nvPr/>
          </p:nvSpPr>
          <p:spPr>
            <a:xfrm>
              <a:off x="6864709" y="4788925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F4D1CD0D-E363-CFAA-403F-5C272C92D52F}"/>
                </a:ext>
              </a:extLst>
            </p:cNvPr>
            <p:cNvSpPr/>
            <p:nvPr/>
          </p:nvSpPr>
          <p:spPr>
            <a:xfrm>
              <a:off x="6577102" y="6049562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AA7F2EF1-0D9D-0D18-673B-E6E7DEA617A1}"/>
                </a:ext>
              </a:extLst>
            </p:cNvPr>
            <p:cNvSpPr/>
            <p:nvPr/>
          </p:nvSpPr>
          <p:spPr>
            <a:xfrm>
              <a:off x="7802455" y="4754210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98C8EFF3-863B-8F03-0A73-BB1CCE7455EF}"/>
                </a:ext>
              </a:extLst>
            </p:cNvPr>
            <p:cNvSpPr/>
            <p:nvPr/>
          </p:nvSpPr>
          <p:spPr>
            <a:xfrm>
              <a:off x="7211123" y="405588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B3C780C3-9DC3-7EC4-E4E5-F960DEB82498}"/>
                </a:ext>
              </a:extLst>
            </p:cNvPr>
            <p:cNvSpPr/>
            <p:nvPr/>
          </p:nvSpPr>
          <p:spPr>
            <a:xfrm>
              <a:off x="7152325" y="4238382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BC029E12-D404-C625-D90B-DC0FE080306B}"/>
                </a:ext>
              </a:extLst>
            </p:cNvPr>
            <p:cNvSpPr/>
            <p:nvPr/>
          </p:nvSpPr>
          <p:spPr>
            <a:xfrm>
              <a:off x="6888599" y="4207040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66C2E4F3-3E8A-331C-2785-67B4132D4E52}"/>
                </a:ext>
              </a:extLst>
            </p:cNvPr>
            <p:cNvSpPr/>
            <p:nvPr/>
          </p:nvSpPr>
          <p:spPr>
            <a:xfrm>
              <a:off x="8618242" y="452818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6FC77DD-42C4-7590-842E-4E82CF1C006F}"/>
                </a:ext>
              </a:extLst>
            </p:cNvPr>
            <p:cNvSpPr/>
            <p:nvPr/>
          </p:nvSpPr>
          <p:spPr>
            <a:xfrm>
              <a:off x="7840900" y="4536414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8269D35F-1FA7-4B3D-DC59-3246010C8F3C}"/>
                </a:ext>
              </a:extLst>
            </p:cNvPr>
            <p:cNvSpPr/>
            <p:nvPr/>
          </p:nvSpPr>
          <p:spPr>
            <a:xfrm>
              <a:off x="5914197" y="3907644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5512215C-9B92-D273-B347-7D64EF4C45ED}"/>
                </a:ext>
              </a:extLst>
            </p:cNvPr>
            <p:cNvSpPr/>
            <p:nvPr/>
          </p:nvSpPr>
          <p:spPr>
            <a:xfrm>
              <a:off x="6758289" y="4360442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0072B1AE-C3EA-2D08-4576-8D72F7A4EE36}"/>
                </a:ext>
              </a:extLst>
            </p:cNvPr>
            <p:cNvSpPr/>
            <p:nvPr/>
          </p:nvSpPr>
          <p:spPr>
            <a:xfrm>
              <a:off x="6016934" y="4586594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664E0535-9825-6927-2B54-B0142D6DC053}"/>
                </a:ext>
              </a:extLst>
            </p:cNvPr>
            <p:cNvSpPr/>
            <p:nvPr/>
          </p:nvSpPr>
          <p:spPr>
            <a:xfrm>
              <a:off x="7840900" y="472583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22D4A865-F5DE-87E1-5260-1DBFAAAFEB69}"/>
                </a:ext>
              </a:extLst>
            </p:cNvPr>
            <p:cNvSpPr/>
            <p:nvPr/>
          </p:nvSpPr>
          <p:spPr>
            <a:xfrm>
              <a:off x="8281283" y="4785422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63773F4A-5F69-38B8-DA37-D34F3B514A41}"/>
                </a:ext>
              </a:extLst>
            </p:cNvPr>
            <p:cNvSpPr/>
            <p:nvPr/>
          </p:nvSpPr>
          <p:spPr>
            <a:xfrm>
              <a:off x="6534188" y="5027765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35E580FC-FAA8-968F-C85A-B68367B6C306}"/>
                </a:ext>
              </a:extLst>
            </p:cNvPr>
            <p:cNvSpPr/>
            <p:nvPr/>
          </p:nvSpPr>
          <p:spPr>
            <a:xfrm>
              <a:off x="8778645" y="469112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A36338C0-4C1C-BA93-A05F-43FCEF339E85}"/>
                </a:ext>
              </a:extLst>
            </p:cNvPr>
            <p:cNvSpPr/>
            <p:nvPr/>
          </p:nvSpPr>
          <p:spPr>
            <a:xfrm>
              <a:off x="7994610" y="3972772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75961D15-28F5-77F1-1B7D-176867A17340}"/>
                </a:ext>
              </a:extLst>
            </p:cNvPr>
            <p:cNvSpPr/>
            <p:nvPr/>
          </p:nvSpPr>
          <p:spPr>
            <a:xfrm>
              <a:off x="8128516" y="4175295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4C241804-FD3D-0C75-B9B8-511CD384A934}"/>
                </a:ext>
              </a:extLst>
            </p:cNvPr>
            <p:cNvSpPr/>
            <p:nvPr/>
          </p:nvSpPr>
          <p:spPr>
            <a:xfrm>
              <a:off x="7864791" y="414395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A761DC73-E252-4DBE-E1C1-BEADD3B4026E}"/>
                </a:ext>
              </a:extLst>
            </p:cNvPr>
            <p:cNvSpPr/>
            <p:nvPr/>
          </p:nvSpPr>
          <p:spPr>
            <a:xfrm>
              <a:off x="10075023" y="391201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8D84FCDD-DCF3-F242-A39E-4AD353DC5760}"/>
                </a:ext>
              </a:extLst>
            </p:cNvPr>
            <p:cNvSpPr/>
            <p:nvPr/>
          </p:nvSpPr>
          <p:spPr>
            <a:xfrm>
              <a:off x="7605444" y="4842994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6BBACE60-B788-6091-0D04-62C7209F5CEA}"/>
                </a:ext>
              </a:extLst>
            </p:cNvPr>
            <p:cNvSpPr/>
            <p:nvPr/>
          </p:nvSpPr>
          <p:spPr>
            <a:xfrm>
              <a:off x="6041288" y="4294608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1BD67AE1-5EB7-F2A1-16D5-47E4855DDB98}"/>
                </a:ext>
              </a:extLst>
            </p:cNvPr>
            <p:cNvSpPr/>
            <p:nvPr/>
          </p:nvSpPr>
          <p:spPr>
            <a:xfrm>
              <a:off x="6963216" y="4586465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0A272C0A-F132-B279-8F83-A0FB6B8E47C7}"/>
                </a:ext>
              </a:extLst>
            </p:cNvPr>
            <p:cNvSpPr/>
            <p:nvPr/>
          </p:nvSpPr>
          <p:spPr>
            <a:xfrm>
              <a:off x="4386357" y="5211509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5634E330-3C66-66BE-D7E8-523D3AF3DCE6}"/>
                </a:ext>
              </a:extLst>
            </p:cNvPr>
            <p:cNvSpPr/>
            <p:nvPr/>
          </p:nvSpPr>
          <p:spPr>
            <a:xfrm>
              <a:off x="8045827" y="4951861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1817E320-D1C8-3941-1F3F-915A3ED7D198}"/>
                </a:ext>
              </a:extLst>
            </p:cNvPr>
            <p:cNvSpPr/>
            <p:nvPr/>
          </p:nvSpPr>
          <p:spPr>
            <a:xfrm>
              <a:off x="8486210" y="5011446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AFE541D7-F04E-F450-F65D-9DD93B54C0BB}"/>
                </a:ext>
              </a:extLst>
            </p:cNvPr>
            <p:cNvSpPr/>
            <p:nvPr/>
          </p:nvSpPr>
          <p:spPr>
            <a:xfrm>
              <a:off x="5568806" y="531914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52084488-2062-5414-D78E-453E7B084592}"/>
                </a:ext>
              </a:extLst>
            </p:cNvPr>
            <p:cNvSpPr/>
            <p:nvPr/>
          </p:nvSpPr>
          <p:spPr>
            <a:xfrm>
              <a:off x="9478090" y="4943251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CFC1ECD1-6A74-76E6-EB36-F54A76199156}"/>
                </a:ext>
              </a:extLst>
            </p:cNvPr>
            <p:cNvSpPr/>
            <p:nvPr/>
          </p:nvSpPr>
          <p:spPr>
            <a:xfrm>
              <a:off x="8222484" y="352720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235E745C-0EF6-8D32-ED71-709D3D43E8AB}"/>
                </a:ext>
              </a:extLst>
            </p:cNvPr>
            <p:cNvSpPr/>
            <p:nvPr/>
          </p:nvSpPr>
          <p:spPr>
            <a:xfrm>
              <a:off x="8333444" y="440131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D0485F31-18EF-7464-2F56-23340242BAE9}"/>
                </a:ext>
              </a:extLst>
            </p:cNvPr>
            <p:cNvSpPr/>
            <p:nvPr/>
          </p:nvSpPr>
          <p:spPr>
            <a:xfrm>
              <a:off x="8069718" y="4369976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95D66EA-F661-7395-007A-3B5F3C7DD2C8}"/>
                </a:ext>
              </a:extLst>
            </p:cNvPr>
            <p:cNvSpPr/>
            <p:nvPr/>
          </p:nvSpPr>
          <p:spPr>
            <a:xfrm>
              <a:off x="10279950" y="4138039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CE3C330C-91B3-4E8D-C75E-644AE740CFC9}"/>
                </a:ext>
              </a:extLst>
            </p:cNvPr>
            <p:cNvSpPr/>
            <p:nvPr/>
          </p:nvSpPr>
          <p:spPr>
            <a:xfrm>
              <a:off x="7260675" y="4151248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EF88718-AFE2-6420-AC54-9E6F4EF0BBED}"/>
                </a:ext>
              </a:extLst>
            </p:cNvPr>
            <p:cNvSpPr/>
            <p:nvPr/>
          </p:nvSpPr>
          <p:spPr>
            <a:xfrm>
              <a:off x="7548165" y="3701395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43593FCB-4631-1DC0-E2F4-C333B1ACF7FD}"/>
                </a:ext>
              </a:extLst>
            </p:cNvPr>
            <p:cNvSpPr/>
            <p:nvPr/>
          </p:nvSpPr>
          <p:spPr>
            <a:xfrm>
              <a:off x="9922256" y="359709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D03F0FAA-B818-FD79-42DA-C77550255946}"/>
                </a:ext>
              </a:extLst>
            </p:cNvPr>
            <p:cNvSpPr/>
            <p:nvPr/>
          </p:nvSpPr>
          <p:spPr>
            <a:xfrm>
              <a:off x="7414385" y="339818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A13DAD46-7E9A-00DE-E76C-14D596811B4F}"/>
                </a:ext>
              </a:extLst>
            </p:cNvPr>
            <p:cNvSpPr/>
            <p:nvPr/>
          </p:nvSpPr>
          <p:spPr>
            <a:xfrm>
              <a:off x="5761430" y="3728138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A182A1B3-7897-E75E-DB7C-36037AF3A53F}"/>
                </a:ext>
              </a:extLst>
            </p:cNvPr>
            <p:cNvSpPr/>
            <p:nvPr/>
          </p:nvSpPr>
          <p:spPr>
            <a:xfrm>
              <a:off x="7284566" y="356936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1C2334EF-A1D5-0927-0AC5-239B99BD63EC}"/>
                </a:ext>
              </a:extLst>
            </p:cNvPr>
            <p:cNvSpPr/>
            <p:nvPr/>
          </p:nvSpPr>
          <p:spPr>
            <a:xfrm>
              <a:off x="9494798" y="333742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2710D54B-F3CE-08C9-7389-470D649A7543}"/>
                </a:ext>
              </a:extLst>
            </p:cNvPr>
            <p:cNvSpPr/>
            <p:nvPr/>
          </p:nvSpPr>
          <p:spPr>
            <a:xfrm>
              <a:off x="6605522" y="407601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7A5A52E8-AC1C-769B-5A84-482D42F7B9C6}"/>
                </a:ext>
              </a:extLst>
            </p:cNvPr>
            <p:cNvSpPr/>
            <p:nvPr/>
          </p:nvSpPr>
          <p:spPr>
            <a:xfrm>
              <a:off x="7465602" y="4377271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E01B644A-75EE-3674-3CE3-AE5C807D8114}"/>
                </a:ext>
              </a:extLst>
            </p:cNvPr>
            <p:cNvSpPr/>
            <p:nvPr/>
          </p:nvSpPr>
          <p:spPr>
            <a:xfrm>
              <a:off x="7177996" y="5637908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B00902F8-B5FF-1D5D-7C96-A7605B6F349D}"/>
                </a:ext>
              </a:extLst>
            </p:cNvPr>
            <p:cNvSpPr/>
            <p:nvPr/>
          </p:nvSpPr>
          <p:spPr>
            <a:xfrm>
              <a:off x="8743938" y="411999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26C22DF8-1325-B204-F702-18533618C7B3}"/>
                </a:ext>
              </a:extLst>
            </p:cNvPr>
            <p:cNvSpPr/>
            <p:nvPr/>
          </p:nvSpPr>
          <p:spPr>
            <a:xfrm>
              <a:off x="7812017" y="3644229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1760A932-CA06-9037-6854-EBC2512CC075}"/>
                </a:ext>
              </a:extLst>
            </p:cNvPr>
            <p:cNvSpPr/>
            <p:nvPr/>
          </p:nvSpPr>
          <p:spPr>
            <a:xfrm>
              <a:off x="6023920" y="337134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F6760DB2-D829-C037-E8D8-01AC6A0176F7}"/>
                </a:ext>
              </a:extLst>
            </p:cNvPr>
            <p:cNvSpPr/>
            <p:nvPr/>
          </p:nvSpPr>
          <p:spPr>
            <a:xfrm>
              <a:off x="5611396" y="397296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821C69E7-BD69-F626-7DD5-7758A575F498}"/>
                </a:ext>
              </a:extLst>
            </p:cNvPr>
            <p:cNvSpPr/>
            <p:nvPr/>
          </p:nvSpPr>
          <p:spPr>
            <a:xfrm>
              <a:off x="9219136" y="411653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1" name="Picture 6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4E301685-DA7A-B395-B796-508B773DC7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45059" y="826237"/>
              <a:ext cx="4902845" cy="28315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8" name="Picture 6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504AC581-17C2-06D6-E539-B5E2571DAE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64195" y="1288585"/>
              <a:ext cx="4571764" cy="28315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95" name="Picture 94">
            <a:extLst>
              <a:ext uri="{FF2B5EF4-FFF2-40B4-BE49-F238E27FC236}">
                <a16:creationId xmlns:a16="http://schemas.microsoft.com/office/drawing/2014/main" id="{37FFF926-4086-B472-DF58-15F2319D06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0685" y="1846985"/>
            <a:ext cx="4250694" cy="431888"/>
          </a:xfrm>
          <a:prstGeom prst="rect">
            <a:avLst/>
          </a:prstGeom>
        </p:spPr>
      </p:pic>
      <p:grpSp>
        <p:nvGrpSpPr>
          <p:cNvPr id="99" name="Group 98">
            <a:extLst>
              <a:ext uri="{FF2B5EF4-FFF2-40B4-BE49-F238E27FC236}">
                <a16:creationId xmlns:a16="http://schemas.microsoft.com/office/drawing/2014/main" id="{BE4CFCF5-0F42-ECBE-2C34-DD90F1D60393}"/>
              </a:ext>
            </a:extLst>
          </p:cNvPr>
          <p:cNvGrpSpPr/>
          <p:nvPr/>
        </p:nvGrpSpPr>
        <p:grpSpPr>
          <a:xfrm>
            <a:off x="7566799" y="2406025"/>
            <a:ext cx="4377544" cy="2472347"/>
            <a:chOff x="7550685" y="3262446"/>
            <a:chExt cx="4377544" cy="2472347"/>
          </a:xfrm>
        </p:grpSpPr>
        <p:pic>
          <p:nvPicPr>
            <p:cNvPr id="96" name="Picture 95" descr="Discrete Latent Spaces: Generative AI II - Synthesis AI">
              <a:extLst>
                <a:ext uri="{FF2B5EF4-FFF2-40B4-BE49-F238E27FC236}">
                  <a16:creationId xmlns:a16="http://schemas.microsoft.com/office/drawing/2014/main" id="{3AAFE938-6991-0D35-EA50-BDABAAC9B5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50686" y="3262446"/>
              <a:ext cx="4377543" cy="24723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7" name="Picture 6" descr="Beginner Chess Strategy: 5 Must-Know Tips - by GM Noël Studer">
              <a:extLst>
                <a:ext uri="{FF2B5EF4-FFF2-40B4-BE49-F238E27FC236}">
                  <a16:creationId xmlns:a16="http://schemas.microsoft.com/office/drawing/2014/main" id="{17188883-1F32-81EA-A9C4-457BE5A387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50685" y="3340581"/>
              <a:ext cx="966585" cy="9570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8" name="Picture 6" descr="Beginner Chess Strategy: 5 Must-Know Tips - by GM Noël Studer">
              <a:extLst>
                <a:ext uri="{FF2B5EF4-FFF2-40B4-BE49-F238E27FC236}">
                  <a16:creationId xmlns:a16="http://schemas.microsoft.com/office/drawing/2014/main" id="{EDFA54FA-36C4-C14D-9495-3E14F3351C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56464" y="3340581"/>
              <a:ext cx="966585" cy="9570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0" name="Picture 99">
            <a:extLst>
              <a:ext uri="{FF2B5EF4-FFF2-40B4-BE49-F238E27FC236}">
                <a16:creationId xmlns:a16="http://schemas.microsoft.com/office/drawing/2014/main" id="{BF527F33-50EE-3295-45A5-94C2BC8226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4882" y="1846250"/>
            <a:ext cx="1943100" cy="355600"/>
          </a:xfrm>
          <a:prstGeom prst="rect">
            <a:avLst/>
          </a:prstGeom>
        </p:spPr>
      </p:pic>
      <p:sp>
        <p:nvSpPr>
          <p:cNvPr id="101" name="TextBox 100">
            <a:extLst>
              <a:ext uri="{FF2B5EF4-FFF2-40B4-BE49-F238E27FC236}">
                <a16:creationId xmlns:a16="http://schemas.microsoft.com/office/drawing/2014/main" id="{74F28852-ADD9-8A7B-6A2D-C62BB7625E2A}"/>
              </a:ext>
            </a:extLst>
          </p:cNvPr>
          <p:cNvSpPr txBox="1"/>
          <p:nvPr/>
        </p:nvSpPr>
        <p:spPr>
          <a:xfrm>
            <a:off x="1722654" y="1799153"/>
            <a:ext cx="603050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EM: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D9656E2-C2B2-5D70-EDE4-ABA438DB6DAC}"/>
              </a:ext>
            </a:extLst>
          </p:cNvPr>
          <p:cNvSpPr txBox="1"/>
          <p:nvPr/>
        </p:nvSpPr>
        <p:spPr>
          <a:xfrm>
            <a:off x="6793269" y="1878263"/>
            <a:ext cx="724365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VAE:</a:t>
            </a:r>
          </a:p>
        </p:txBody>
      </p:sp>
    </p:spTree>
    <p:extLst>
      <p:ext uri="{BB962C8B-B14F-4D97-AF65-F5344CB8AC3E}">
        <p14:creationId xmlns:p14="http://schemas.microsoft.com/office/powerpoint/2010/main" val="1424162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7F815F-D0F8-9AD8-2381-878DBF88C9C3}"/>
              </a:ext>
            </a:extLst>
          </p:cNvPr>
          <p:cNvSpPr txBox="1"/>
          <p:nvPr/>
        </p:nvSpPr>
        <p:spPr>
          <a:xfrm>
            <a:off x="5189149" y="3244334"/>
            <a:ext cx="1317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77"/>
                <a:ea typeface="+mn-ea"/>
                <a:cs typeface="+mn-cs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2556243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1530</Words>
  <Application>Microsoft Office PowerPoint</Application>
  <PresentationFormat>Widescreen</PresentationFormat>
  <Paragraphs>236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Aptos</vt:lpstr>
      <vt:lpstr>Aptos Display</vt:lpstr>
      <vt:lpstr>Arial</vt:lpstr>
      <vt:lpstr>Arial Rounded MT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Wei, Yu-Lin</dc:creator>
  <cp:lastModifiedBy>Wei, Yu-Lin</cp:lastModifiedBy>
  <cp:revision>3</cp:revision>
  <dcterms:created xsi:type="dcterms:W3CDTF">2024-11-11T15:33:34Z</dcterms:created>
  <dcterms:modified xsi:type="dcterms:W3CDTF">2024-11-11T15:40:38Z</dcterms:modified>
</cp:coreProperties>
</file>