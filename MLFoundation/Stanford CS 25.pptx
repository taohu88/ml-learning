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y="5143500" cx="9144000"/>
  <p:notesSz cx="6858000" cy="9144000"/>
  <p:embeddedFontLst>
    <p:embeddedFont>
      <p:font typeface="Roboto"/>
      <p:regular r:id="rId74"/>
      <p:bold r:id="rId75"/>
      <p:italic r:id="rId76"/>
      <p:boldItalic r:id="rId77"/>
    </p:embeddedFont>
    <p:embeddedFont>
      <p:font typeface="Roboto Light"/>
      <p:regular r:id="rId78"/>
      <p:bold r:id="rId79"/>
      <p:italic r:id="rId80"/>
      <p:boldItalic r:id="rId81"/>
    </p:embeddedFont>
    <p:embeddedFont>
      <p:font typeface="Roboto Mono"/>
      <p:regular r:id="rId82"/>
      <p:bold r:id="rId83"/>
      <p:italic r:id="rId84"/>
      <p:boldItalic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4F61EB-9F4D-4772-B5CA-0CA35B3376C2}">
  <a:tblStyle styleId="{EB4F61EB-9F4D-4772-B5CA-0CA35B3376C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RobotoMono-italic.fntdata"/><Relationship Id="rId83" Type="http://schemas.openxmlformats.org/officeDocument/2006/relationships/font" Target="fonts/RobotoMono-bold.fntdata"/><Relationship Id="rId42" Type="http://schemas.openxmlformats.org/officeDocument/2006/relationships/slide" Target="slides/slide36.xml"/><Relationship Id="rId41" Type="http://schemas.openxmlformats.org/officeDocument/2006/relationships/slide" Target="slides/slide35.xml"/><Relationship Id="rId85" Type="http://schemas.openxmlformats.org/officeDocument/2006/relationships/font" Target="fonts/RobotoMono-boldItalic.fnt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RobotoLight-italic.fntdata"/><Relationship Id="rId82" Type="http://schemas.openxmlformats.org/officeDocument/2006/relationships/font" Target="fonts/RobotoMono-regular.fntdata"/><Relationship Id="rId81" Type="http://schemas.openxmlformats.org/officeDocument/2006/relationships/font" Target="fonts/Roboto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Roboto-bold.fntdata"/><Relationship Id="rId30" Type="http://schemas.openxmlformats.org/officeDocument/2006/relationships/slide" Target="slides/slide24.xml"/><Relationship Id="rId74" Type="http://schemas.openxmlformats.org/officeDocument/2006/relationships/font" Target="fonts/Roboto-regular.fntdata"/><Relationship Id="rId33" Type="http://schemas.openxmlformats.org/officeDocument/2006/relationships/slide" Target="slides/slide27.xml"/><Relationship Id="rId77" Type="http://schemas.openxmlformats.org/officeDocument/2006/relationships/font" Target="fonts/Roboto-boldItalic.fntdata"/><Relationship Id="rId32" Type="http://schemas.openxmlformats.org/officeDocument/2006/relationships/slide" Target="slides/slide26.xml"/><Relationship Id="rId76" Type="http://schemas.openxmlformats.org/officeDocument/2006/relationships/font" Target="fonts/Roboto-italic.fntdata"/><Relationship Id="rId35" Type="http://schemas.openxmlformats.org/officeDocument/2006/relationships/slide" Target="slides/slide29.xml"/><Relationship Id="rId79" Type="http://schemas.openxmlformats.org/officeDocument/2006/relationships/font" Target="fonts/RobotoLight-bold.fntdata"/><Relationship Id="rId34" Type="http://schemas.openxmlformats.org/officeDocument/2006/relationships/slide" Target="slides/slide28.xml"/><Relationship Id="rId78" Type="http://schemas.openxmlformats.org/officeDocument/2006/relationships/font" Target="fonts/RobotoLight-regular.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885e521b5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885e521b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AI is </a:t>
            </a:r>
            <a:r>
              <a:rPr lang="en">
                <a:solidFill>
                  <a:schemeClr val="dk1"/>
                </a:solidFill>
              </a:rPr>
              <a:t>developing</a:t>
            </a:r>
            <a:r>
              <a:rPr lang="en">
                <a:solidFill>
                  <a:schemeClr val="dk1"/>
                </a:solidFill>
              </a:rPr>
              <a:t> at such an overwhelming pace that it is hard to keep up. Instead of spending all our energy catching up </a:t>
            </a:r>
            <a:r>
              <a:rPr lang="en">
                <a:solidFill>
                  <a:schemeClr val="dk1"/>
                </a:solidFill>
              </a:rPr>
              <a:t>with the latest development</a:t>
            </a:r>
            <a:r>
              <a:rPr lang="en">
                <a:solidFill>
                  <a:schemeClr val="dk1"/>
                </a:solidFill>
              </a:rPr>
              <a:t>, I argue that we should study the change itself. First step is to identify and understand the driving force behind the change. For AI, it is the exponentially cheaper compute and associated scaling. </a:t>
            </a:r>
            <a:r>
              <a:rPr lang="en">
                <a:solidFill>
                  <a:schemeClr val="dk1"/>
                </a:solidFill>
              </a:rPr>
              <a:t>I will provide a highly-opinionated view on the early history of Transformer architectures, focusing on what motivated each development and how each became less relevant with more compute. This analysis will help us connect the past and present in a unified perspective, which in turn makes it more manageable to project where the field is heading.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Let’s look into how we can shape the future of AI</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6e4534ad50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6e4534ad50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I add “case study for transformer architecture”, then this slide can be outline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6e4534ad50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6e4534ad50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Why engage in the difficult activity of predicting the future?</a:t>
            </a:r>
            <a:endParaRPr/>
          </a:p>
          <a:p>
            <a:pPr indent="0" lvl="0" marL="0" rtl="0" algn="l">
              <a:spcBef>
                <a:spcPts val="0"/>
              </a:spcBef>
              <a:spcAft>
                <a:spcPts val="0"/>
              </a:spcAft>
              <a:buClr>
                <a:schemeClr val="dk1"/>
              </a:buClr>
              <a:buSzPts val="1100"/>
              <a:buFont typeface="Arial"/>
              <a:buNone/>
            </a:pPr>
            <a:r>
              <a:rPr lang="en"/>
              <a:t>Say increase the accuracy from 1% to 10%</a:t>
            </a:r>
            <a:endParaRPr/>
          </a:p>
          <a:p>
            <a:pPr indent="0" lvl="0" marL="0" rtl="0" algn="l">
              <a:spcBef>
                <a:spcPts val="0"/>
              </a:spcBef>
              <a:spcAft>
                <a:spcPts val="0"/>
              </a:spcAft>
              <a:buClr>
                <a:schemeClr val="dk1"/>
              </a:buClr>
              <a:buSzPts val="1100"/>
              <a:buFont typeface="Arial"/>
              <a:buNone/>
            </a:pPr>
            <a:r>
              <a:rPr lang="en"/>
              <a:t>Make 100 predictions</a:t>
            </a:r>
            <a:endParaRPr/>
          </a:p>
          <a:p>
            <a:pPr indent="0" lvl="0" marL="0" rtl="0" algn="l">
              <a:spcBef>
                <a:spcPts val="0"/>
              </a:spcBef>
              <a:spcAft>
                <a:spcPts val="0"/>
              </a:spcAft>
              <a:buClr>
                <a:schemeClr val="dk1"/>
              </a:buClr>
              <a:buSzPts val="1100"/>
              <a:buFont typeface="Arial"/>
              <a:buNone/>
            </a:pPr>
            <a:r>
              <a:rPr lang="en"/>
              <a:t>10 of them are right</a:t>
            </a:r>
            <a:endParaRPr/>
          </a:p>
          <a:p>
            <a:pPr indent="0" lvl="0" marL="0" rtl="0" algn="l">
              <a:spcBef>
                <a:spcPts val="0"/>
              </a:spcBef>
              <a:spcAft>
                <a:spcPts val="0"/>
              </a:spcAft>
              <a:buNone/>
            </a:pPr>
            <a:r>
              <a:rPr lang="en"/>
              <a:t>1 of them can have outsized impact, overshadowing everything else.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6e4534ad50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6e4534ad50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ca02eb92d5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ca02eb92d5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argue that AI research is probably close to the left hand side than it appears at the surface level because there is a dominant driving force.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6e4534ad50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6e4534ad50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argue that AI research is probably close to the left hand side than it appears at the surface level because there is a dominant driving force.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9bf76179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9bf76179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rarely see such an exponential trend over such a long period of time.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9bf7617924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9bf7617924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e4534ad50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e4534ad50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6e4534ad5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6e4534ad5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Usually the more human input (e.g. modeling assumptions) the less scalable the method is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Compute is getting cheaper faster than we are becoming better researchers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An example is deep learning vs classical ML. Why did DL take off? It was more scalable. Why is it more scalable? Because it gives more degree of freedom (i.e. less structure) to the model.</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6e4534ad5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6e4534ad5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Usually the more human input (e.g. modeling assumptions) the less scalable the method is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Compute is getting cheaper faster than we are becoming better researchers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An example is deep learning vs classical ML. Why did DL take off? It was more scalable. Why is it more scalable? Because it gives more degree of freedom (i.e. less structure) to the model.</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6e4534ad5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6e4534ad5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Usually the more human input (e.g. modeling assumptions) the less scalable the method is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Compute is getting cheaper faster than we are becoming better researchers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An example is deep learning vs classical ML. Why did DL take off? It was more scalable. Why is it more scalable? Because it gives more degree of freedom (i.e. less structure) to the model.</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6e4534ad50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6e4534ad50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Usually the more human input (e.g. modeling assumptions) the less scalable the method is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Compute is getting cheaper faster than we are becoming better researchers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An example is deep learning vs classical ML. Why did DL take off? It was more scalable. Why is it more scalable? Because it gives more degree of freedom (i.e. less structure) to the model.</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6e4534ad50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6e4534ad50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6e341ada26_0_6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6e341ada26_0_6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6e4534ad5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6e4534ad5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6e4534ad50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6e4534ad50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of them are called </a:t>
            </a:r>
            <a:r>
              <a:rPr lang="en"/>
              <a:t>transformers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ca02eb92d5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ca02eb92d5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6e4534ad50_0_5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6e4534ad50_0_5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6e4534ad50_0_5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6e4534ad50_0_5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6e4534ad50_0_5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6e4534ad50_0_5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6e341ada26_0_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6e341ada26_0_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6e4534ad50_0_6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26e4534ad50_0_6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6e4534ad50_0_5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26e4534ad50_0_5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26e4534ad50_0_5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26e4534ad50_0_5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26e4534ad50_0_5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26e4534ad50_0_5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26e4534ad50_0_6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g26e4534ad50_0_6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26e4534ad50_0_6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3" name="Google Shape;1473;g26e4534ad50_0_6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2ca02eb92d5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4" name="Google Shape;1734;g2ca02eb92d5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Giving up on generation</a:t>
            </a:r>
            <a:endParaRPr/>
          </a:p>
          <a:p>
            <a:pPr indent="0" lvl="0" marL="0" rtl="0" algn="l">
              <a:spcBef>
                <a:spcPts val="0"/>
              </a:spcBef>
              <a:spcAft>
                <a:spcPts val="0"/>
              </a:spcAft>
              <a:buNone/>
            </a:pPr>
            <a:r>
              <a:rPr lang="en"/>
              <a:t>GLUE came out a few months ago. So there was a huge focus on the NLU tasks in the </a:t>
            </a:r>
            <a:r>
              <a:rPr lang="en"/>
              <a:t>community.</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g26e4534ad50_0_7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4" name="Google Shape;1844;g26e4534ad50_0_7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Giving up on generation</a:t>
            </a:r>
            <a:endParaRPr/>
          </a:p>
          <a:p>
            <a:pPr indent="0" lvl="0" marL="0" rtl="0" algn="l">
              <a:spcBef>
                <a:spcPts val="0"/>
              </a:spcBef>
              <a:spcAft>
                <a:spcPts val="0"/>
              </a:spcAft>
              <a:buNone/>
            </a:pPr>
            <a:r>
              <a:rPr lang="en"/>
              <a:t>GLUE came out a few months ago. So there was a huge focus on the NLU tasks in the community.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8" name="Shape 1958"/>
        <p:cNvGrpSpPr/>
        <p:nvPr/>
      </p:nvGrpSpPr>
      <p:grpSpPr>
        <a:xfrm>
          <a:off x="0" y="0"/>
          <a:ext cx="0" cy="0"/>
          <a:chOff x="0" y="0"/>
          <a:chExt cx="0" cy="0"/>
        </a:xfrm>
      </p:grpSpPr>
      <p:sp>
        <p:nvSpPr>
          <p:cNvPr id="1959" name="Google Shape;1959;g26e4534ad50_0_7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0" name="Google Shape;1960;g26e4534ad50_0_7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Giving up on generation</a:t>
            </a:r>
            <a:endParaRPr/>
          </a:p>
          <a:p>
            <a:pPr indent="0" lvl="0" marL="0" rtl="0" algn="l">
              <a:spcBef>
                <a:spcPts val="0"/>
              </a:spcBef>
              <a:spcAft>
                <a:spcPts val="0"/>
              </a:spcAft>
              <a:buNone/>
            </a:pPr>
            <a:r>
              <a:rPr lang="en"/>
              <a:t>GLUE came out a few months ago. So there was a huge focus on the NLU tasks in the community.</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6" name="Shape 2086"/>
        <p:cNvGrpSpPr/>
        <p:nvPr/>
      </p:nvGrpSpPr>
      <p:grpSpPr>
        <a:xfrm>
          <a:off x="0" y="0"/>
          <a:ext cx="0" cy="0"/>
          <a:chOff x="0" y="0"/>
          <a:chExt cx="0" cy="0"/>
        </a:xfrm>
      </p:grpSpPr>
      <p:sp>
        <p:nvSpPr>
          <p:cNvPr id="2087" name="Google Shape;2087;g26e4534ad50_0_7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8" name="Google Shape;2088;g26e4534ad50_0_7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Giving up on generation</a:t>
            </a:r>
            <a:endParaRPr/>
          </a:p>
          <a:p>
            <a:pPr indent="0" lvl="0" marL="0" rtl="0" algn="l">
              <a:spcBef>
                <a:spcPts val="0"/>
              </a:spcBef>
              <a:spcAft>
                <a:spcPts val="0"/>
              </a:spcAft>
              <a:buNone/>
            </a:pPr>
            <a:r>
              <a:rPr lang="en"/>
              <a:t>GLUE came out a few months ago. So there was a huge focus on the NLU tasks in the community.</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5" name="Shape 2215"/>
        <p:cNvGrpSpPr/>
        <p:nvPr/>
      </p:nvGrpSpPr>
      <p:grpSpPr>
        <a:xfrm>
          <a:off x="0" y="0"/>
          <a:ext cx="0" cy="0"/>
          <a:chOff x="0" y="0"/>
          <a:chExt cx="0" cy="0"/>
        </a:xfrm>
      </p:grpSpPr>
      <p:sp>
        <p:nvSpPr>
          <p:cNvPr id="2216" name="Google Shape;2216;g26e4534ad50_0_7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7" name="Google Shape;2217;g26e4534ad50_0_7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Separate encoder and decoder</a:t>
            </a:r>
            <a:endParaRPr/>
          </a:p>
          <a:p>
            <a:pPr indent="0" lvl="0" marL="0" rtl="0" algn="l">
              <a:spcBef>
                <a:spcPts val="0"/>
              </a:spcBef>
              <a:spcAft>
                <a:spcPts val="0"/>
              </a:spcAft>
              <a:buClr>
                <a:schemeClr val="dk1"/>
              </a:buClr>
              <a:buSzPts val="1100"/>
              <a:buFont typeface="Arial"/>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1" name="Shape 2421"/>
        <p:cNvGrpSpPr/>
        <p:nvPr/>
      </p:nvGrpSpPr>
      <p:grpSpPr>
        <a:xfrm>
          <a:off x="0" y="0"/>
          <a:ext cx="0" cy="0"/>
          <a:chOff x="0" y="0"/>
          <a:chExt cx="0" cy="0"/>
        </a:xfrm>
      </p:grpSpPr>
      <p:sp>
        <p:nvSpPr>
          <p:cNvPr id="2422" name="Google Shape;2422;g26e4534ad50_0_8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3" name="Google Shape;2423;g26e4534ad50_0_8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Separate encoder and decoder</a:t>
            </a:r>
            <a:endParaRPr/>
          </a:p>
          <a:p>
            <a:pPr indent="0" lvl="0" marL="0" rtl="0" algn="l">
              <a:spcBef>
                <a:spcPts val="0"/>
              </a:spcBef>
              <a:spcAft>
                <a:spcPts val="0"/>
              </a:spcAft>
              <a:buClr>
                <a:schemeClr val="dk1"/>
              </a:buClr>
              <a:buSzPts val="1100"/>
              <a:buFont typeface="Arial"/>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9" name="Shape 2629"/>
        <p:cNvGrpSpPr/>
        <p:nvPr/>
      </p:nvGrpSpPr>
      <p:grpSpPr>
        <a:xfrm>
          <a:off x="0" y="0"/>
          <a:ext cx="0" cy="0"/>
          <a:chOff x="0" y="0"/>
          <a:chExt cx="0" cy="0"/>
        </a:xfrm>
      </p:grpSpPr>
      <p:sp>
        <p:nvSpPr>
          <p:cNvPr id="2630" name="Google Shape;2630;g2cb7341995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1" name="Google Shape;2631;g2cb7341995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Separate encoder and decoder</a:t>
            </a:r>
            <a:endParaRPr/>
          </a:p>
          <a:p>
            <a:pPr indent="0" lvl="0" marL="0" rtl="0" algn="l">
              <a:spcBef>
                <a:spcPts val="0"/>
              </a:spcBef>
              <a:spcAft>
                <a:spcPts val="0"/>
              </a:spcAft>
              <a:buClr>
                <a:schemeClr val="dk1"/>
              </a:buClr>
              <a:buSzPts val="1100"/>
              <a:buFont typeface="Arial"/>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7" name="Shape 2837"/>
        <p:cNvGrpSpPr/>
        <p:nvPr/>
      </p:nvGrpSpPr>
      <p:grpSpPr>
        <a:xfrm>
          <a:off x="0" y="0"/>
          <a:ext cx="0" cy="0"/>
          <a:chOff x="0" y="0"/>
          <a:chExt cx="0" cy="0"/>
        </a:xfrm>
      </p:grpSpPr>
      <p:sp>
        <p:nvSpPr>
          <p:cNvPr id="2838" name="Google Shape;2838;g26e4534ad50_0_80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9" name="Google Shape;2839;g26e4534ad50_0_80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Separate encoder and decoder</a:t>
            </a:r>
            <a:endParaRPr/>
          </a:p>
          <a:p>
            <a:pPr indent="0" lvl="0" marL="0" rtl="0" algn="l">
              <a:spcBef>
                <a:spcPts val="0"/>
              </a:spcBef>
              <a:spcAft>
                <a:spcPts val="0"/>
              </a:spcAft>
              <a:buClr>
                <a:schemeClr val="dk1"/>
              </a:buClr>
              <a:buSzPts val="1100"/>
              <a:buFont typeface="Arial"/>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9" name="Shape 3049"/>
        <p:cNvGrpSpPr/>
        <p:nvPr/>
      </p:nvGrpSpPr>
      <p:grpSpPr>
        <a:xfrm>
          <a:off x="0" y="0"/>
          <a:ext cx="0" cy="0"/>
          <a:chOff x="0" y="0"/>
          <a:chExt cx="0" cy="0"/>
        </a:xfrm>
      </p:grpSpPr>
      <p:sp>
        <p:nvSpPr>
          <p:cNvPr id="3050" name="Google Shape;3050;g2cb73419952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1" name="Google Shape;3051;g2cb73419952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Separate encoder and decoder</a:t>
            </a:r>
            <a:endParaRPr/>
          </a:p>
          <a:p>
            <a:pPr indent="0" lvl="0" marL="0" rtl="0" algn="l">
              <a:spcBef>
                <a:spcPts val="0"/>
              </a:spcBef>
              <a:spcAft>
                <a:spcPts val="0"/>
              </a:spcAft>
              <a:buClr>
                <a:schemeClr val="dk1"/>
              </a:buClr>
              <a:buSzPts val="1100"/>
              <a:buFont typeface="Arial"/>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2" name="Shape 3262"/>
        <p:cNvGrpSpPr/>
        <p:nvPr/>
      </p:nvGrpSpPr>
      <p:grpSpPr>
        <a:xfrm>
          <a:off x="0" y="0"/>
          <a:ext cx="0" cy="0"/>
          <a:chOff x="0" y="0"/>
          <a:chExt cx="0" cy="0"/>
        </a:xfrm>
      </p:grpSpPr>
      <p:sp>
        <p:nvSpPr>
          <p:cNvPr id="3263" name="Google Shape;3263;g2ca02eb92d5_0_2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4" name="Google Shape;3264;g2ca02eb92d5_0_2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8" name="Shape 3268"/>
        <p:cNvGrpSpPr/>
        <p:nvPr/>
      </p:nvGrpSpPr>
      <p:grpSpPr>
        <a:xfrm>
          <a:off x="0" y="0"/>
          <a:ext cx="0" cy="0"/>
          <a:chOff x="0" y="0"/>
          <a:chExt cx="0" cy="0"/>
        </a:xfrm>
      </p:grpSpPr>
      <p:sp>
        <p:nvSpPr>
          <p:cNvPr id="3269" name="Google Shape;3269;g26e4534ad50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0" name="Google Shape;3270;g26e4534ad50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5" name="Shape 3275"/>
        <p:cNvGrpSpPr/>
        <p:nvPr/>
      </p:nvGrpSpPr>
      <p:grpSpPr>
        <a:xfrm>
          <a:off x="0" y="0"/>
          <a:ext cx="0" cy="0"/>
          <a:chOff x="0" y="0"/>
          <a:chExt cx="0" cy="0"/>
        </a:xfrm>
      </p:grpSpPr>
      <p:sp>
        <p:nvSpPr>
          <p:cNvPr id="3276" name="Google Shape;3276;g26e341ada26_0_1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7" name="Google Shape;3277;g26e341ada26_0_1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6" name="Shape 3726"/>
        <p:cNvGrpSpPr/>
        <p:nvPr/>
      </p:nvGrpSpPr>
      <p:grpSpPr>
        <a:xfrm>
          <a:off x="0" y="0"/>
          <a:ext cx="0" cy="0"/>
          <a:chOff x="0" y="0"/>
          <a:chExt cx="0" cy="0"/>
        </a:xfrm>
      </p:grpSpPr>
      <p:sp>
        <p:nvSpPr>
          <p:cNvPr id="3727" name="Google Shape;3727;g26e341ada26_0_4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8" name="Google Shape;3728;g26e341ada26_0_4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8" name="Shape 4178"/>
        <p:cNvGrpSpPr/>
        <p:nvPr/>
      </p:nvGrpSpPr>
      <p:grpSpPr>
        <a:xfrm>
          <a:off x="0" y="0"/>
          <a:ext cx="0" cy="0"/>
          <a:chOff x="0" y="0"/>
          <a:chExt cx="0" cy="0"/>
        </a:xfrm>
      </p:grpSpPr>
      <p:sp>
        <p:nvSpPr>
          <p:cNvPr id="4179" name="Google Shape;4179;g26e4534ad50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0" name="Google Shape;4180;g26e4534ad50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5" name="Shape 4185"/>
        <p:cNvGrpSpPr/>
        <p:nvPr/>
      </p:nvGrpSpPr>
      <p:grpSpPr>
        <a:xfrm>
          <a:off x="0" y="0"/>
          <a:ext cx="0" cy="0"/>
          <a:chOff x="0" y="0"/>
          <a:chExt cx="0" cy="0"/>
        </a:xfrm>
      </p:grpSpPr>
      <p:sp>
        <p:nvSpPr>
          <p:cNvPr id="4186" name="Google Shape;4186;g26e4534ad50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7" name="Google Shape;4187;g26e4534ad50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6" name="Shape 4636"/>
        <p:cNvGrpSpPr/>
        <p:nvPr/>
      </p:nvGrpSpPr>
      <p:grpSpPr>
        <a:xfrm>
          <a:off x="0" y="0"/>
          <a:ext cx="0" cy="0"/>
          <a:chOff x="0" y="0"/>
          <a:chExt cx="0" cy="0"/>
        </a:xfrm>
      </p:grpSpPr>
      <p:sp>
        <p:nvSpPr>
          <p:cNvPr id="4637" name="Google Shape;4637;g26e341ada26_0_4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8" name="Google Shape;4638;g26e341ada26_0_4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8" name="Shape 5088"/>
        <p:cNvGrpSpPr/>
        <p:nvPr/>
      </p:nvGrpSpPr>
      <p:grpSpPr>
        <a:xfrm>
          <a:off x="0" y="0"/>
          <a:ext cx="0" cy="0"/>
          <a:chOff x="0" y="0"/>
          <a:chExt cx="0" cy="0"/>
        </a:xfrm>
      </p:grpSpPr>
      <p:sp>
        <p:nvSpPr>
          <p:cNvPr id="5089" name="Google Shape;5089;g26e4534ad50_0_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0" name="Google Shape;5090;g26e4534ad50_0_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5" name="Shape 5095"/>
        <p:cNvGrpSpPr/>
        <p:nvPr/>
      </p:nvGrpSpPr>
      <p:grpSpPr>
        <a:xfrm>
          <a:off x="0" y="0"/>
          <a:ext cx="0" cy="0"/>
          <a:chOff x="0" y="0"/>
          <a:chExt cx="0" cy="0"/>
        </a:xfrm>
      </p:grpSpPr>
      <p:sp>
        <p:nvSpPr>
          <p:cNvPr id="5096" name="Google Shape;5096;g26e4534ad50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7" name="Google Shape;5097;g26e4534ad50_0_1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6" name="Shape 5546"/>
        <p:cNvGrpSpPr/>
        <p:nvPr/>
      </p:nvGrpSpPr>
      <p:grpSpPr>
        <a:xfrm>
          <a:off x="0" y="0"/>
          <a:ext cx="0" cy="0"/>
          <a:chOff x="0" y="0"/>
          <a:chExt cx="0" cy="0"/>
        </a:xfrm>
      </p:grpSpPr>
      <p:sp>
        <p:nvSpPr>
          <p:cNvPr id="5547" name="Google Shape;5547;g26e341ada26_0_4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8" name="Google Shape;5548;g26e341ada26_0_4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0" name="Shape 6000"/>
        <p:cNvGrpSpPr/>
        <p:nvPr/>
      </p:nvGrpSpPr>
      <p:grpSpPr>
        <a:xfrm>
          <a:off x="0" y="0"/>
          <a:ext cx="0" cy="0"/>
          <a:chOff x="0" y="0"/>
          <a:chExt cx="0" cy="0"/>
        </a:xfrm>
      </p:grpSpPr>
      <p:sp>
        <p:nvSpPr>
          <p:cNvPr id="6001" name="Google Shape;6001;g26e4534ad50_0_1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2" name="Google Shape;6002;g26e4534ad50_0_1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8" name="Shape 6008"/>
        <p:cNvGrpSpPr/>
        <p:nvPr/>
      </p:nvGrpSpPr>
      <p:grpSpPr>
        <a:xfrm>
          <a:off x="0" y="0"/>
          <a:ext cx="0" cy="0"/>
          <a:chOff x="0" y="0"/>
          <a:chExt cx="0" cy="0"/>
        </a:xfrm>
      </p:grpSpPr>
      <p:sp>
        <p:nvSpPr>
          <p:cNvPr id="6009" name="Google Shape;6009;g26e4534ad50_0_1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0" name="Google Shape;6010;g26e4534ad50_0_1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1" name="Shape 6461"/>
        <p:cNvGrpSpPr/>
        <p:nvPr/>
      </p:nvGrpSpPr>
      <p:grpSpPr>
        <a:xfrm>
          <a:off x="0" y="0"/>
          <a:ext cx="0" cy="0"/>
          <a:chOff x="0" y="0"/>
          <a:chExt cx="0" cy="0"/>
        </a:xfrm>
      </p:grpSpPr>
      <p:sp>
        <p:nvSpPr>
          <p:cNvPr id="6462" name="Google Shape;6462;g26e341ada26_0_5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3" name="Google Shape;6463;g26e341ada26_0_5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2" name="Shape 6912"/>
        <p:cNvGrpSpPr/>
        <p:nvPr/>
      </p:nvGrpSpPr>
      <p:grpSpPr>
        <a:xfrm>
          <a:off x="0" y="0"/>
          <a:ext cx="0" cy="0"/>
          <a:chOff x="0" y="0"/>
          <a:chExt cx="0" cy="0"/>
        </a:xfrm>
      </p:grpSpPr>
      <p:sp>
        <p:nvSpPr>
          <p:cNvPr id="6913" name="Google Shape;6913;g26e4534ad50_0_1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4" name="Google Shape;6914;g26e4534ad50_0_1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0" name="Shape 6920"/>
        <p:cNvGrpSpPr/>
        <p:nvPr/>
      </p:nvGrpSpPr>
      <p:grpSpPr>
        <a:xfrm>
          <a:off x="0" y="0"/>
          <a:ext cx="0" cy="0"/>
          <a:chOff x="0" y="0"/>
          <a:chExt cx="0" cy="0"/>
        </a:xfrm>
      </p:grpSpPr>
      <p:sp>
        <p:nvSpPr>
          <p:cNvPr id="6921" name="Google Shape;6921;g26e4534ad50_0_2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2" name="Google Shape;6922;g26e4534ad50_0_2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7" name="Shape 6927"/>
        <p:cNvGrpSpPr/>
        <p:nvPr/>
      </p:nvGrpSpPr>
      <p:grpSpPr>
        <a:xfrm>
          <a:off x="0" y="0"/>
          <a:ext cx="0" cy="0"/>
          <a:chOff x="0" y="0"/>
          <a:chExt cx="0" cy="0"/>
        </a:xfrm>
      </p:grpSpPr>
      <p:sp>
        <p:nvSpPr>
          <p:cNvPr id="6928" name="Google Shape;6928;g26e4534ad50_0_2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9" name="Google Shape;6929;g26e4534ad50_0_2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5" name="Shape 6935"/>
        <p:cNvGrpSpPr/>
        <p:nvPr/>
      </p:nvGrpSpPr>
      <p:grpSpPr>
        <a:xfrm>
          <a:off x="0" y="0"/>
          <a:ext cx="0" cy="0"/>
          <a:chOff x="0" y="0"/>
          <a:chExt cx="0" cy="0"/>
        </a:xfrm>
      </p:grpSpPr>
      <p:sp>
        <p:nvSpPr>
          <p:cNvPr id="6936" name="Google Shape;6936;g26e4534ad50_0_2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7" name="Google Shape;6937;g26e4534ad50_0_2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Language model is not about learning language. It is about learning the world knowledge. It happens that many of them are in textual form and we know how to handle them well.</a:t>
            </a:r>
            <a:endParaRPr/>
          </a:p>
          <a:p>
            <a:pPr indent="0" lvl="0" marL="0" rtl="0" algn="l">
              <a:spcBef>
                <a:spcPts val="0"/>
              </a:spcBef>
              <a:spcAft>
                <a:spcPts val="0"/>
              </a:spcAft>
              <a:buNone/>
            </a:pPr>
            <a:r>
              <a:rPr lang="en"/>
              <a:t>If MT is the final goal, it makes sense to impose a structure that facilitates that. However, at larger scale, we do care more about general knowledge including MT. Knowledge exist in data that can be in multiple languages. Parameters shared across languages makes more sense because that may facilitates combining knowledge that exist in different languages.</a:t>
            </a:r>
            <a:endParaRPr/>
          </a:p>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9" name="Shape 7179"/>
        <p:cNvGrpSpPr/>
        <p:nvPr/>
      </p:nvGrpSpPr>
      <p:grpSpPr>
        <a:xfrm>
          <a:off x="0" y="0"/>
          <a:ext cx="0" cy="0"/>
          <a:chOff x="0" y="0"/>
          <a:chExt cx="0" cy="0"/>
        </a:xfrm>
      </p:grpSpPr>
      <p:sp>
        <p:nvSpPr>
          <p:cNvPr id="7180" name="Google Shape;7180;g26e341ada26_0_6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1" name="Google Shape;7181;g26e341ada26_0_6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Language model is not about learning language. It is about learning the world knowledge. It happens that many of them are in textual form and we know how to handle them well.</a:t>
            </a:r>
            <a:endParaRPr/>
          </a:p>
          <a:p>
            <a:pPr indent="0" lvl="0" marL="0" rtl="0" algn="l">
              <a:spcBef>
                <a:spcPts val="0"/>
              </a:spcBef>
              <a:spcAft>
                <a:spcPts val="0"/>
              </a:spcAft>
              <a:buClr>
                <a:schemeClr val="dk1"/>
              </a:buClr>
              <a:buSzPts val="1100"/>
              <a:buFont typeface="Arial"/>
              <a:buNone/>
            </a:pPr>
            <a:r>
              <a:rPr lang="en"/>
              <a:t>If MT is the final goal, it makes sense to impose a structure that facilitates that. However, at larger scale, we do care more about general knowledge including MT. Knowledge exist in data that can be in multiple languages. Parameters shared across languages makes more sense because that may facilitates combining knowledge that exist in different languages.</a:t>
            </a:r>
            <a:endParaRPr/>
          </a:p>
          <a:p>
            <a:pPr indent="0" lvl="0" marL="0" rtl="0" algn="l">
              <a:spcBef>
                <a:spcPts val="0"/>
              </a:spcBef>
              <a:spcAft>
                <a:spcPts val="0"/>
              </a:spcAft>
              <a:buClr>
                <a:srgbClr val="000000"/>
              </a:buClr>
              <a:buSzPts val="1100"/>
              <a:buFont typeface="Arial"/>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3" name="Shape 7423"/>
        <p:cNvGrpSpPr/>
        <p:nvPr/>
      </p:nvGrpSpPr>
      <p:grpSpPr>
        <a:xfrm>
          <a:off x="0" y="0"/>
          <a:ext cx="0" cy="0"/>
          <a:chOff x="0" y="0"/>
          <a:chExt cx="0" cy="0"/>
        </a:xfrm>
      </p:grpSpPr>
      <p:sp>
        <p:nvSpPr>
          <p:cNvPr id="7424" name="Google Shape;7424;g26e4534ad50_0_2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5" name="Google Shape;7425;g26e4534ad50_0_2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1" name="Shape 7431"/>
        <p:cNvGrpSpPr/>
        <p:nvPr/>
      </p:nvGrpSpPr>
      <p:grpSpPr>
        <a:xfrm>
          <a:off x="0" y="0"/>
          <a:ext cx="0" cy="0"/>
          <a:chOff x="0" y="0"/>
          <a:chExt cx="0" cy="0"/>
        </a:xfrm>
      </p:grpSpPr>
      <p:sp>
        <p:nvSpPr>
          <p:cNvPr id="7432" name="Google Shape;7432;g26e4534ad50_0_2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3" name="Google Shape;7433;g26e4534ad50_0_2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3" name="Shape 7443"/>
        <p:cNvGrpSpPr/>
        <p:nvPr/>
      </p:nvGrpSpPr>
      <p:grpSpPr>
        <a:xfrm>
          <a:off x="0" y="0"/>
          <a:ext cx="0" cy="0"/>
          <a:chOff x="0" y="0"/>
          <a:chExt cx="0" cy="0"/>
        </a:xfrm>
      </p:grpSpPr>
      <p:sp>
        <p:nvSpPr>
          <p:cNvPr id="7444" name="Google Shape;7444;g26e341ada26_0_6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5" name="Google Shape;7445;g26e341ada26_0_6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2" name="Shape 7452"/>
        <p:cNvGrpSpPr/>
        <p:nvPr/>
      </p:nvGrpSpPr>
      <p:grpSpPr>
        <a:xfrm>
          <a:off x="0" y="0"/>
          <a:ext cx="0" cy="0"/>
          <a:chOff x="0" y="0"/>
          <a:chExt cx="0" cy="0"/>
        </a:xfrm>
      </p:grpSpPr>
      <p:sp>
        <p:nvSpPr>
          <p:cNvPr id="7453" name="Google Shape;7453;g26e4534ad50_0_2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4" name="Google Shape;7454;g26e4534ad50_0_2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0" name="Shape 7460"/>
        <p:cNvGrpSpPr/>
        <p:nvPr/>
      </p:nvGrpSpPr>
      <p:grpSpPr>
        <a:xfrm>
          <a:off x="0" y="0"/>
          <a:ext cx="0" cy="0"/>
          <a:chOff x="0" y="0"/>
          <a:chExt cx="0" cy="0"/>
        </a:xfrm>
      </p:grpSpPr>
      <p:sp>
        <p:nvSpPr>
          <p:cNvPr id="7461" name="Google Shape;7461;g26e4534ad50_0_2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2" name="Google Shape;7462;g26e4534ad50_0_2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3" name="Shape 7913"/>
        <p:cNvGrpSpPr/>
        <p:nvPr/>
      </p:nvGrpSpPr>
      <p:grpSpPr>
        <a:xfrm>
          <a:off x="0" y="0"/>
          <a:ext cx="0" cy="0"/>
          <a:chOff x="0" y="0"/>
          <a:chExt cx="0" cy="0"/>
        </a:xfrm>
      </p:grpSpPr>
      <p:sp>
        <p:nvSpPr>
          <p:cNvPr id="7914" name="Google Shape;7914;g26e341ada26_0_6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5" name="Google Shape;7915;g26e341ada26_0_6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9" name="Shape 7919"/>
        <p:cNvGrpSpPr/>
        <p:nvPr/>
      </p:nvGrpSpPr>
      <p:grpSpPr>
        <a:xfrm>
          <a:off x="0" y="0"/>
          <a:ext cx="0" cy="0"/>
          <a:chOff x="0" y="0"/>
          <a:chExt cx="0" cy="0"/>
        </a:xfrm>
      </p:grpSpPr>
      <p:sp>
        <p:nvSpPr>
          <p:cNvPr id="7920" name="Google Shape;7920;g26e4534ad50_0_2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1" name="Google Shape;7921;g26e4534ad50_0_2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7" name="Shape 7927"/>
        <p:cNvGrpSpPr/>
        <p:nvPr/>
      </p:nvGrpSpPr>
      <p:grpSpPr>
        <a:xfrm>
          <a:off x="0" y="0"/>
          <a:ext cx="0" cy="0"/>
          <a:chOff x="0" y="0"/>
          <a:chExt cx="0" cy="0"/>
        </a:xfrm>
      </p:grpSpPr>
      <p:sp>
        <p:nvSpPr>
          <p:cNvPr id="7928" name="Google Shape;7928;g26e4534ad50_0_2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9" name="Google Shape;7929;g26e4534ad50_0_2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 context: at the time, translation was the main testbed for sequence models. Strong inductive bias that input and output are different enough that they should be modeled by separate set of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Separate encoder and decoder</a:t>
            </a:r>
            <a:endParaRPr/>
          </a:p>
          <a:p>
            <a:pPr indent="0" lvl="0" marL="0" rtl="0" algn="l">
              <a:spcBef>
                <a:spcPts val="0"/>
              </a:spcBef>
              <a:spcAft>
                <a:spcPts val="0"/>
              </a:spcAft>
              <a:buNone/>
            </a:pPr>
            <a:r>
              <a:rPr lang="en"/>
              <a:t>Cross-attention only attends to the last encoder layer</a:t>
            </a:r>
            <a:endParaRPr/>
          </a:p>
          <a:p>
            <a:pPr indent="0" lvl="0" marL="0" rtl="0" algn="l">
              <a:spcBef>
                <a:spcPts val="0"/>
              </a:spcBef>
              <a:spcAft>
                <a:spcPts val="0"/>
              </a:spcAft>
              <a:buNone/>
            </a:pPr>
            <a:r>
              <a:rPr lang="en"/>
              <a:t>Input is a sequence, output is a sequence, i.e. generation is possible</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8" name="Shape 8368"/>
        <p:cNvGrpSpPr/>
        <p:nvPr/>
      </p:nvGrpSpPr>
      <p:grpSpPr>
        <a:xfrm>
          <a:off x="0" y="0"/>
          <a:ext cx="0" cy="0"/>
          <a:chOff x="0" y="0"/>
          <a:chExt cx="0" cy="0"/>
        </a:xfrm>
      </p:grpSpPr>
      <p:sp>
        <p:nvSpPr>
          <p:cNvPr id="8369" name="Google Shape;8369;g26e341ada26_0_6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0" name="Google Shape;8370;g26e341ada26_0_6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4" name="Shape 8374"/>
        <p:cNvGrpSpPr/>
        <p:nvPr/>
      </p:nvGrpSpPr>
      <p:grpSpPr>
        <a:xfrm>
          <a:off x="0" y="0"/>
          <a:ext cx="0" cy="0"/>
          <a:chOff x="0" y="0"/>
          <a:chExt cx="0" cy="0"/>
        </a:xfrm>
      </p:grpSpPr>
      <p:sp>
        <p:nvSpPr>
          <p:cNvPr id="8375" name="Google Shape;8375;g26e4534ad50_0_3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6" name="Google Shape;8376;g26e4534ad50_0_3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0" name="Shape 8470"/>
        <p:cNvGrpSpPr/>
        <p:nvPr/>
      </p:nvGrpSpPr>
      <p:grpSpPr>
        <a:xfrm>
          <a:off x="0" y="0"/>
          <a:ext cx="0" cy="0"/>
          <a:chOff x="0" y="0"/>
          <a:chExt cx="0" cy="0"/>
        </a:xfrm>
      </p:grpSpPr>
      <p:sp>
        <p:nvSpPr>
          <p:cNvPr id="8471" name="Google Shape;8471;g26e4534ad50_0_50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2" name="Google Shape;8472;g26e4534ad50_0_50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6" name="Shape 8646"/>
        <p:cNvGrpSpPr/>
        <p:nvPr/>
      </p:nvGrpSpPr>
      <p:grpSpPr>
        <a:xfrm>
          <a:off x="0" y="0"/>
          <a:ext cx="0" cy="0"/>
          <a:chOff x="0" y="0"/>
          <a:chExt cx="0" cy="0"/>
        </a:xfrm>
      </p:grpSpPr>
      <p:sp>
        <p:nvSpPr>
          <p:cNvPr id="8647" name="Google Shape;8647;g26e4534ad50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8" name="Google Shape;8648;g26e4534ad50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5"/>
              </a:buClr>
              <a:buSzPts val="2000"/>
              <a:buNone/>
              <a:defRPr sz="2000">
                <a:solidFill>
                  <a:schemeClr val="accent5"/>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685925"/>
            <a:ext cx="8520600" cy="3882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2400"/>
              <a:buNone/>
              <a:defRPr sz="2400">
                <a:solidFill>
                  <a:schemeClr val="accen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twitter.com/hwchung27"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www.incompleteideas.net/Talks/waic3.pdf" TargetMode="Externa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www.incompleteideas.net/IncIdeas/BitterLesson.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hyperlink" Target="https://platform.openai.com/tokenizer"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hyperlink" Target="https://platform.openai.com/tokenizer"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hyperlink" Target="https://platform.openai.com/tokenizer"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s://arxiv.org/abs/2210.11416" TargetMode="Externa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311700" y="3003875"/>
            <a:ext cx="8520600" cy="16299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2000"/>
              <a:t>Hyung Won Chung</a:t>
            </a:r>
            <a:endParaRPr sz="2000"/>
          </a:p>
          <a:p>
            <a:pPr indent="0" lvl="0" marL="0" rtl="0" algn="ctr">
              <a:spcBef>
                <a:spcPts val="0"/>
              </a:spcBef>
              <a:spcAft>
                <a:spcPts val="0"/>
              </a:spcAft>
              <a:buNone/>
            </a:pPr>
            <a:r>
              <a:t/>
            </a:r>
            <a:endParaRPr sz="2000"/>
          </a:p>
          <a:p>
            <a:pPr indent="0" lvl="0" marL="0" rtl="0" algn="ctr">
              <a:spcBef>
                <a:spcPts val="0"/>
              </a:spcBef>
              <a:spcAft>
                <a:spcPts val="0"/>
              </a:spcAft>
              <a:buNone/>
            </a:pPr>
            <a:r>
              <a:rPr lang="en" sz="2000"/>
              <a:t>OpenAI</a:t>
            </a:r>
            <a:endParaRPr sz="2000"/>
          </a:p>
          <a:p>
            <a:pPr indent="0" lvl="0" marL="0" rtl="0" algn="ctr">
              <a:spcBef>
                <a:spcPts val="0"/>
              </a:spcBef>
              <a:spcAft>
                <a:spcPts val="0"/>
              </a:spcAft>
              <a:buNone/>
            </a:pPr>
            <a:r>
              <a:t/>
            </a:r>
            <a:endParaRPr sz="2000">
              <a:latin typeface="Roboto Light"/>
              <a:ea typeface="Roboto Light"/>
              <a:cs typeface="Roboto Light"/>
              <a:sym typeface="Roboto Light"/>
            </a:endParaRPr>
          </a:p>
          <a:p>
            <a:pPr indent="0" lvl="0" marL="0" rtl="0" algn="ctr">
              <a:spcBef>
                <a:spcPts val="0"/>
              </a:spcBef>
              <a:spcAft>
                <a:spcPts val="0"/>
              </a:spcAft>
              <a:buNone/>
            </a:pPr>
            <a:r>
              <a:rPr lang="en" sz="2000">
                <a:latin typeface="Roboto Light"/>
                <a:ea typeface="Roboto Light"/>
                <a:cs typeface="Roboto Light"/>
                <a:sym typeface="Roboto Light"/>
              </a:rPr>
              <a:t>Twitter: </a:t>
            </a:r>
            <a:r>
              <a:rPr lang="en" sz="2000" u="sng">
                <a:solidFill>
                  <a:schemeClr val="hlink"/>
                </a:solidFill>
                <a:latin typeface="Roboto Light"/>
                <a:ea typeface="Roboto Light"/>
                <a:cs typeface="Roboto Light"/>
                <a:sym typeface="Roboto Light"/>
                <a:hlinkClick r:id="rId3"/>
              </a:rPr>
              <a:t>@hwchung27</a:t>
            </a:r>
            <a:endParaRPr sz="2000">
              <a:latin typeface="Roboto Light"/>
              <a:ea typeface="Roboto Light"/>
              <a:cs typeface="Roboto Light"/>
              <a:sym typeface="Roboto Light"/>
            </a:endParaRPr>
          </a:p>
        </p:txBody>
      </p:sp>
      <p:sp>
        <p:nvSpPr>
          <p:cNvPr id="55" name="Google Shape;55;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6" name="Google Shape;56;p13"/>
          <p:cNvSpPr txBox="1"/>
          <p:nvPr/>
        </p:nvSpPr>
        <p:spPr>
          <a:xfrm>
            <a:off x="311708" y="217150"/>
            <a:ext cx="8520600" cy="20526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2400">
                <a:latin typeface="Roboto"/>
                <a:ea typeface="Roboto"/>
                <a:cs typeface="Roboto"/>
                <a:sym typeface="Roboto"/>
              </a:rPr>
              <a:t>Shaping the future of AI from the history of Transformer</a:t>
            </a:r>
            <a:endParaRPr sz="2400">
              <a:solidFill>
                <a:srgbClr val="000000"/>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1" type="body"/>
          </p:nvPr>
        </p:nvSpPr>
        <p:spPr>
          <a:xfrm>
            <a:off x="311700" y="685925"/>
            <a:ext cx="8520600" cy="388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is advancing so fast that it is hard to keep up</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People spend a lot of time and energy catching up with the latest developments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But not enough attention goes to the old things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It is more important to </a:t>
            </a:r>
            <a:r>
              <a:rPr lang="en" u="sng"/>
              <a:t>study the change itself</a:t>
            </a:r>
            <a:endParaRPr/>
          </a:p>
        </p:txBody>
      </p:sp>
      <p:sp>
        <p:nvSpPr>
          <p:cNvPr id="62" name="Google Shape;62;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What does it mean to study the change itself?</a:t>
            </a:r>
            <a:endParaRPr/>
          </a:p>
        </p:txBody>
      </p:sp>
      <p:sp>
        <p:nvSpPr>
          <p:cNvPr id="68" name="Google Shape;68;p15"/>
          <p:cNvSpPr txBox="1"/>
          <p:nvPr>
            <p:ph idx="1" type="body"/>
          </p:nvPr>
        </p:nvSpPr>
        <p:spPr>
          <a:xfrm>
            <a:off x="1209350" y="685925"/>
            <a:ext cx="7623000" cy="388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t>Identify</a:t>
            </a:r>
            <a:r>
              <a:rPr lang="en"/>
              <a:t> the dominant driving forces behind the change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u="sng"/>
              <a:t>Understand</a:t>
            </a:r>
            <a:r>
              <a:rPr lang="en"/>
              <a:t> the dominant driving forces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u="sng"/>
              <a:t>Predict</a:t>
            </a:r>
            <a:r>
              <a:rPr lang="en"/>
              <a:t> the future trajectory</a:t>
            </a:r>
            <a:endParaRPr/>
          </a:p>
        </p:txBody>
      </p:sp>
      <p:sp>
        <p:nvSpPr>
          <p:cNvPr id="69" name="Google Shape;69;p15"/>
          <p:cNvSpPr/>
          <p:nvPr/>
        </p:nvSpPr>
        <p:spPr>
          <a:xfrm>
            <a:off x="684925" y="755612"/>
            <a:ext cx="354000" cy="354000"/>
          </a:xfrm>
          <a:prstGeom prst="flowChartConnector">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70" name="Google Shape;70;p15"/>
          <p:cNvSpPr/>
          <p:nvPr/>
        </p:nvSpPr>
        <p:spPr>
          <a:xfrm>
            <a:off x="684925" y="1693354"/>
            <a:ext cx="354000" cy="354000"/>
          </a:xfrm>
          <a:prstGeom prst="flowChartConnector">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71" name="Google Shape;71;p15"/>
          <p:cNvSpPr/>
          <p:nvPr/>
        </p:nvSpPr>
        <p:spPr>
          <a:xfrm>
            <a:off x="684925" y="2631104"/>
            <a:ext cx="354000" cy="354000"/>
          </a:xfrm>
          <a:prstGeom prst="flowChartConnector">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Toy experiment: dropping a pen</a:t>
            </a:r>
            <a:endParaRPr/>
          </a:p>
        </p:txBody>
      </p:sp>
      <p:sp>
        <p:nvSpPr>
          <p:cNvPr id="78" name="Google Shape;78;p16"/>
          <p:cNvSpPr txBox="1"/>
          <p:nvPr>
            <p:ph idx="1" type="body"/>
          </p:nvPr>
        </p:nvSpPr>
        <p:spPr>
          <a:xfrm>
            <a:off x="1209350" y="685925"/>
            <a:ext cx="7623000" cy="388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t>Identify</a:t>
            </a:r>
            <a:r>
              <a:rPr lang="en"/>
              <a:t> the dominant driving forces: gravity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u="sng"/>
              <a:t>Understand</a:t>
            </a:r>
            <a:r>
              <a:rPr lang="en"/>
              <a:t> gravity: Newtonian mechanics provides a good model</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u="sng"/>
              <a:t>Predict</a:t>
            </a:r>
            <a:r>
              <a:rPr lang="en"/>
              <a:t> the future trajectory of the pen</a:t>
            </a:r>
            <a:endParaRPr/>
          </a:p>
        </p:txBody>
      </p:sp>
      <p:sp>
        <p:nvSpPr>
          <p:cNvPr id="79" name="Google Shape;79;p16"/>
          <p:cNvSpPr/>
          <p:nvPr/>
        </p:nvSpPr>
        <p:spPr>
          <a:xfrm>
            <a:off x="684925" y="755612"/>
            <a:ext cx="354000" cy="354000"/>
          </a:xfrm>
          <a:prstGeom prst="flowChartConnector">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80" name="Google Shape;80;p16"/>
          <p:cNvSpPr/>
          <p:nvPr/>
        </p:nvSpPr>
        <p:spPr>
          <a:xfrm>
            <a:off x="684925" y="1693354"/>
            <a:ext cx="354000" cy="354000"/>
          </a:xfrm>
          <a:prstGeom prst="flowChartConnector">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81" name="Google Shape;81;p16"/>
          <p:cNvSpPr/>
          <p:nvPr/>
        </p:nvSpPr>
        <p:spPr>
          <a:xfrm>
            <a:off x="684925" y="2631104"/>
            <a:ext cx="354000" cy="354000"/>
          </a:xfrm>
          <a:prstGeom prst="flowChartConnector">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
        <p:nvSpPr>
          <p:cNvPr id="82" name="Google Shape;8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83" name="Google Shape;83;p16"/>
          <p:cNvPicPr preferRelativeResize="0"/>
          <p:nvPr/>
        </p:nvPicPr>
        <p:blipFill>
          <a:blip r:embed="rId3">
            <a:alphaModFix/>
          </a:blip>
          <a:stretch>
            <a:fillRect/>
          </a:stretch>
        </p:blipFill>
        <p:spPr>
          <a:xfrm>
            <a:off x="5329591" y="2543159"/>
            <a:ext cx="1166020" cy="484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cxnSp>
        <p:nvCxnSpPr>
          <p:cNvPr id="88" name="Google Shape;88;p17"/>
          <p:cNvCxnSpPr/>
          <p:nvPr/>
        </p:nvCxnSpPr>
        <p:spPr>
          <a:xfrm flipH="1" rot="10800000">
            <a:off x="1319792" y="3980831"/>
            <a:ext cx="6263700" cy="9300"/>
          </a:xfrm>
          <a:prstGeom prst="straightConnector1">
            <a:avLst/>
          </a:prstGeom>
          <a:noFill/>
          <a:ln cap="flat" cmpd="sng" w="9525">
            <a:solidFill>
              <a:srgbClr val="595959"/>
            </a:solidFill>
            <a:prstDash val="solid"/>
            <a:round/>
            <a:headEnd len="med" w="med" type="none"/>
            <a:tailEnd len="med" w="med" type="triangle"/>
          </a:ln>
        </p:spPr>
      </p:cxnSp>
      <p:sp>
        <p:nvSpPr>
          <p:cNvPr id="89" name="Google Shape;89;p17"/>
          <p:cNvSpPr txBox="1"/>
          <p:nvPr/>
        </p:nvSpPr>
        <p:spPr>
          <a:xfrm>
            <a:off x="5090100" y="4047025"/>
            <a:ext cx="3825300" cy="2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Number of dominant driving forces</a:t>
            </a:r>
            <a:endParaRPr sz="1600">
              <a:solidFill>
                <a:schemeClr val="dk1"/>
              </a:solidFill>
              <a:latin typeface="Roboto"/>
              <a:ea typeface="Roboto"/>
              <a:cs typeface="Roboto"/>
              <a:sym typeface="Roboto"/>
            </a:endParaRPr>
          </a:p>
        </p:txBody>
      </p:sp>
      <p:sp>
        <p:nvSpPr>
          <p:cNvPr id="90" name="Google Shape;90;p17"/>
          <p:cNvSpPr txBox="1"/>
          <p:nvPr/>
        </p:nvSpPr>
        <p:spPr>
          <a:xfrm>
            <a:off x="1375375" y="2699575"/>
            <a:ext cx="1747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Dropping a pen</a:t>
            </a:r>
            <a:endParaRPr sz="1600">
              <a:solidFill>
                <a:schemeClr val="dk1"/>
              </a:solidFill>
              <a:latin typeface="Roboto"/>
              <a:ea typeface="Roboto"/>
              <a:cs typeface="Roboto"/>
              <a:sym typeface="Roboto"/>
            </a:endParaRPr>
          </a:p>
        </p:txBody>
      </p:sp>
      <p:cxnSp>
        <p:nvCxnSpPr>
          <p:cNvPr id="91" name="Google Shape;91;p17"/>
          <p:cNvCxnSpPr/>
          <p:nvPr/>
        </p:nvCxnSpPr>
        <p:spPr>
          <a:xfrm flipH="1" rot="10800000">
            <a:off x="1319781" y="1441031"/>
            <a:ext cx="9900" cy="2549100"/>
          </a:xfrm>
          <a:prstGeom prst="straightConnector1">
            <a:avLst/>
          </a:prstGeom>
          <a:noFill/>
          <a:ln cap="flat" cmpd="sng" w="9525">
            <a:solidFill>
              <a:schemeClr val="dk2"/>
            </a:solidFill>
            <a:prstDash val="solid"/>
            <a:round/>
            <a:headEnd len="med" w="med" type="none"/>
            <a:tailEnd len="med" w="med" type="triangle"/>
          </a:ln>
        </p:spPr>
      </p:cxnSp>
      <p:sp>
        <p:nvSpPr>
          <p:cNvPr id="92" name="Google Shape;92;p17"/>
          <p:cNvSpPr txBox="1"/>
          <p:nvPr/>
        </p:nvSpPr>
        <p:spPr>
          <a:xfrm>
            <a:off x="477450" y="961075"/>
            <a:ext cx="2499600" cy="2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Prediction difficulty</a:t>
            </a:r>
            <a:endParaRPr sz="1600">
              <a:solidFill>
                <a:schemeClr val="dk1"/>
              </a:solidFill>
              <a:latin typeface="Roboto"/>
              <a:ea typeface="Roboto"/>
              <a:cs typeface="Roboto"/>
              <a:sym typeface="Roboto"/>
            </a:endParaRPr>
          </a:p>
        </p:txBody>
      </p:sp>
      <p:sp>
        <p:nvSpPr>
          <p:cNvPr id="93" name="Google Shape;93;p17"/>
          <p:cNvSpPr/>
          <p:nvPr/>
        </p:nvSpPr>
        <p:spPr>
          <a:xfrm>
            <a:off x="1375375" y="3384605"/>
            <a:ext cx="2416414" cy="528903"/>
          </a:xfrm>
          <a:custGeom>
            <a:rect b="b" l="l" r="r" t="t"/>
            <a:pathLst>
              <a:path extrusionOk="0" h="17283" w="162612">
                <a:moveTo>
                  <a:pt x="0" y="17283"/>
                </a:moveTo>
                <a:cubicBezTo>
                  <a:pt x="11992" y="17283"/>
                  <a:pt x="23590" y="12953"/>
                  <a:pt x="35350" y="10606"/>
                </a:cubicBezTo>
                <a:cubicBezTo>
                  <a:pt x="55055" y="6673"/>
                  <a:pt x="75435" y="7712"/>
                  <a:pt x="95446" y="5892"/>
                </a:cubicBezTo>
                <a:cubicBezTo>
                  <a:pt x="117828" y="3856"/>
                  <a:pt x="140137" y="0"/>
                  <a:pt x="162612" y="0"/>
                </a:cubicBezTo>
              </a:path>
            </a:pathLst>
          </a:custGeom>
          <a:noFill/>
          <a:ln cap="flat" cmpd="sng" w="28575">
            <a:solidFill>
              <a:schemeClr val="dk2"/>
            </a:solidFill>
            <a:prstDash val="solid"/>
            <a:round/>
            <a:headEnd len="med" w="med" type="none"/>
            <a:tailEnd len="med" w="med" type="none"/>
          </a:ln>
        </p:spPr>
      </p:sp>
      <p:sp>
        <p:nvSpPr>
          <p:cNvPr id="94" name="Google Shape;94;p17"/>
          <p:cNvSpPr/>
          <p:nvPr/>
        </p:nvSpPr>
        <p:spPr>
          <a:xfrm>
            <a:off x="3791812" y="1255558"/>
            <a:ext cx="3551134" cy="2129053"/>
          </a:xfrm>
          <a:custGeom>
            <a:rect b="b" l="l" r="r" t="t"/>
            <a:pathLst>
              <a:path extrusionOk="0" h="93482" w="70701">
                <a:moveTo>
                  <a:pt x="0" y="93482"/>
                </a:moveTo>
                <a:cubicBezTo>
                  <a:pt x="8874" y="93482"/>
                  <a:pt x="18972" y="90401"/>
                  <a:pt x="24746" y="83662"/>
                </a:cubicBezTo>
                <a:cubicBezTo>
                  <a:pt x="30126" y="77382"/>
                  <a:pt x="29398" y="67337"/>
                  <a:pt x="34565" y="60881"/>
                </a:cubicBezTo>
                <a:cubicBezTo>
                  <a:pt x="43894" y="49226"/>
                  <a:pt x="56738" y="40297"/>
                  <a:pt x="64417" y="27494"/>
                </a:cubicBezTo>
                <a:cubicBezTo>
                  <a:pt x="67838" y="21790"/>
                  <a:pt x="65483" y="14031"/>
                  <a:pt x="67952" y="7855"/>
                </a:cubicBezTo>
                <a:cubicBezTo>
                  <a:pt x="68982" y="5279"/>
                  <a:pt x="70701" y="2774"/>
                  <a:pt x="70701" y="0"/>
                </a:cubicBezTo>
              </a:path>
            </a:pathLst>
          </a:custGeom>
          <a:noFill/>
          <a:ln cap="flat" cmpd="sng" w="28575">
            <a:solidFill>
              <a:schemeClr val="dk2"/>
            </a:solidFill>
            <a:prstDash val="solid"/>
            <a:round/>
            <a:headEnd len="med" w="med" type="none"/>
            <a:tailEnd len="med" w="med" type="none"/>
          </a:ln>
        </p:spPr>
      </p:sp>
      <p:sp>
        <p:nvSpPr>
          <p:cNvPr id="95" name="Google Shape;95;p17"/>
          <p:cNvSpPr txBox="1"/>
          <p:nvPr>
            <p:ph type="title"/>
          </p:nvPr>
        </p:nvSpPr>
        <p:spPr>
          <a:xfrm>
            <a:off x="311700" y="113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Predicting the future trajectory is difficult because there are many driving forces</a:t>
            </a:r>
            <a:r>
              <a:rPr lang="en"/>
              <a:t> and the complexity of their interactions</a:t>
            </a:r>
            <a:endParaRPr/>
          </a:p>
        </p:txBody>
      </p:sp>
      <p:cxnSp>
        <p:nvCxnSpPr>
          <p:cNvPr id="96" name="Google Shape;96;p17"/>
          <p:cNvCxnSpPr>
            <a:stCxn id="90" idx="2"/>
          </p:cNvCxnSpPr>
          <p:nvPr/>
        </p:nvCxnSpPr>
        <p:spPr>
          <a:xfrm flipH="1">
            <a:off x="1435825" y="3080875"/>
            <a:ext cx="813300" cy="793500"/>
          </a:xfrm>
          <a:prstGeom prst="straightConnector1">
            <a:avLst/>
          </a:prstGeom>
          <a:noFill/>
          <a:ln cap="flat" cmpd="sng" w="9525">
            <a:solidFill>
              <a:schemeClr val="dk2"/>
            </a:solidFill>
            <a:prstDash val="solid"/>
            <a:round/>
            <a:headEnd len="med" w="med" type="none"/>
            <a:tailEnd len="med" w="med" type="triangle"/>
          </a:ln>
        </p:spPr>
      </p:cxnSp>
      <p:sp>
        <p:nvSpPr>
          <p:cNvPr id="97" name="Google Shape;9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cxnSp>
        <p:nvCxnSpPr>
          <p:cNvPr id="102" name="Google Shape;102;p18"/>
          <p:cNvCxnSpPr/>
          <p:nvPr/>
        </p:nvCxnSpPr>
        <p:spPr>
          <a:xfrm flipH="1" rot="10800000">
            <a:off x="1319792" y="3980831"/>
            <a:ext cx="6263700" cy="9300"/>
          </a:xfrm>
          <a:prstGeom prst="straightConnector1">
            <a:avLst/>
          </a:prstGeom>
          <a:noFill/>
          <a:ln cap="flat" cmpd="sng" w="9525">
            <a:solidFill>
              <a:srgbClr val="595959"/>
            </a:solidFill>
            <a:prstDash val="solid"/>
            <a:round/>
            <a:headEnd len="med" w="med" type="none"/>
            <a:tailEnd len="med" w="med" type="triangle"/>
          </a:ln>
        </p:spPr>
      </p:cxnSp>
      <p:sp>
        <p:nvSpPr>
          <p:cNvPr id="103" name="Google Shape;103;p18"/>
          <p:cNvSpPr txBox="1"/>
          <p:nvPr/>
        </p:nvSpPr>
        <p:spPr>
          <a:xfrm>
            <a:off x="5090100" y="4047025"/>
            <a:ext cx="3825300" cy="2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Number of dominant driving forces</a:t>
            </a:r>
            <a:endParaRPr sz="1600">
              <a:solidFill>
                <a:schemeClr val="dk1"/>
              </a:solidFill>
              <a:latin typeface="Roboto"/>
              <a:ea typeface="Roboto"/>
              <a:cs typeface="Roboto"/>
              <a:sym typeface="Roboto"/>
            </a:endParaRPr>
          </a:p>
        </p:txBody>
      </p:sp>
      <p:sp>
        <p:nvSpPr>
          <p:cNvPr id="104" name="Google Shape;104;p18"/>
          <p:cNvSpPr txBox="1"/>
          <p:nvPr/>
        </p:nvSpPr>
        <p:spPr>
          <a:xfrm>
            <a:off x="1375375" y="2699575"/>
            <a:ext cx="17475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Dropping a pen</a:t>
            </a:r>
            <a:endParaRPr sz="1600">
              <a:solidFill>
                <a:schemeClr val="dk1"/>
              </a:solidFill>
              <a:latin typeface="Roboto"/>
              <a:ea typeface="Roboto"/>
              <a:cs typeface="Roboto"/>
              <a:sym typeface="Roboto"/>
            </a:endParaRPr>
          </a:p>
        </p:txBody>
      </p:sp>
      <p:cxnSp>
        <p:nvCxnSpPr>
          <p:cNvPr id="105" name="Google Shape;105;p18"/>
          <p:cNvCxnSpPr/>
          <p:nvPr/>
        </p:nvCxnSpPr>
        <p:spPr>
          <a:xfrm flipH="1" rot="10800000">
            <a:off x="1319781" y="1441031"/>
            <a:ext cx="9900" cy="2549100"/>
          </a:xfrm>
          <a:prstGeom prst="straightConnector1">
            <a:avLst/>
          </a:prstGeom>
          <a:noFill/>
          <a:ln cap="flat" cmpd="sng" w="9525">
            <a:solidFill>
              <a:schemeClr val="dk2"/>
            </a:solidFill>
            <a:prstDash val="solid"/>
            <a:round/>
            <a:headEnd len="med" w="med" type="none"/>
            <a:tailEnd len="med" w="med" type="triangle"/>
          </a:ln>
        </p:spPr>
      </p:cxnSp>
      <p:sp>
        <p:nvSpPr>
          <p:cNvPr id="106" name="Google Shape;106;p18"/>
          <p:cNvSpPr txBox="1"/>
          <p:nvPr/>
        </p:nvSpPr>
        <p:spPr>
          <a:xfrm>
            <a:off x="477450" y="961075"/>
            <a:ext cx="2499600" cy="2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Prediction difficulty</a:t>
            </a:r>
            <a:endParaRPr sz="1600">
              <a:solidFill>
                <a:schemeClr val="dk1"/>
              </a:solidFill>
              <a:latin typeface="Roboto"/>
              <a:ea typeface="Roboto"/>
              <a:cs typeface="Roboto"/>
              <a:sym typeface="Roboto"/>
            </a:endParaRPr>
          </a:p>
        </p:txBody>
      </p:sp>
      <p:sp>
        <p:nvSpPr>
          <p:cNvPr id="107" name="Google Shape;107;p18"/>
          <p:cNvSpPr/>
          <p:nvPr/>
        </p:nvSpPr>
        <p:spPr>
          <a:xfrm>
            <a:off x="1375375" y="3384605"/>
            <a:ext cx="2416414" cy="528903"/>
          </a:xfrm>
          <a:custGeom>
            <a:rect b="b" l="l" r="r" t="t"/>
            <a:pathLst>
              <a:path extrusionOk="0" h="17283" w="162612">
                <a:moveTo>
                  <a:pt x="0" y="17283"/>
                </a:moveTo>
                <a:cubicBezTo>
                  <a:pt x="11992" y="17283"/>
                  <a:pt x="23590" y="12953"/>
                  <a:pt x="35350" y="10606"/>
                </a:cubicBezTo>
                <a:cubicBezTo>
                  <a:pt x="55055" y="6673"/>
                  <a:pt x="75435" y="7712"/>
                  <a:pt x="95446" y="5892"/>
                </a:cubicBezTo>
                <a:cubicBezTo>
                  <a:pt x="117828" y="3856"/>
                  <a:pt x="140137" y="0"/>
                  <a:pt x="162612" y="0"/>
                </a:cubicBezTo>
              </a:path>
            </a:pathLst>
          </a:custGeom>
          <a:noFill/>
          <a:ln cap="flat" cmpd="sng" w="28575">
            <a:solidFill>
              <a:schemeClr val="dk2"/>
            </a:solidFill>
            <a:prstDash val="solid"/>
            <a:round/>
            <a:headEnd len="med" w="med" type="none"/>
            <a:tailEnd len="med" w="med" type="none"/>
          </a:ln>
        </p:spPr>
      </p:sp>
      <p:sp>
        <p:nvSpPr>
          <p:cNvPr id="108" name="Google Shape;108;p18"/>
          <p:cNvSpPr/>
          <p:nvPr/>
        </p:nvSpPr>
        <p:spPr>
          <a:xfrm>
            <a:off x="3791812" y="1255558"/>
            <a:ext cx="3551134" cy="2129053"/>
          </a:xfrm>
          <a:custGeom>
            <a:rect b="b" l="l" r="r" t="t"/>
            <a:pathLst>
              <a:path extrusionOk="0" h="93482" w="70701">
                <a:moveTo>
                  <a:pt x="0" y="93482"/>
                </a:moveTo>
                <a:cubicBezTo>
                  <a:pt x="8874" y="93482"/>
                  <a:pt x="18972" y="90401"/>
                  <a:pt x="24746" y="83662"/>
                </a:cubicBezTo>
                <a:cubicBezTo>
                  <a:pt x="30126" y="77382"/>
                  <a:pt x="29398" y="67337"/>
                  <a:pt x="34565" y="60881"/>
                </a:cubicBezTo>
                <a:cubicBezTo>
                  <a:pt x="43894" y="49226"/>
                  <a:pt x="56738" y="40297"/>
                  <a:pt x="64417" y="27494"/>
                </a:cubicBezTo>
                <a:cubicBezTo>
                  <a:pt x="67838" y="21790"/>
                  <a:pt x="65483" y="14031"/>
                  <a:pt x="67952" y="7855"/>
                </a:cubicBezTo>
                <a:cubicBezTo>
                  <a:pt x="68982" y="5279"/>
                  <a:pt x="70701" y="2774"/>
                  <a:pt x="70701" y="0"/>
                </a:cubicBezTo>
              </a:path>
            </a:pathLst>
          </a:custGeom>
          <a:noFill/>
          <a:ln cap="flat" cmpd="sng" w="28575">
            <a:solidFill>
              <a:schemeClr val="dk2"/>
            </a:solidFill>
            <a:prstDash val="solid"/>
            <a:round/>
            <a:headEnd len="med" w="med" type="none"/>
            <a:tailEnd len="med" w="med" type="none"/>
          </a:ln>
        </p:spPr>
      </p:sp>
      <p:sp>
        <p:nvSpPr>
          <p:cNvPr id="109" name="Google Shape;109;p18"/>
          <p:cNvSpPr txBox="1"/>
          <p:nvPr>
            <p:ph type="title"/>
          </p:nvPr>
        </p:nvSpPr>
        <p:spPr>
          <a:xfrm>
            <a:off x="311700" y="113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Predicting the future trajectory is difficult because there are many driving forces and the complexity of their interactions</a:t>
            </a:r>
            <a:endParaRPr/>
          </a:p>
        </p:txBody>
      </p:sp>
      <p:cxnSp>
        <p:nvCxnSpPr>
          <p:cNvPr id="110" name="Google Shape;110;p18"/>
          <p:cNvCxnSpPr>
            <a:stCxn id="104" idx="2"/>
          </p:cNvCxnSpPr>
          <p:nvPr/>
        </p:nvCxnSpPr>
        <p:spPr>
          <a:xfrm flipH="1">
            <a:off x="1435825" y="3080875"/>
            <a:ext cx="813300" cy="793500"/>
          </a:xfrm>
          <a:prstGeom prst="straightConnector1">
            <a:avLst/>
          </a:prstGeom>
          <a:noFill/>
          <a:ln cap="flat" cmpd="sng" w="9525">
            <a:solidFill>
              <a:schemeClr val="dk2"/>
            </a:solidFill>
            <a:prstDash val="solid"/>
            <a:round/>
            <a:headEnd len="med" w="med" type="none"/>
            <a:tailEnd len="med" w="med" type="triangle"/>
          </a:ln>
        </p:spPr>
      </p:cxnSp>
      <p:sp>
        <p:nvSpPr>
          <p:cNvPr id="111" name="Google Shape;111;p18"/>
          <p:cNvSpPr txBox="1"/>
          <p:nvPr/>
        </p:nvSpPr>
        <p:spPr>
          <a:xfrm>
            <a:off x="311700" y="4457325"/>
            <a:ext cx="4260300" cy="381300"/>
          </a:xfrm>
          <a:prstGeom prst="rect">
            <a:avLst/>
          </a:prstGeom>
          <a:noFill/>
          <a:ln cap="flat" cmpd="sng" w="952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AI research is closer to the left than we feel</a:t>
            </a:r>
            <a:endParaRPr sz="1600">
              <a:solidFill>
                <a:schemeClr val="dk1"/>
              </a:solidFill>
              <a:latin typeface="Roboto"/>
              <a:ea typeface="Roboto"/>
              <a:cs typeface="Roboto"/>
              <a:sym typeface="Roboto"/>
            </a:endParaRPr>
          </a:p>
        </p:txBody>
      </p:sp>
      <p:cxnSp>
        <p:nvCxnSpPr>
          <p:cNvPr id="112" name="Google Shape;112;p18"/>
          <p:cNvCxnSpPr/>
          <p:nvPr/>
        </p:nvCxnSpPr>
        <p:spPr>
          <a:xfrm rot="10800000">
            <a:off x="2397425" y="3756625"/>
            <a:ext cx="85500" cy="642000"/>
          </a:xfrm>
          <a:prstGeom prst="straightConnector1">
            <a:avLst/>
          </a:prstGeom>
          <a:noFill/>
          <a:ln cap="flat" cmpd="sng" w="9525">
            <a:solidFill>
              <a:schemeClr val="dk2"/>
            </a:solidFill>
            <a:prstDash val="solid"/>
            <a:round/>
            <a:headEnd len="med" w="med" type="none"/>
            <a:tailEnd len="med" w="med" type="triangle"/>
          </a:ln>
        </p:spPr>
      </p:cxnSp>
      <p:sp>
        <p:nvSpPr>
          <p:cNvPr id="113" name="Google Shape;11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nvSpPr>
        <p:spPr>
          <a:xfrm>
            <a:off x="6157800" y="4789025"/>
            <a:ext cx="2955300" cy="2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Figure from Rich Sutton’s </a:t>
            </a:r>
            <a:r>
              <a:rPr lang="en" sz="1200" u="sng">
                <a:solidFill>
                  <a:schemeClr val="hlink"/>
                </a:solidFill>
                <a:latin typeface="Roboto"/>
                <a:ea typeface="Roboto"/>
                <a:cs typeface="Roboto"/>
                <a:sym typeface="Roboto"/>
                <a:hlinkClick r:id="rId3"/>
              </a:rPr>
              <a:t>WAIC keynote</a:t>
            </a:r>
            <a:endParaRPr sz="1200">
              <a:solidFill>
                <a:schemeClr val="dk2"/>
              </a:solidFill>
              <a:latin typeface="Roboto"/>
              <a:ea typeface="Roboto"/>
              <a:cs typeface="Roboto"/>
              <a:sym typeface="Roboto"/>
            </a:endParaRPr>
          </a:p>
        </p:txBody>
      </p:sp>
      <p:pic>
        <p:nvPicPr>
          <p:cNvPr id="119" name="Google Shape;119;p19"/>
          <p:cNvPicPr preferRelativeResize="0"/>
          <p:nvPr/>
        </p:nvPicPr>
        <p:blipFill>
          <a:blip r:embed="rId4">
            <a:alphaModFix/>
          </a:blip>
          <a:stretch>
            <a:fillRect/>
          </a:stretch>
        </p:blipFill>
        <p:spPr>
          <a:xfrm>
            <a:off x="412350" y="273125"/>
            <a:ext cx="7161824" cy="3672725"/>
          </a:xfrm>
          <a:prstGeom prst="rect">
            <a:avLst/>
          </a:prstGeom>
          <a:noFill/>
          <a:ln>
            <a:noFill/>
          </a:ln>
        </p:spPr>
      </p:pic>
      <p:sp>
        <p:nvSpPr>
          <p:cNvPr id="120" name="Google Shape;120;p19"/>
          <p:cNvSpPr txBox="1"/>
          <p:nvPr/>
        </p:nvSpPr>
        <p:spPr>
          <a:xfrm>
            <a:off x="7574175" y="208125"/>
            <a:ext cx="1649100" cy="73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Brain-scale compute power</a:t>
            </a:r>
            <a:endParaRPr sz="1600">
              <a:solidFill>
                <a:schemeClr val="dk2"/>
              </a:solidFill>
              <a:latin typeface="Roboto"/>
              <a:ea typeface="Roboto"/>
              <a:cs typeface="Roboto"/>
              <a:sym typeface="Roboto"/>
            </a:endParaRPr>
          </a:p>
        </p:txBody>
      </p:sp>
      <p:sp>
        <p:nvSpPr>
          <p:cNvPr id="121" name="Google Shape;121;p19"/>
          <p:cNvSpPr txBox="1"/>
          <p:nvPr/>
        </p:nvSpPr>
        <p:spPr>
          <a:xfrm>
            <a:off x="1980175" y="4061100"/>
            <a:ext cx="6647700" cy="53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Roughly, 10x more compute every 5 years</a:t>
            </a:r>
            <a:endParaRPr sz="1800">
              <a:solidFill>
                <a:schemeClr val="dk2"/>
              </a:solidFill>
              <a:latin typeface="Roboto"/>
              <a:ea typeface="Roboto"/>
              <a:cs typeface="Roboto"/>
              <a:sym typeface="Roboto"/>
            </a:endParaRPr>
          </a:p>
        </p:txBody>
      </p:sp>
      <p:sp>
        <p:nvSpPr>
          <p:cNvPr id="122" name="Google Shape;12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job of AI researchers is to teach </a:t>
            </a:r>
            <a:r>
              <a:rPr lang="en"/>
              <a:t>machines</a:t>
            </a:r>
            <a:r>
              <a:rPr lang="en"/>
              <a:t> how to “think”</a:t>
            </a:r>
            <a:endParaRPr/>
          </a:p>
        </p:txBody>
      </p:sp>
      <p:sp>
        <p:nvSpPr>
          <p:cNvPr id="128" name="Google Shape;128;p20"/>
          <p:cNvSpPr txBox="1"/>
          <p:nvPr>
            <p:ph idx="1" type="body"/>
          </p:nvPr>
        </p:nvSpPr>
        <p:spPr>
          <a:xfrm>
            <a:off x="311700" y="1016725"/>
            <a:ext cx="8520600" cy="355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One (unfortunately common) approach</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a:t>
            </a:r>
            <a:r>
              <a:rPr lang="en"/>
              <a:t>each the machines how </a:t>
            </a:r>
            <a:r>
              <a:rPr i="1" lang="en"/>
              <a:t>we think</a:t>
            </a:r>
            <a:r>
              <a:rPr lang="en"/>
              <a:t> we think</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This </a:t>
            </a:r>
            <a:r>
              <a:rPr lang="en"/>
              <a:t>approach</a:t>
            </a:r>
            <a:r>
              <a:rPr lang="en"/>
              <a:t> </a:t>
            </a:r>
            <a:r>
              <a:rPr lang="en"/>
              <a:t>poses structures to the problem, which can become the limitation when scaled up</a:t>
            </a:r>
            <a:endParaRPr/>
          </a:p>
        </p:txBody>
      </p:sp>
      <p:sp>
        <p:nvSpPr>
          <p:cNvPr id="129" name="Google Shape;12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job of AI researchers is to teach machines how to “think”</a:t>
            </a:r>
            <a:endParaRPr/>
          </a:p>
        </p:txBody>
      </p:sp>
      <p:sp>
        <p:nvSpPr>
          <p:cNvPr id="135" name="Google Shape;135;p21"/>
          <p:cNvSpPr txBox="1"/>
          <p:nvPr>
            <p:ph idx="1" type="body"/>
          </p:nvPr>
        </p:nvSpPr>
        <p:spPr>
          <a:xfrm>
            <a:off x="311700" y="984600"/>
            <a:ext cx="8520600" cy="358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u="sng">
                <a:solidFill>
                  <a:schemeClr val="hlink"/>
                </a:solidFill>
                <a:hlinkClick r:id="rId3"/>
              </a:rPr>
              <a:t>Bitter lesson</a:t>
            </a:r>
            <a:r>
              <a:rPr lang="en"/>
              <a:t>: progress of AI in the past 70 years boils down to</a:t>
            </a:r>
            <a:endParaRPr/>
          </a:p>
          <a:p>
            <a:pPr indent="-342900" lvl="0" marL="457200" rtl="0" algn="l">
              <a:spcBef>
                <a:spcPts val="1200"/>
              </a:spcBef>
              <a:spcAft>
                <a:spcPts val="0"/>
              </a:spcAft>
              <a:buSzPts val="1800"/>
              <a:buChar char="●"/>
            </a:pPr>
            <a:r>
              <a:rPr lang="en"/>
              <a:t>Develop progressively more general methods with weaker modeling assumptions</a:t>
            </a:r>
            <a:endParaRPr/>
          </a:p>
          <a:p>
            <a:pPr indent="-342900" lvl="0" marL="457200" rtl="0" algn="l">
              <a:spcBef>
                <a:spcPts val="0"/>
              </a:spcBef>
              <a:spcAft>
                <a:spcPts val="0"/>
              </a:spcAft>
              <a:buSzPts val="1800"/>
              <a:buChar char="●"/>
            </a:pPr>
            <a:r>
              <a:rPr lang="en"/>
              <a:t>Add more data and computation (i.e. scale up)</a:t>
            </a:r>
            <a:endParaRPr/>
          </a:p>
        </p:txBody>
      </p:sp>
      <p:sp>
        <p:nvSpPr>
          <p:cNvPr id="136" name="Google Shape;13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more structure, the less scalable the method is</a:t>
            </a:r>
            <a:endParaRPr/>
          </a:p>
        </p:txBody>
      </p:sp>
      <p:cxnSp>
        <p:nvCxnSpPr>
          <p:cNvPr id="142" name="Google Shape;142;p22"/>
          <p:cNvCxnSpPr/>
          <p:nvPr/>
        </p:nvCxnSpPr>
        <p:spPr>
          <a:xfrm>
            <a:off x="1090250" y="3969945"/>
            <a:ext cx="7543200" cy="0"/>
          </a:xfrm>
          <a:prstGeom prst="straightConnector1">
            <a:avLst/>
          </a:prstGeom>
          <a:noFill/>
          <a:ln cap="flat" cmpd="sng" w="9525">
            <a:solidFill>
              <a:schemeClr val="dk2"/>
            </a:solidFill>
            <a:prstDash val="solid"/>
            <a:round/>
            <a:headEnd len="med" w="med" type="none"/>
            <a:tailEnd len="med" w="med" type="triangle"/>
          </a:ln>
        </p:spPr>
      </p:cxnSp>
      <p:sp>
        <p:nvSpPr>
          <p:cNvPr id="143" name="Google Shape;143;p22"/>
          <p:cNvSpPr txBox="1"/>
          <p:nvPr/>
        </p:nvSpPr>
        <p:spPr>
          <a:xfrm>
            <a:off x="7293475" y="3979550"/>
            <a:ext cx="12534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Compute</a:t>
            </a:r>
            <a:endParaRPr sz="1800">
              <a:solidFill>
                <a:schemeClr val="dk2"/>
              </a:solidFill>
              <a:latin typeface="Roboto"/>
              <a:ea typeface="Roboto"/>
              <a:cs typeface="Roboto"/>
              <a:sym typeface="Roboto"/>
            </a:endParaRPr>
          </a:p>
        </p:txBody>
      </p:sp>
      <p:cxnSp>
        <p:nvCxnSpPr>
          <p:cNvPr id="144" name="Google Shape;144;p22"/>
          <p:cNvCxnSpPr/>
          <p:nvPr/>
        </p:nvCxnSpPr>
        <p:spPr>
          <a:xfrm rot="10800000">
            <a:off x="1090250" y="1407345"/>
            <a:ext cx="0" cy="2562600"/>
          </a:xfrm>
          <a:prstGeom prst="straightConnector1">
            <a:avLst/>
          </a:prstGeom>
          <a:noFill/>
          <a:ln cap="flat" cmpd="sng" w="9525">
            <a:solidFill>
              <a:schemeClr val="dk2"/>
            </a:solidFill>
            <a:prstDash val="solid"/>
            <a:round/>
            <a:headEnd len="med" w="med" type="none"/>
            <a:tailEnd len="med" w="med" type="triangle"/>
          </a:ln>
        </p:spPr>
      </p:cxnSp>
      <p:sp>
        <p:nvSpPr>
          <p:cNvPr id="145" name="Google Shape;145;p22"/>
          <p:cNvSpPr txBox="1"/>
          <p:nvPr/>
        </p:nvSpPr>
        <p:spPr>
          <a:xfrm>
            <a:off x="368550" y="783600"/>
            <a:ext cx="17121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Performance</a:t>
            </a:r>
            <a:endParaRPr sz="1800">
              <a:solidFill>
                <a:schemeClr val="dk2"/>
              </a:solidFill>
              <a:latin typeface="Roboto"/>
              <a:ea typeface="Roboto"/>
              <a:cs typeface="Roboto"/>
              <a:sym typeface="Roboto"/>
            </a:endParaRPr>
          </a:p>
        </p:txBody>
      </p:sp>
      <p:sp>
        <p:nvSpPr>
          <p:cNvPr id="146" name="Google Shape;146;p22"/>
          <p:cNvSpPr/>
          <p:nvPr/>
        </p:nvSpPr>
        <p:spPr>
          <a:xfrm>
            <a:off x="1175475" y="3319350"/>
            <a:ext cx="7244554" cy="588164"/>
          </a:xfrm>
          <a:custGeom>
            <a:rect b="b" l="l" r="r" t="t"/>
            <a:pathLst>
              <a:path extrusionOk="0" h="22464" w="103405">
                <a:moveTo>
                  <a:pt x="0" y="22464"/>
                </a:moveTo>
                <a:cubicBezTo>
                  <a:pt x="3712" y="9468"/>
                  <a:pt x="23703" y="7976"/>
                  <a:pt x="37083" y="6062"/>
                </a:cubicBezTo>
                <a:cubicBezTo>
                  <a:pt x="59059" y="2919"/>
                  <a:pt x="81206" y="0"/>
                  <a:pt x="103405" y="0"/>
                </a:cubicBezTo>
              </a:path>
            </a:pathLst>
          </a:custGeom>
          <a:noFill/>
          <a:ln cap="flat" cmpd="sng" w="28575">
            <a:solidFill>
              <a:srgbClr val="3C78D8"/>
            </a:solidFill>
            <a:prstDash val="solid"/>
            <a:round/>
            <a:headEnd len="med" w="med" type="none"/>
            <a:tailEnd len="med" w="med" type="none"/>
          </a:ln>
        </p:spPr>
      </p:sp>
      <p:sp>
        <p:nvSpPr>
          <p:cNvPr id="147" name="Google Shape;147;p22"/>
          <p:cNvSpPr/>
          <p:nvPr/>
        </p:nvSpPr>
        <p:spPr>
          <a:xfrm>
            <a:off x="1227829" y="2432265"/>
            <a:ext cx="4967205" cy="1515124"/>
          </a:xfrm>
          <a:custGeom>
            <a:rect b="b" l="l" r="r" t="t"/>
            <a:pathLst>
              <a:path extrusionOk="0" h="61886" w="202888">
                <a:moveTo>
                  <a:pt x="0" y="60260"/>
                </a:moveTo>
                <a:cubicBezTo>
                  <a:pt x="1818" y="60260"/>
                  <a:pt x="3624" y="58616"/>
                  <a:pt x="5349" y="59191"/>
                </a:cubicBezTo>
                <a:cubicBezTo>
                  <a:pt x="7738" y="59987"/>
                  <a:pt x="10090" y="62482"/>
                  <a:pt x="12480" y="61687"/>
                </a:cubicBezTo>
                <a:cubicBezTo>
                  <a:pt x="16167" y="60460"/>
                  <a:pt x="19330" y="56501"/>
                  <a:pt x="23177" y="57051"/>
                </a:cubicBezTo>
                <a:cubicBezTo>
                  <a:pt x="28116" y="57757"/>
                  <a:pt x="32904" y="59283"/>
                  <a:pt x="37796" y="60260"/>
                </a:cubicBezTo>
                <a:cubicBezTo>
                  <a:pt x="40342" y="60768"/>
                  <a:pt x="42688" y="58121"/>
                  <a:pt x="45284" y="58121"/>
                </a:cubicBezTo>
                <a:cubicBezTo>
                  <a:pt x="46901" y="58121"/>
                  <a:pt x="47862" y="61870"/>
                  <a:pt x="49207" y="60973"/>
                </a:cubicBezTo>
                <a:cubicBezTo>
                  <a:pt x="55937" y="56484"/>
                  <a:pt x="65521" y="61493"/>
                  <a:pt x="73453" y="59904"/>
                </a:cubicBezTo>
                <a:cubicBezTo>
                  <a:pt x="80791" y="58434"/>
                  <a:pt x="84969" y="49012"/>
                  <a:pt x="92351" y="47780"/>
                </a:cubicBezTo>
                <a:cubicBezTo>
                  <a:pt x="105444" y="45595"/>
                  <a:pt x="117487" y="38970"/>
                  <a:pt x="130504" y="36370"/>
                </a:cubicBezTo>
                <a:cubicBezTo>
                  <a:pt x="133640" y="35743"/>
                  <a:pt x="134732" y="31292"/>
                  <a:pt x="137636" y="29952"/>
                </a:cubicBezTo>
                <a:cubicBezTo>
                  <a:pt x="149376" y="24534"/>
                  <a:pt x="163276" y="24125"/>
                  <a:pt x="174362" y="17472"/>
                </a:cubicBezTo>
                <a:cubicBezTo>
                  <a:pt x="180127" y="14012"/>
                  <a:pt x="182611" y="6216"/>
                  <a:pt x="188625" y="3209"/>
                </a:cubicBezTo>
                <a:cubicBezTo>
                  <a:pt x="192984" y="1030"/>
                  <a:pt x="198531" y="2182"/>
                  <a:pt x="202888" y="0"/>
                </a:cubicBezTo>
              </a:path>
            </a:pathLst>
          </a:custGeom>
          <a:noFill/>
          <a:ln cap="flat" cmpd="sng" w="28575">
            <a:solidFill>
              <a:srgbClr val="76A5AF"/>
            </a:solidFill>
            <a:prstDash val="solid"/>
            <a:round/>
            <a:headEnd len="med" w="med" type="none"/>
            <a:tailEnd len="med" w="med" type="none"/>
          </a:ln>
        </p:spPr>
      </p:sp>
      <p:sp>
        <p:nvSpPr>
          <p:cNvPr id="148" name="Google Shape;148;p22"/>
          <p:cNvSpPr txBox="1"/>
          <p:nvPr/>
        </p:nvSpPr>
        <p:spPr>
          <a:xfrm>
            <a:off x="4794900" y="1807938"/>
            <a:ext cx="21345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76A5AF"/>
                </a:solidFill>
                <a:latin typeface="Roboto"/>
                <a:ea typeface="Roboto"/>
                <a:cs typeface="Roboto"/>
                <a:sym typeface="Roboto"/>
              </a:rPr>
              <a:t>Less structure</a:t>
            </a:r>
            <a:endParaRPr sz="1600">
              <a:solidFill>
                <a:srgbClr val="76A5AF"/>
              </a:solidFill>
              <a:latin typeface="Roboto"/>
              <a:ea typeface="Roboto"/>
              <a:cs typeface="Roboto"/>
              <a:sym typeface="Roboto"/>
            </a:endParaRPr>
          </a:p>
        </p:txBody>
      </p:sp>
      <p:sp>
        <p:nvSpPr>
          <p:cNvPr id="149" name="Google Shape;149;p22"/>
          <p:cNvSpPr txBox="1"/>
          <p:nvPr/>
        </p:nvSpPr>
        <p:spPr>
          <a:xfrm>
            <a:off x="1525125" y="2867525"/>
            <a:ext cx="21345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3C78D8"/>
                </a:solidFill>
                <a:latin typeface="Roboto"/>
                <a:ea typeface="Roboto"/>
                <a:cs typeface="Roboto"/>
                <a:sym typeface="Roboto"/>
              </a:rPr>
              <a:t>More structure</a:t>
            </a:r>
            <a:endParaRPr sz="1600">
              <a:solidFill>
                <a:srgbClr val="3C78D8"/>
              </a:solidFill>
              <a:latin typeface="Roboto"/>
              <a:ea typeface="Roboto"/>
              <a:cs typeface="Roboto"/>
              <a:sym typeface="Roboto"/>
            </a:endParaRPr>
          </a:p>
        </p:txBody>
      </p:sp>
      <p:sp>
        <p:nvSpPr>
          <p:cNvPr id="150" name="Google Shape;150;p22"/>
          <p:cNvSpPr/>
          <p:nvPr/>
        </p:nvSpPr>
        <p:spPr>
          <a:xfrm>
            <a:off x="6189625" y="2202834"/>
            <a:ext cx="2239585" cy="250212"/>
          </a:xfrm>
          <a:custGeom>
            <a:rect b="b" l="l" r="r" t="t"/>
            <a:pathLst>
              <a:path extrusionOk="0" h="12303" w="73932">
                <a:moveTo>
                  <a:pt x="0" y="11240"/>
                </a:moveTo>
                <a:cubicBezTo>
                  <a:pt x="7718" y="11240"/>
                  <a:pt x="15985" y="13734"/>
                  <a:pt x="23150" y="10867"/>
                </a:cubicBezTo>
                <a:cubicBezTo>
                  <a:pt x="32510" y="7122"/>
                  <a:pt x="41509" y="1524"/>
                  <a:pt x="51528" y="412"/>
                </a:cubicBezTo>
                <a:cubicBezTo>
                  <a:pt x="58950" y="-412"/>
                  <a:pt x="66464" y="412"/>
                  <a:pt x="73932" y="412"/>
                </a:cubicBezTo>
              </a:path>
            </a:pathLst>
          </a:custGeom>
          <a:noFill/>
          <a:ln cap="flat" cmpd="sng" w="28575">
            <a:solidFill>
              <a:srgbClr val="76A5AF"/>
            </a:solidFill>
            <a:prstDash val="solid"/>
            <a:round/>
            <a:headEnd len="med" w="med" type="none"/>
            <a:tailEnd len="med" w="med" type="none"/>
          </a:ln>
        </p:spPr>
      </p:sp>
      <p:sp>
        <p:nvSpPr>
          <p:cNvPr id="151" name="Google Shape;15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However, we can’t just go for the most general method</a:t>
            </a:r>
            <a:endParaRPr/>
          </a:p>
        </p:txBody>
      </p:sp>
      <p:cxnSp>
        <p:nvCxnSpPr>
          <p:cNvPr id="157" name="Google Shape;157;p23"/>
          <p:cNvCxnSpPr/>
          <p:nvPr/>
        </p:nvCxnSpPr>
        <p:spPr>
          <a:xfrm>
            <a:off x="1090250" y="3969945"/>
            <a:ext cx="7543200" cy="0"/>
          </a:xfrm>
          <a:prstGeom prst="straightConnector1">
            <a:avLst/>
          </a:prstGeom>
          <a:noFill/>
          <a:ln cap="flat" cmpd="sng" w="9525">
            <a:solidFill>
              <a:schemeClr val="dk2"/>
            </a:solidFill>
            <a:prstDash val="solid"/>
            <a:round/>
            <a:headEnd len="med" w="med" type="none"/>
            <a:tailEnd len="med" w="med" type="triangle"/>
          </a:ln>
        </p:spPr>
      </p:cxnSp>
      <p:sp>
        <p:nvSpPr>
          <p:cNvPr id="158" name="Google Shape;158;p23"/>
          <p:cNvSpPr txBox="1"/>
          <p:nvPr/>
        </p:nvSpPr>
        <p:spPr>
          <a:xfrm>
            <a:off x="7293475" y="3979550"/>
            <a:ext cx="12534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Compute</a:t>
            </a:r>
            <a:endParaRPr sz="1800">
              <a:solidFill>
                <a:schemeClr val="dk2"/>
              </a:solidFill>
              <a:latin typeface="Roboto"/>
              <a:ea typeface="Roboto"/>
              <a:cs typeface="Roboto"/>
              <a:sym typeface="Roboto"/>
            </a:endParaRPr>
          </a:p>
        </p:txBody>
      </p:sp>
      <p:cxnSp>
        <p:nvCxnSpPr>
          <p:cNvPr id="159" name="Google Shape;159;p23"/>
          <p:cNvCxnSpPr/>
          <p:nvPr/>
        </p:nvCxnSpPr>
        <p:spPr>
          <a:xfrm rot="10800000">
            <a:off x="1090250" y="1407345"/>
            <a:ext cx="0" cy="2562600"/>
          </a:xfrm>
          <a:prstGeom prst="straightConnector1">
            <a:avLst/>
          </a:prstGeom>
          <a:noFill/>
          <a:ln cap="flat" cmpd="sng" w="9525">
            <a:solidFill>
              <a:schemeClr val="dk2"/>
            </a:solidFill>
            <a:prstDash val="solid"/>
            <a:round/>
            <a:headEnd len="med" w="med" type="none"/>
            <a:tailEnd len="med" w="med" type="triangle"/>
          </a:ln>
        </p:spPr>
      </p:cxnSp>
      <p:sp>
        <p:nvSpPr>
          <p:cNvPr id="160" name="Google Shape;160;p23"/>
          <p:cNvSpPr txBox="1"/>
          <p:nvPr/>
        </p:nvSpPr>
        <p:spPr>
          <a:xfrm>
            <a:off x="368550" y="783600"/>
            <a:ext cx="17121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Performance</a:t>
            </a:r>
            <a:endParaRPr sz="1800">
              <a:solidFill>
                <a:schemeClr val="dk2"/>
              </a:solidFill>
              <a:latin typeface="Roboto"/>
              <a:ea typeface="Roboto"/>
              <a:cs typeface="Roboto"/>
              <a:sym typeface="Roboto"/>
            </a:endParaRPr>
          </a:p>
        </p:txBody>
      </p:sp>
      <p:sp>
        <p:nvSpPr>
          <p:cNvPr id="161" name="Google Shape;161;p23"/>
          <p:cNvSpPr/>
          <p:nvPr/>
        </p:nvSpPr>
        <p:spPr>
          <a:xfrm>
            <a:off x="1175475" y="3319350"/>
            <a:ext cx="7244554" cy="588164"/>
          </a:xfrm>
          <a:custGeom>
            <a:rect b="b" l="l" r="r" t="t"/>
            <a:pathLst>
              <a:path extrusionOk="0" h="22464" w="103405">
                <a:moveTo>
                  <a:pt x="0" y="22464"/>
                </a:moveTo>
                <a:cubicBezTo>
                  <a:pt x="3712" y="9468"/>
                  <a:pt x="23703" y="7976"/>
                  <a:pt x="37083" y="6062"/>
                </a:cubicBezTo>
                <a:cubicBezTo>
                  <a:pt x="59059" y="2919"/>
                  <a:pt x="81206" y="0"/>
                  <a:pt x="103405" y="0"/>
                </a:cubicBezTo>
              </a:path>
            </a:pathLst>
          </a:custGeom>
          <a:noFill/>
          <a:ln cap="flat" cmpd="sng" w="28575">
            <a:solidFill>
              <a:srgbClr val="3C78D8"/>
            </a:solidFill>
            <a:prstDash val="solid"/>
            <a:round/>
            <a:headEnd len="med" w="med" type="none"/>
            <a:tailEnd len="med" w="med" type="none"/>
          </a:ln>
        </p:spPr>
      </p:sp>
      <p:sp>
        <p:nvSpPr>
          <p:cNvPr id="162" name="Google Shape;162;p23"/>
          <p:cNvSpPr/>
          <p:nvPr/>
        </p:nvSpPr>
        <p:spPr>
          <a:xfrm>
            <a:off x="1227829" y="2432265"/>
            <a:ext cx="4967205" cy="1515124"/>
          </a:xfrm>
          <a:custGeom>
            <a:rect b="b" l="l" r="r" t="t"/>
            <a:pathLst>
              <a:path extrusionOk="0" h="61886" w="202888">
                <a:moveTo>
                  <a:pt x="0" y="60260"/>
                </a:moveTo>
                <a:cubicBezTo>
                  <a:pt x="1818" y="60260"/>
                  <a:pt x="3624" y="58616"/>
                  <a:pt x="5349" y="59191"/>
                </a:cubicBezTo>
                <a:cubicBezTo>
                  <a:pt x="7738" y="59987"/>
                  <a:pt x="10090" y="62482"/>
                  <a:pt x="12480" y="61687"/>
                </a:cubicBezTo>
                <a:cubicBezTo>
                  <a:pt x="16167" y="60460"/>
                  <a:pt x="19330" y="56501"/>
                  <a:pt x="23177" y="57051"/>
                </a:cubicBezTo>
                <a:cubicBezTo>
                  <a:pt x="28116" y="57757"/>
                  <a:pt x="32904" y="59283"/>
                  <a:pt x="37796" y="60260"/>
                </a:cubicBezTo>
                <a:cubicBezTo>
                  <a:pt x="40342" y="60768"/>
                  <a:pt x="42688" y="58121"/>
                  <a:pt x="45284" y="58121"/>
                </a:cubicBezTo>
                <a:cubicBezTo>
                  <a:pt x="46901" y="58121"/>
                  <a:pt x="47862" y="61870"/>
                  <a:pt x="49207" y="60973"/>
                </a:cubicBezTo>
                <a:cubicBezTo>
                  <a:pt x="55937" y="56484"/>
                  <a:pt x="65521" y="61493"/>
                  <a:pt x="73453" y="59904"/>
                </a:cubicBezTo>
                <a:cubicBezTo>
                  <a:pt x="80791" y="58434"/>
                  <a:pt x="84969" y="49012"/>
                  <a:pt x="92351" y="47780"/>
                </a:cubicBezTo>
                <a:cubicBezTo>
                  <a:pt x="105444" y="45595"/>
                  <a:pt x="117487" y="38970"/>
                  <a:pt x="130504" y="36370"/>
                </a:cubicBezTo>
                <a:cubicBezTo>
                  <a:pt x="133640" y="35743"/>
                  <a:pt x="134732" y="31292"/>
                  <a:pt x="137636" y="29952"/>
                </a:cubicBezTo>
                <a:cubicBezTo>
                  <a:pt x="149376" y="24534"/>
                  <a:pt x="163276" y="24125"/>
                  <a:pt x="174362" y="17472"/>
                </a:cubicBezTo>
                <a:cubicBezTo>
                  <a:pt x="180127" y="14012"/>
                  <a:pt x="182611" y="6216"/>
                  <a:pt x="188625" y="3209"/>
                </a:cubicBezTo>
                <a:cubicBezTo>
                  <a:pt x="192984" y="1030"/>
                  <a:pt x="198531" y="2182"/>
                  <a:pt x="202888" y="0"/>
                </a:cubicBezTo>
              </a:path>
            </a:pathLst>
          </a:custGeom>
          <a:noFill/>
          <a:ln cap="flat" cmpd="sng" w="28575">
            <a:solidFill>
              <a:srgbClr val="76A5AF"/>
            </a:solidFill>
            <a:prstDash val="solid"/>
            <a:round/>
            <a:headEnd len="med" w="med" type="none"/>
            <a:tailEnd len="med" w="med" type="none"/>
          </a:ln>
        </p:spPr>
      </p:sp>
      <p:sp>
        <p:nvSpPr>
          <p:cNvPr id="163" name="Google Shape;163;p23"/>
          <p:cNvSpPr txBox="1"/>
          <p:nvPr/>
        </p:nvSpPr>
        <p:spPr>
          <a:xfrm>
            <a:off x="4794900" y="1807938"/>
            <a:ext cx="21345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76A5AF"/>
                </a:solidFill>
                <a:latin typeface="Roboto"/>
                <a:ea typeface="Roboto"/>
                <a:cs typeface="Roboto"/>
                <a:sym typeface="Roboto"/>
              </a:rPr>
              <a:t>Less structure</a:t>
            </a:r>
            <a:endParaRPr sz="1600">
              <a:solidFill>
                <a:srgbClr val="76A5AF"/>
              </a:solidFill>
              <a:latin typeface="Roboto"/>
              <a:ea typeface="Roboto"/>
              <a:cs typeface="Roboto"/>
              <a:sym typeface="Roboto"/>
            </a:endParaRPr>
          </a:p>
        </p:txBody>
      </p:sp>
      <p:sp>
        <p:nvSpPr>
          <p:cNvPr id="164" name="Google Shape;164;p23"/>
          <p:cNvSpPr txBox="1"/>
          <p:nvPr/>
        </p:nvSpPr>
        <p:spPr>
          <a:xfrm>
            <a:off x="1525125" y="2867525"/>
            <a:ext cx="21345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3C78D8"/>
                </a:solidFill>
                <a:latin typeface="Roboto"/>
                <a:ea typeface="Roboto"/>
                <a:cs typeface="Roboto"/>
                <a:sym typeface="Roboto"/>
              </a:rPr>
              <a:t>More structure</a:t>
            </a:r>
            <a:endParaRPr sz="1600">
              <a:solidFill>
                <a:srgbClr val="3C78D8"/>
              </a:solidFill>
              <a:latin typeface="Roboto"/>
              <a:ea typeface="Roboto"/>
              <a:cs typeface="Roboto"/>
              <a:sym typeface="Roboto"/>
            </a:endParaRPr>
          </a:p>
        </p:txBody>
      </p:sp>
      <p:sp>
        <p:nvSpPr>
          <p:cNvPr id="165" name="Google Shape;165;p23"/>
          <p:cNvSpPr/>
          <p:nvPr/>
        </p:nvSpPr>
        <p:spPr>
          <a:xfrm>
            <a:off x="6189625" y="2202834"/>
            <a:ext cx="2239585" cy="250212"/>
          </a:xfrm>
          <a:custGeom>
            <a:rect b="b" l="l" r="r" t="t"/>
            <a:pathLst>
              <a:path extrusionOk="0" h="12303" w="73932">
                <a:moveTo>
                  <a:pt x="0" y="11240"/>
                </a:moveTo>
                <a:cubicBezTo>
                  <a:pt x="7718" y="11240"/>
                  <a:pt x="15985" y="13734"/>
                  <a:pt x="23150" y="10867"/>
                </a:cubicBezTo>
                <a:cubicBezTo>
                  <a:pt x="32510" y="7122"/>
                  <a:pt x="41509" y="1524"/>
                  <a:pt x="51528" y="412"/>
                </a:cubicBezTo>
                <a:cubicBezTo>
                  <a:pt x="58950" y="-412"/>
                  <a:pt x="66464" y="412"/>
                  <a:pt x="73932" y="412"/>
                </a:cubicBezTo>
              </a:path>
            </a:pathLst>
          </a:custGeom>
          <a:noFill/>
          <a:ln cap="flat" cmpd="sng" w="28575">
            <a:solidFill>
              <a:srgbClr val="76A5AF"/>
            </a:solidFill>
            <a:prstDash val="solid"/>
            <a:round/>
            <a:headEnd len="med" w="med" type="none"/>
            <a:tailEnd len="med" w="med" type="none"/>
          </a:ln>
        </p:spPr>
      </p:sp>
      <p:sp>
        <p:nvSpPr>
          <p:cNvPr id="166" name="Google Shape;166;p23"/>
          <p:cNvSpPr/>
          <p:nvPr/>
        </p:nvSpPr>
        <p:spPr>
          <a:xfrm>
            <a:off x="1277564" y="1224175"/>
            <a:ext cx="7244605" cy="2706440"/>
          </a:xfrm>
          <a:custGeom>
            <a:rect b="b" l="l" r="r" t="t"/>
            <a:pathLst>
              <a:path extrusionOk="0" h="133355" w="356965">
                <a:moveTo>
                  <a:pt x="0" y="133302"/>
                </a:moveTo>
                <a:cubicBezTo>
                  <a:pt x="16335" y="133302"/>
                  <a:pt x="32896" y="133515"/>
                  <a:pt x="48915" y="130315"/>
                </a:cubicBezTo>
                <a:cubicBezTo>
                  <a:pt x="56153" y="128869"/>
                  <a:pt x="63707" y="131109"/>
                  <a:pt x="70945" y="132555"/>
                </a:cubicBezTo>
                <a:cubicBezTo>
                  <a:pt x="80858" y="134536"/>
                  <a:pt x="91182" y="131744"/>
                  <a:pt x="101190" y="130315"/>
                </a:cubicBezTo>
                <a:cubicBezTo>
                  <a:pt x="111787" y="128802"/>
                  <a:pt x="122663" y="129134"/>
                  <a:pt x="133302" y="130315"/>
                </a:cubicBezTo>
                <a:cubicBezTo>
                  <a:pt x="136456" y="130665"/>
                  <a:pt x="139799" y="133602"/>
                  <a:pt x="142637" y="132182"/>
                </a:cubicBezTo>
                <a:cubicBezTo>
                  <a:pt x="144151" y="131424"/>
                  <a:pt x="145091" y="129561"/>
                  <a:pt x="146744" y="129194"/>
                </a:cubicBezTo>
                <a:cubicBezTo>
                  <a:pt x="151883" y="128051"/>
                  <a:pt x="157195" y="131642"/>
                  <a:pt x="162427" y="131061"/>
                </a:cubicBezTo>
                <a:cubicBezTo>
                  <a:pt x="173577" y="129823"/>
                  <a:pt x="184965" y="131037"/>
                  <a:pt x="196032" y="129194"/>
                </a:cubicBezTo>
                <a:cubicBezTo>
                  <a:pt x="198180" y="128836"/>
                  <a:pt x="199498" y="126261"/>
                  <a:pt x="201633" y="125834"/>
                </a:cubicBezTo>
                <a:cubicBezTo>
                  <a:pt x="205059" y="125149"/>
                  <a:pt x="208876" y="127957"/>
                  <a:pt x="212088" y="126581"/>
                </a:cubicBezTo>
                <a:cubicBezTo>
                  <a:pt x="215018" y="125325"/>
                  <a:pt x="216430" y="121232"/>
                  <a:pt x="219556" y="120606"/>
                </a:cubicBezTo>
                <a:cubicBezTo>
                  <a:pt x="225615" y="119392"/>
                  <a:pt x="232326" y="120384"/>
                  <a:pt x="237852" y="117619"/>
                </a:cubicBezTo>
                <a:cubicBezTo>
                  <a:pt x="242742" y="115172"/>
                  <a:pt x="243992" y="108110"/>
                  <a:pt x="248681" y="105297"/>
                </a:cubicBezTo>
                <a:cubicBezTo>
                  <a:pt x="253460" y="102430"/>
                  <a:pt x="260049" y="102517"/>
                  <a:pt x="263990" y="98576"/>
                </a:cubicBezTo>
                <a:cubicBezTo>
                  <a:pt x="266998" y="95568"/>
                  <a:pt x="266569" y="90432"/>
                  <a:pt x="268471" y="86628"/>
                </a:cubicBezTo>
                <a:cubicBezTo>
                  <a:pt x="270243" y="83085"/>
                  <a:pt x="274258" y="81214"/>
                  <a:pt x="277059" y="78413"/>
                </a:cubicBezTo>
                <a:cubicBezTo>
                  <a:pt x="279759" y="75713"/>
                  <a:pt x="279324" y="71108"/>
                  <a:pt x="280793" y="67584"/>
                </a:cubicBezTo>
                <a:cubicBezTo>
                  <a:pt x="284113" y="59616"/>
                  <a:pt x="287181" y="51463"/>
                  <a:pt x="291621" y="44061"/>
                </a:cubicBezTo>
                <a:cubicBezTo>
                  <a:pt x="295892" y="36941"/>
                  <a:pt x="300770" y="29625"/>
                  <a:pt x="307677" y="25018"/>
                </a:cubicBezTo>
                <a:cubicBezTo>
                  <a:pt x="314721" y="20320"/>
                  <a:pt x="324840" y="20550"/>
                  <a:pt x="330827" y="14563"/>
                </a:cubicBezTo>
                <a:cubicBezTo>
                  <a:pt x="332677" y="12713"/>
                  <a:pt x="332553" y="9511"/>
                  <a:pt x="334188" y="7468"/>
                </a:cubicBezTo>
                <a:cubicBezTo>
                  <a:pt x="335590" y="5716"/>
                  <a:pt x="338741" y="6575"/>
                  <a:pt x="340536" y="5228"/>
                </a:cubicBezTo>
                <a:cubicBezTo>
                  <a:pt x="345133" y="1779"/>
                  <a:pt x="351218" y="0"/>
                  <a:pt x="356965" y="0"/>
                </a:cubicBezTo>
              </a:path>
            </a:pathLst>
          </a:custGeom>
          <a:noFill/>
          <a:ln cap="flat" cmpd="sng" w="28575">
            <a:solidFill>
              <a:srgbClr val="E06666"/>
            </a:solidFill>
            <a:prstDash val="solid"/>
            <a:round/>
            <a:headEnd len="med" w="med" type="none"/>
            <a:tailEnd len="med" w="med" type="none"/>
          </a:ln>
        </p:spPr>
      </p:sp>
      <p:sp>
        <p:nvSpPr>
          <p:cNvPr id="167" name="Google Shape;167;p23"/>
          <p:cNvSpPr txBox="1"/>
          <p:nvPr/>
        </p:nvSpPr>
        <p:spPr>
          <a:xfrm>
            <a:off x="6946675" y="2639838"/>
            <a:ext cx="23448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E06666"/>
                </a:solidFill>
                <a:latin typeface="Roboto"/>
                <a:ea typeface="Roboto"/>
                <a:cs typeface="Roboto"/>
                <a:sym typeface="Roboto"/>
              </a:rPr>
              <a:t>Even less structure</a:t>
            </a:r>
            <a:endParaRPr sz="1600">
              <a:solidFill>
                <a:srgbClr val="E06666"/>
              </a:solidFill>
              <a:latin typeface="Roboto"/>
              <a:ea typeface="Roboto"/>
              <a:cs typeface="Roboto"/>
              <a:sym typeface="Roboto"/>
            </a:endParaRPr>
          </a:p>
        </p:txBody>
      </p:sp>
      <p:sp>
        <p:nvSpPr>
          <p:cNvPr id="168" name="Google Shape;16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23"/>
          <p:cNvSpPr txBox="1"/>
          <p:nvPr/>
        </p:nvSpPr>
        <p:spPr>
          <a:xfrm>
            <a:off x="5322450" y="4773825"/>
            <a:ext cx="3638700" cy="32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Inspired by the conversation with Beomjoon Kim</a:t>
            </a:r>
            <a:endParaRPr sz="1200">
              <a:solidFill>
                <a:schemeClr val="dk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However, we can’t just go for the most general method</a:t>
            </a:r>
            <a:endParaRPr/>
          </a:p>
        </p:txBody>
      </p:sp>
      <p:cxnSp>
        <p:nvCxnSpPr>
          <p:cNvPr id="175" name="Google Shape;175;p24"/>
          <p:cNvCxnSpPr/>
          <p:nvPr/>
        </p:nvCxnSpPr>
        <p:spPr>
          <a:xfrm>
            <a:off x="1090250" y="3969945"/>
            <a:ext cx="7543200" cy="0"/>
          </a:xfrm>
          <a:prstGeom prst="straightConnector1">
            <a:avLst/>
          </a:prstGeom>
          <a:noFill/>
          <a:ln cap="flat" cmpd="sng" w="9525">
            <a:solidFill>
              <a:schemeClr val="dk2"/>
            </a:solidFill>
            <a:prstDash val="solid"/>
            <a:round/>
            <a:headEnd len="med" w="med" type="none"/>
            <a:tailEnd len="med" w="med" type="triangle"/>
          </a:ln>
        </p:spPr>
      </p:cxnSp>
      <p:sp>
        <p:nvSpPr>
          <p:cNvPr id="176" name="Google Shape;176;p24"/>
          <p:cNvSpPr txBox="1"/>
          <p:nvPr/>
        </p:nvSpPr>
        <p:spPr>
          <a:xfrm>
            <a:off x="7293475" y="3979550"/>
            <a:ext cx="12534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Compute</a:t>
            </a:r>
            <a:endParaRPr sz="1800">
              <a:solidFill>
                <a:schemeClr val="dk2"/>
              </a:solidFill>
              <a:latin typeface="Roboto"/>
              <a:ea typeface="Roboto"/>
              <a:cs typeface="Roboto"/>
              <a:sym typeface="Roboto"/>
            </a:endParaRPr>
          </a:p>
        </p:txBody>
      </p:sp>
      <p:cxnSp>
        <p:nvCxnSpPr>
          <p:cNvPr id="177" name="Google Shape;177;p24"/>
          <p:cNvCxnSpPr/>
          <p:nvPr/>
        </p:nvCxnSpPr>
        <p:spPr>
          <a:xfrm rot="10800000">
            <a:off x="1090250" y="1407345"/>
            <a:ext cx="0" cy="2562600"/>
          </a:xfrm>
          <a:prstGeom prst="straightConnector1">
            <a:avLst/>
          </a:prstGeom>
          <a:noFill/>
          <a:ln cap="flat" cmpd="sng" w="9525">
            <a:solidFill>
              <a:schemeClr val="dk2"/>
            </a:solidFill>
            <a:prstDash val="solid"/>
            <a:round/>
            <a:headEnd len="med" w="med" type="none"/>
            <a:tailEnd len="med" w="med" type="triangle"/>
          </a:ln>
        </p:spPr>
      </p:cxnSp>
      <p:sp>
        <p:nvSpPr>
          <p:cNvPr id="178" name="Google Shape;178;p24"/>
          <p:cNvSpPr txBox="1"/>
          <p:nvPr/>
        </p:nvSpPr>
        <p:spPr>
          <a:xfrm>
            <a:off x="368550" y="783600"/>
            <a:ext cx="17121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Performance</a:t>
            </a:r>
            <a:endParaRPr sz="1800">
              <a:solidFill>
                <a:schemeClr val="dk2"/>
              </a:solidFill>
              <a:latin typeface="Roboto"/>
              <a:ea typeface="Roboto"/>
              <a:cs typeface="Roboto"/>
              <a:sym typeface="Roboto"/>
            </a:endParaRPr>
          </a:p>
        </p:txBody>
      </p:sp>
      <p:sp>
        <p:nvSpPr>
          <p:cNvPr id="179" name="Google Shape;179;p24"/>
          <p:cNvSpPr/>
          <p:nvPr/>
        </p:nvSpPr>
        <p:spPr>
          <a:xfrm>
            <a:off x="1175475" y="3319350"/>
            <a:ext cx="7244554" cy="588164"/>
          </a:xfrm>
          <a:custGeom>
            <a:rect b="b" l="l" r="r" t="t"/>
            <a:pathLst>
              <a:path extrusionOk="0" h="22464" w="103405">
                <a:moveTo>
                  <a:pt x="0" y="22464"/>
                </a:moveTo>
                <a:cubicBezTo>
                  <a:pt x="3712" y="9468"/>
                  <a:pt x="23703" y="7976"/>
                  <a:pt x="37083" y="6062"/>
                </a:cubicBezTo>
                <a:cubicBezTo>
                  <a:pt x="59059" y="2919"/>
                  <a:pt x="81206" y="0"/>
                  <a:pt x="103405" y="0"/>
                </a:cubicBezTo>
              </a:path>
            </a:pathLst>
          </a:custGeom>
          <a:noFill/>
          <a:ln cap="flat" cmpd="sng" w="28575">
            <a:solidFill>
              <a:srgbClr val="3C78D8"/>
            </a:solidFill>
            <a:prstDash val="solid"/>
            <a:round/>
            <a:headEnd len="med" w="med" type="none"/>
            <a:tailEnd len="med" w="med" type="none"/>
          </a:ln>
        </p:spPr>
      </p:sp>
      <p:sp>
        <p:nvSpPr>
          <p:cNvPr id="180" name="Google Shape;180;p24"/>
          <p:cNvSpPr/>
          <p:nvPr/>
        </p:nvSpPr>
        <p:spPr>
          <a:xfrm>
            <a:off x="1227829" y="2432265"/>
            <a:ext cx="4967205" cy="1515124"/>
          </a:xfrm>
          <a:custGeom>
            <a:rect b="b" l="l" r="r" t="t"/>
            <a:pathLst>
              <a:path extrusionOk="0" h="61886" w="202888">
                <a:moveTo>
                  <a:pt x="0" y="60260"/>
                </a:moveTo>
                <a:cubicBezTo>
                  <a:pt x="1818" y="60260"/>
                  <a:pt x="3624" y="58616"/>
                  <a:pt x="5349" y="59191"/>
                </a:cubicBezTo>
                <a:cubicBezTo>
                  <a:pt x="7738" y="59987"/>
                  <a:pt x="10090" y="62482"/>
                  <a:pt x="12480" y="61687"/>
                </a:cubicBezTo>
                <a:cubicBezTo>
                  <a:pt x="16167" y="60460"/>
                  <a:pt x="19330" y="56501"/>
                  <a:pt x="23177" y="57051"/>
                </a:cubicBezTo>
                <a:cubicBezTo>
                  <a:pt x="28116" y="57757"/>
                  <a:pt x="32904" y="59283"/>
                  <a:pt x="37796" y="60260"/>
                </a:cubicBezTo>
                <a:cubicBezTo>
                  <a:pt x="40342" y="60768"/>
                  <a:pt x="42688" y="58121"/>
                  <a:pt x="45284" y="58121"/>
                </a:cubicBezTo>
                <a:cubicBezTo>
                  <a:pt x="46901" y="58121"/>
                  <a:pt x="47862" y="61870"/>
                  <a:pt x="49207" y="60973"/>
                </a:cubicBezTo>
                <a:cubicBezTo>
                  <a:pt x="55937" y="56484"/>
                  <a:pt x="65521" y="61493"/>
                  <a:pt x="73453" y="59904"/>
                </a:cubicBezTo>
                <a:cubicBezTo>
                  <a:pt x="80791" y="58434"/>
                  <a:pt x="84969" y="49012"/>
                  <a:pt x="92351" y="47780"/>
                </a:cubicBezTo>
                <a:cubicBezTo>
                  <a:pt x="105444" y="45595"/>
                  <a:pt x="117487" y="38970"/>
                  <a:pt x="130504" y="36370"/>
                </a:cubicBezTo>
                <a:cubicBezTo>
                  <a:pt x="133640" y="35743"/>
                  <a:pt x="134732" y="31292"/>
                  <a:pt x="137636" y="29952"/>
                </a:cubicBezTo>
                <a:cubicBezTo>
                  <a:pt x="149376" y="24534"/>
                  <a:pt x="163276" y="24125"/>
                  <a:pt x="174362" y="17472"/>
                </a:cubicBezTo>
                <a:cubicBezTo>
                  <a:pt x="180127" y="14012"/>
                  <a:pt x="182611" y="6216"/>
                  <a:pt x="188625" y="3209"/>
                </a:cubicBezTo>
                <a:cubicBezTo>
                  <a:pt x="192984" y="1030"/>
                  <a:pt x="198531" y="2182"/>
                  <a:pt x="202888" y="0"/>
                </a:cubicBezTo>
              </a:path>
            </a:pathLst>
          </a:custGeom>
          <a:noFill/>
          <a:ln cap="flat" cmpd="sng" w="28575">
            <a:solidFill>
              <a:srgbClr val="76A5AF"/>
            </a:solidFill>
            <a:prstDash val="solid"/>
            <a:round/>
            <a:headEnd len="med" w="med" type="none"/>
            <a:tailEnd len="med" w="med" type="none"/>
          </a:ln>
        </p:spPr>
      </p:sp>
      <p:sp>
        <p:nvSpPr>
          <p:cNvPr id="181" name="Google Shape;181;p24"/>
          <p:cNvSpPr/>
          <p:nvPr/>
        </p:nvSpPr>
        <p:spPr>
          <a:xfrm>
            <a:off x="6189625" y="2202834"/>
            <a:ext cx="2239585" cy="250212"/>
          </a:xfrm>
          <a:custGeom>
            <a:rect b="b" l="l" r="r" t="t"/>
            <a:pathLst>
              <a:path extrusionOk="0" h="12303" w="73932">
                <a:moveTo>
                  <a:pt x="0" y="11240"/>
                </a:moveTo>
                <a:cubicBezTo>
                  <a:pt x="7718" y="11240"/>
                  <a:pt x="15985" y="13734"/>
                  <a:pt x="23150" y="10867"/>
                </a:cubicBezTo>
                <a:cubicBezTo>
                  <a:pt x="32510" y="7122"/>
                  <a:pt x="41509" y="1524"/>
                  <a:pt x="51528" y="412"/>
                </a:cubicBezTo>
                <a:cubicBezTo>
                  <a:pt x="58950" y="-412"/>
                  <a:pt x="66464" y="412"/>
                  <a:pt x="73932" y="412"/>
                </a:cubicBezTo>
              </a:path>
            </a:pathLst>
          </a:custGeom>
          <a:noFill/>
          <a:ln cap="flat" cmpd="sng" w="28575">
            <a:solidFill>
              <a:srgbClr val="76A5AF"/>
            </a:solidFill>
            <a:prstDash val="solid"/>
            <a:round/>
            <a:headEnd len="med" w="med" type="none"/>
            <a:tailEnd len="med" w="med" type="none"/>
          </a:ln>
        </p:spPr>
      </p:sp>
      <p:sp>
        <p:nvSpPr>
          <p:cNvPr id="182" name="Google Shape;182;p24"/>
          <p:cNvSpPr/>
          <p:nvPr/>
        </p:nvSpPr>
        <p:spPr>
          <a:xfrm>
            <a:off x="1277564" y="1224175"/>
            <a:ext cx="7244605" cy="2706440"/>
          </a:xfrm>
          <a:custGeom>
            <a:rect b="b" l="l" r="r" t="t"/>
            <a:pathLst>
              <a:path extrusionOk="0" h="133355" w="356965">
                <a:moveTo>
                  <a:pt x="0" y="133302"/>
                </a:moveTo>
                <a:cubicBezTo>
                  <a:pt x="16335" y="133302"/>
                  <a:pt x="32896" y="133515"/>
                  <a:pt x="48915" y="130315"/>
                </a:cubicBezTo>
                <a:cubicBezTo>
                  <a:pt x="56153" y="128869"/>
                  <a:pt x="63707" y="131109"/>
                  <a:pt x="70945" y="132555"/>
                </a:cubicBezTo>
                <a:cubicBezTo>
                  <a:pt x="80858" y="134536"/>
                  <a:pt x="91182" y="131744"/>
                  <a:pt x="101190" y="130315"/>
                </a:cubicBezTo>
                <a:cubicBezTo>
                  <a:pt x="111787" y="128802"/>
                  <a:pt x="122663" y="129134"/>
                  <a:pt x="133302" y="130315"/>
                </a:cubicBezTo>
                <a:cubicBezTo>
                  <a:pt x="136456" y="130665"/>
                  <a:pt x="139799" y="133602"/>
                  <a:pt x="142637" y="132182"/>
                </a:cubicBezTo>
                <a:cubicBezTo>
                  <a:pt x="144151" y="131424"/>
                  <a:pt x="145091" y="129561"/>
                  <a:pt x="146744" y="129194"/>
                </a:cubicBezTo>
                <a:cubicBezTo>
                  <a:pt x="151883" y="128051"/>
                  <a:pt x="157195" y="131642"/>
                  <a:pt x="162427" y="131061"/>
                </a:cubicBezTo>
                <a:cubicBezTo>
                  <a:pt x="173577" y="129823"/>
                  <a:pt x="184965" y="131037"/>
                  <a:pt x="196032" y="129194"/>
                </a:cubicBezTo>
                <a:cubicBezTo>
                  <a:pt x="198180" y="128836"/>
                  <a:pt x="199498" y="126261"/>
                  <a:pt x="201633" y="125834"/>
                </a:cubicBezTo>
                <a:cubicBezTo>
                  <a:pt x="205059" y="125149"/>
                  <a:pt x="208876" y="127957"/>
                  <a:pt x="212088" y="126581"/>
                </a:cubicBezTo>
                <a:cubicBezTo>
                  <a:pt x="215018" y="125325"/>
                  <a:pt x="216430" y="121232"/>
                  <a:pt x="219556" y="120606"/>
                </a:cubicBezTo>
                <a:cubicBezTo>
                  <a:pt x="225615" y="119392"/>
                  <a:pt x="232326" y="120384"/>
                  <a:pt x="237852" y="117619"/>
                </a:cubicBezTo>
                <a:cubicBezTo>
                  <a:pt x="242742" y="115172"/>
                  <a:pt x="243992" y="108110"/>
                  <a:pt x="248681" y="105297"/>
                </a:cubicBezTo>
                <a:cubicBezTo>
                  <a:pt x="253460" y="102430"/>
                  <a:pt x="260049" y="102517"/>
                  <a:pt x="263990" y="98576"/>
                </a:cubicBezTo>
                <a:cubicBezTo>
                  <a:pt x="266998" y="95568"/>
                  <a:pt x="266569" y="90432"/>
                  <a:pt x="268471" y="86628"/>
                </a:cubicBezTo>
                <a:cubicBezTo>
                  <a:pt x="270243" y="83085"/>
                  <a:pt x="274258" y="81214"/>
                  <a:pt x="277059" y="78413"/>
                </a:cubicBezTo>
                <a:cubicBezTo>
                  <a:pt x="279759" y="75713"/>
                  <a:pt x="279324" y="71108"/>
                  <a:pt x="280793" y="67584"/>
                </a:cubicBezTo>
                <a:cubicBezTo>
                  <a:pt x="284113" y="59616"/>
                  <a:pt x="287181" y="51463"/>
                  <a:pt x="291621" y="44061"/>
                </a:cubicBezTo>
                <a:cubicBezTo>
                  <a:pt x="295892" y="36941"/>
                  <a:pt x="300770" y="29625"/>
                  <a:pt x="307677" y="25018"/>
                </a:cubicBezTo>
                <a:cubicBezTo>
                  <a:pt x="314721" y="20320"/>
                  <a:pt x="324840" y="20550"/>
                  <a:pt x="330827" y="14563"/>
                </a:cubicBezTo>
                <a:cubicBezTo>
                  <a:pt x="332677" y="12713"/>
                  <a:pt x="332553" y="9511"/>
                  <a:pt x="334188" y="7468"/>
                </a:cubicBezTo>
                <a:cubicBezTo>
                  <a:pt x="335590" y="5716"/>
                  <a:pt x="338741" y="6575"/>
                  <a:pt x="340536" y="5228"/>
                </a:cubicBezTo>
                <a:cubicBezTo>
                  <a:pt x="345133" y="1779"/>
                  <a:pt x="351218" y="0"/>
                  <a:pt x="356965" y="0"/>
                </a:cubicBezTo>
              </a:path>
            </a:pathLst>
          </a:custGeom>
          <a:noFill/>
          <a:ln cap="flat" cmpd="sng" w="28575">
            <a:solidFill>
              <a:srgbClr val="E06666"/>
            </a:solidFill>
            <a:prstDash val="solid"/>
            <a:round/>
            <a:headEnd len="med" w="med" type="none"/>
            <a:tailEnd len="med" w="med" type="none"/>
          </a:ln>
        </p:spPr>
      </p:sp>
      <p:cxnSp>
        <p:nvCxnSpPr>
          <p:cNvPr id="183" name="Google Shape;183;p24"/>
          <p:cNvCxnSpPr/>
          <p:nvPr/>
        </p:nvCxnSpPr>
        <p:spPr>
          <a:xfrm rot="10800000">
            <a:off x="5309150" y="2754950"/>
            <a:ext cx="0" cy="1434000"/>
          </a:xfrm>
          <a:prstGeom prst="straightConnector1">
            <a:avLst/>
          </a:prstGeom>
          <a:noFill/>
          <a:ln cap="flat" cmpd="sng" w="9525">
            <a:solidFill>
              <a:schemeClr val="dk2"/>
            </a:solidFill>
            <a:prstDash val="dash"/>
            <a:round/>
            <a:headEnd len="med" w="med" type="none"/>
            <a:tailEnd len="med" w="med" type="none"/>
          </a:ln>
        </p:spPr>
      </p:cxnSp>
      <p:sp>
        <p:nvSpPr>
          <p:cNvPr id="184" name="Google Shape;184;p24"/>
          <p:cNvSpPr txBox="1"/>
          <p:nvPr/>
        </p:nvSpPr>
        <p:spPr>
          <a:xfrm>
            <a:off x="2876750" y="4268650"/>
            <a:ext cx="4598400" cy="5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If we are here, we should choose “Less structure”. But remember to undo later</a:t>
            </a:r>
            <a:endParaRPr>
              <a:solidFill>
                <a:schemeClr val="dk1"/>
              </a:solidFill>
              <a:latin typeface="Roboto"/>
              <a:ea typeface="Roboto"/>
              <a:cs typeface="Roboto"/>
              <a:sym typeface="Roboto"/>
            </a:endParaRPr>
          </a:p>
        </p:txBody>
      </p:sp>
      <p:sp>
        <p:nvSpPr>
          <p:cNvPr id="185" name="Google Shape;185;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24"/>
          <p:cNvSpPr txBox="1"/>
          <p:nvPr/>
        </p:nvSpPr>
        <p:spPr>
          <a:xfrm>
            <a:off x="4794900" y="1807938"/>
            <a:ext cx="21345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76A5AF"/>
                </a:solidFill>
                <a:latin typeface="Roboto"/>
                <a:ea typeface="Roboto"/>
                <a:cs typeface="Roboto"/>
                <a:sym typeface="Roboto"/>
              </a:rPr>
              <a:t>Less structure</a:t>
            </a:r>
            <a:endParaRPr sz="1600">
              <a:solidFill>
                <a:srgbClr val="76A5AF"/>
              </a:solidFill>
              <a:latin typeface="Roboto"/>
              <a:ea typeface="Roboto"/>
              <a:cs typeface="Roboto"/>
              <a:sym typeface="Roboto"/>
            </a:endParaRPr>
          </a:p>
        </p:txBody>
      </p:sp>
      <p:sp>
        <p:nvSpPr>
          <p:cNvPr id="187" name="Google Shape;187;p24"/>
          <p:cNvSpPr txBox="1"/>
          <p:nvPr/>
        </p:nvSpPr>
        <p:spPr>
          <a:xfrm>
            <a:off x="1525125" y="2867525"/>
            <a:ext cx="21345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3C78D8"/>
                </a:solidFill>
                <a:latin typeface="Roboto"/>
                <a:ea typeface="Roboto"/>
                <a:cs typeface="Roboto"/>
                <a:sym typeface="Roboto"/>
              </a:rPr>
              <a:t>More structure</a:t>
            </a:r>
            <a:endParaRPr sz="1600">
              <a:solidFill>
                <a:srgbClr val="3C78D8"/>
              </a:solidFill>
              <a:latin typeface="Roboto"/>
              <a:ea typeface="Roboto"/>
              <a:cs typeface="Roboto"/>
              <a:sym typeface="Roboto"/>
            </a:endParaRPr>
          </a:p>
        </p:txBody>
      </p:sp>
      <p:sp>
        <p:nvSpPr>
          <p:cNvPr id="188" name="Google Shape;188;p24"/>
          <p:cNvSpPr txBox="1"/>
          <p:nvPr/>
        </p:nvSpPr>
        <p:spPr>
          <a:xfrm>
            <a:off x="6946675" y="2639838"/>
            <a:ext cx="23448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E06666"/>
                </a:solidFill>
                <a:latin typeface="Roboto"/>
                <a:ea typeface="Roboto"/>
                <a:cs typeface="Roboto"/>
                <a:sym typeface="Roboto"/>
              </a:rPr>
              <a:t>Even less structure</a:t>
            </a:r>
            <a:endParaRPr sz="1600">
              <a:solidFill>
                <a:srgbClr val="E06666"/>
              </a:solidFill>
              <a:latin typeface="Roboto"/>
              <a:ea typeface="Roboto"/>
              <a:cs typeface="Roboto"/>
              <a:sym typeface="Roboto"/>
            </a:endParaRPr>
          </a:p>
        </p:txBody>
      </p:sp>
      <p:sp>
        <p:nvSpPr>
          <p:cNvPr id="189" name="Google Shape;189;p24"/>
          <p:cNvSpPr txBox="1"/>
          <p:nvPr/>
        </p:nvSpPr>
        <p:spPr>
          <a:xfrm>
            <a:off x="5322450" y="4773825"/>
            <a:ext cx="3638700" cy="32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Inspired by the conversation with Beomjoon Kim</a:t>
            </a:r>
            <a:endParaRPr sz="1200">
              <a:solidFill>
                <a:schemeClr val="dk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However, we can’t just go for the most general method</a:t>
            </a:r>
            <a:endParaRPr/>
          </a:p>
        </p:txBody>
      </p:sp>
      <p:cxnSp>
        <p:nvCxnSpPr>
          <p:cNvPr id="195" name="Google Shape;195;p25"/>
          <p:cNvCxnSpPr/>
          <p:nvPr/>
        </p:nvCxnSpPr>
        <p:spPr>
          <a:xfrm>
            <a:off x="1090250" y="3969945"/>
            <a:ext cx="7543200" cy="0"/>
          </a:xfrm>
          <a:prstGeom prst="straightConnector1">
            <a:avLst/>
          </a:prstGeom>
          <a:noFill/>
          <a:ln cap="flat" cmpd="sng" w="9525">
            <a:solidFill>
              <a:schemeClr val="dk2"/>
            </a:solidFill>
            <a:prstDash val="solid"/>
            <a:round/>
            <a:headEnd len="med" w="med" type="none"/>
            <a:tailEnd len="med" w="med" type="triangle"/>
          </a:ln>
        </p:spPr>
      </p:cxnSp>
      <p:sp>
        <p:nvSpPr>
          <p:cNvPr id="196" name="Google Shape;196;p25"/>
          <p:cNvSpPr txBox="1"/>
          <p:nvPr/>
        </p:nvSpPr>
        <p:spPr>
          <a:xfrm>
            <a:off x="7293475" y="3979550"/>
            <a:ext cx="12534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Compute</a:t>
            </a:r>
            <a:endParaRPr sz="1800">
              <a:solidFill>
                <a:schemeClr val="dk2"/>
              </a:solidFill>
              <a:latin typeface="Roboto"/>
              <a:ea typeface="Roboto"/>
              <a:cs typeface="Roboto"/>
              <a:sym typeface="Roboto"/>
            </a:endParaRPr>
          </a:p>
        </p:txBody>
      </p:sp>
      <p:cxnSp>
        <p:nvCxnSpPr>
          <p:cNvPr id="197" name="Google Shape;197;p25"/>
          <p:cNvCxnSpPr/>
          <p:nvPr/>
        </p:nvCxnSpPr>
        <p:spPr>
          <a:xfrm rot="10800000">
            <a:off x="1090250" y="1407345"/>
            <a:ext cx="0" cy="2562600"/>
          </a:xfrm>
          <a:prstGeom prst="straightConnector1">
            <a:avLst/>
          </a:prstGeom>
          <a:noFill/>
          <a:ln cap="flat" cmpd="sng" w="9525">
            <a:solidFill>
              <a:schemeClr val="dk2"/>
            </a:solidFill>
            <a:prstDash val="solid"/>
            <a:round/>
            <a:headEnd len="med" w="med" type="none"/>
            <a:tailEnd len="med" w="med" type="triangle"/>
          </a:ln>
        </p:spPr>
      </p:cxnSp>
      <p:sp>
        <p:nvSpPr>
          <p:cNvPr id="198" name="Google Shape;198;p25"/>
          <p:cNvSpPr txBox="1"/>
          <p:nvPr/>
        </p:nvSpPr>
        <p:spPr>
          <a:xfrm>
            <a:off x="368550" y="783600"/>
            <a:ext cx="17121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Performance</a:t>
            </a:r>
            <a:endParaRPr sz="1800">
              <a:solidFill>
                <a:schemeClr val="dk2"/>
              </a:solidFill>
              <a:latin typeface="Roboto"/>
              <a:ea typeface="Roboto"/>
              <a:cs typeface="Roboto"/>
              <a:sym typeface="Roboto"/>
            </a:endParaRPr>
          </a:p>
        </p:txBody>
      </p:sp>
      <p:sp>
        <p:nvSpPr>
          <p:cNvPr id="199" name="Google Shape;199;p25"/>
          <p:cNvSpPr/>
          <p:nvPr/>
        </p:nvSpPr>
        <p:spPr>
          <a:xfrm>
            <a:off x="1175475" y="3319350"/>
            <a:ext cx="7244554" cy="588164"/>
          </a:xfrm>
          <a:custGeom>
            <a:rect b="b" l="l" r="r" t="t"/>
            <a:pathLst>
              <a:path extrusionOk="0" h="22464" w="103405">
                <a:moveTo>
                  <a:pt x="0" y="22464"/>
                </a:moveTo>
                <a:cubicBezTo>
                  <a:pt x="3712" y="9468"/>
                  <a:pt x="23703" y="7976"/>
                  <a:pt x="37083" y="6062"/>
                </a:cubicBezTo>
                <a:cubicBezTo>
                  <a:pt x="59059" y="2919"/>
                  <a:pt x="81206" y="0"/>
                  <a:pt x="103405" y="0"/>
                </a:cubicBezTo>
              </a:path>
            </a:pathLst>
          </a:custGeom>
          <a:noFill/>
          <a:ln cap="flat" cmpd="sng" w="28575">
            <a:solidFill>
              <a:srgbClr val="3C78D8"/>
            </a:solidFill>
            <a:prstDash val="solid"/>
            <a:round/>
            <a:headEnd len="med" w="med" type="none"/>
            <a:tailEnd len="med" w="med" type="none"/>
          </a:ln>
        </p:spPr>
      </p:sp>
      <p:sp>
        <p:nvSpPr>
          <p:cNvPr id="200" name="Google Shape;200;p25"/>
          <p:cNvSpPr/>
          <p:nvPr/>
        </p:nvSpPr>
        <p:spPr>
          <a:xfrm>
            <a:off x="1227829" y="2432265"/>
            <a:ext cx="4967205" cy="1515124"/>
          </a:xfrm>
          <a:custGeom>
            <a:rect b="b" l="l" r="r" t="t"/>
            <a:pathLst>
              <a:path extrusionOk="0" h="61886" w="202888">
                <a:moveTo>
                  <a:pt x="0" y="60260"/>
                </a:moveTo>
                <a:cubicBezTo>
                  <a:pt x="1818" y="60260"/>
                  <a:pt x="3624" y="58616"/>
                  <a:pt x="5349" y="59191"/>
                </a:cubicBezTo>
                <a:cubicBezTo>
                  <a:pt x="7738" y="59987"/>
                  <a:pt x="10090" y="62482"/>
                  <a:pt x="12480" y="61687"/>
                </a:cubicBezTo>
                <a:cubicBezTo>
                  <a:pt x="16167" y="60460"/>
                  <a:pt x="19330" y="56501"/>
                  <a:pt x="23177" y="57051"/>
                </a:cubicBezTo>
                <a:cubicBezTo>
                  <a:pt x="28116" y="57757"/>
                  <a:pt x="32904" y="59283"/>
                  <a:pt x="37796" y="60260"/>
                </a:cubicBezTo>
                <a:cubicBezTo>
                  <a:pt x="40342" y="60768"/>
                  <a:pt x="42688" y="58121"/>
                  <a:pt x="45284" y="58121"/>
                </a:cubicBezTo>
                <a:cubicBezTo>
                  <a:pt x="46901" y="58121"/>
                  <a:pt x="47862" y="61870"/>
                  <a:pt x="49207" y="60973"/>
                </a:cubicBezTo>
                <a:cubicBezTo>
                  <a:pt x="55937" y="56484"/>
                  <a:pt x="65521" y="61493"/>
                  <a:pt x="73453" y="59904"/>
                </a:cubicBezTo>
                <a:cubicBezTo>
                  <a:pt x="80791" y="58434"/>
                  <a:pt x="84969" y="49012"/>
                  <a:pt x="92351" y="47780"/>
                </a:cubicBezTo>
                <a:cubicBezTo>
                  <a:pt x="105444" y="45595"/>
                  <a:pt x="117487" y="38970"/>
                  <a:pt x="130504" y="36370"/>
                </a:cubicBezTo>
                <a:cubicBezTo>
                  <a:pt x="133640" y="35743"/>
                  <a:pt x="134732" y="31292"/>
                  <a:pt x="137636" y="29952"/>
                </a:cubicBezTo>
                <a:cubicBezTo>
                  <a:pt x="149376" y="24534"/>
                  <a:pt x="163276" y="24125"/>
                  <a:pt x="174362" y="17472"/>
                </a:cubicBezTo>
                <a:cubicBezTo>
                  <a:pt x="180127" y="14012"/>
                  <a:pt x="182611" y="6216"/>
                  <a:pt x="188625" y="3209"/>
                </a:cubicBezTo>
                <a:cubicBezTo>
                  <a:pt x="192984" y="1030"/>
                  <a:pt x="198531" y="2182"/>
                  <a:pt x="202888" y="0"/>
                </a:cubicBezTo>
              </a:path>
            </a:pathLst>
          </a:custGeom>
          <a:noFill/>
          <a:ln cap="flat" cmpd="sng" w="28575">
            <a:solidFill>
              <a:srgbClr val="76A5AF"/>
            </a:solidFill>
            <a:prstDash val="solid"/>
            <a:round/>
            <a:headEnd len="med" w="med" type="none"/>
            <a:tailEnd len="med" w="med" type="none"/>
          </a:ln>
        </p:spPr>
      </p:sp>
      <p:sp>
        <p:nvSpPr>
          <p:cNvPr id="201" name="Google Shape;201;p25"/>
          <p:cNvSpPr/>
          <p:nvPr/>
        </p:nvSpPr>
        <p:spPr>
          <a:xfrm>
            <a:off x="6189625" y="2202834"/>
            <a:ext cx="2239585" cy="250212"/>
          </a:xfrm>
          <a:custGeom>
            <a:rect b="b" l="l" r="r" t="t"/>
            <a:pathLst>
              <a:path extrusionOk="0" h="12303" w="73932">
                <a:moveTo>
                  <a:pt x="0" y="11240"/>
                </a:moveTo>
                <a:cubicBezTo>
                  <a:pt x="7718" y="11240"/>
                  <a:pt x="15985" y="13734"/>
                  <a:pt x="23150" y="10867"/>
                </a:cubicBezTo>
                <a:cubicBezTo>
                  <a:pt x="32510" y="7122"/>
                  <a:pt x="41509" y="1524"/>
                  <a:pt x="51528" y="412"/>
                </a:cubicBezTo>
                <a:cubicBezTo>
                  <a:pt x="58950" y="-412"/>
                  <a:pt x="66464" y="412"/>
                  <a:pt x="73932" y="412"/>
                </a:cubicBezTo>
              </a:path>
            </a:pathLst>
          </a:custGeom>
          <a:noFill/>
          <a:ln cap="flat" cmpd="sng" w="28575">
            <a:solidFill>
              <a:srgbClr val="76A5AF"/>
            </a:solidFill>
            <a:prstDash val="solid"/>
            <a:round/>
            <a:headEnd len="med" w="med" type="none"/>
            <a:tailEnd len="med" w="med" type="none"/>
          </a:ln>
        </p:spPr>
      </p:sp>
      <p:sp>
        <p:nvSpPr>
          <p:cNvPr id="202" name="Google Shape;202;p25"/>
          <p:cNvSpPr/>
          <p:nvPr/>
        </p:nvSpPr>
        <p:spPr>
          <a:xfrm>
            <a:off x="1277564" y="1224175"/>
            <a:ext cx="7244605" cy="2706440"/>
          </a:xfrm>
          <a:custGeom>
            <a:rect b="b" l="l" r="r" t="t"/>
            <a:pathLst>
              <a:path extrusionOk="0" h="133355" w="356965">
                <a:moveTo>
                  <a:pt x="0" y="133302"/>
                </a:moveTo>
                <a:cubicBezTo>
                  <a:pt x="16335" y="133302"/>
                  <a:pt x="32896" y="133515"/>
                  <a:pt x="48915" y="130315"/>
                </a:cubicBezTo>
                <a:cubicBezTo>
                  <a:pt x="56153" y="128869"/>
                  <a:pt x="63707" y="131109"/>
                  <a:pt x="70945" y="132555"/>
                </a:cubicBezTo>
                <a:cubicBezTo>
                  <a:pt x="80858" y="134536"/>
                  <a:pt x="91182" y="131744"/>
                  <a:pt x="101190" y="130315"/>
                </a:cubicBezTo>
                <a:cubicBezTo>
                  <a:pt x="111787" y="128802"/>
                  <a:pt x="122663" y="129134"/>
                  <a:pt x="133302" y="130315"/>
                </a:cubicBezTo>
                <a:cubicBezTo>
                  <a:pt x="136456" y="130665"/>
                  <a:pt x="139799" y="133602"/>
                  <a:pt x="142637" y="132182"/>
                </a:cubicBezTo>
                <a:cubicBezTo>
                  <a:pt x="144151" y="131424"/>
                  <a:pt x="145091" y="129561"/>
                  <a:pt x="146744" y="129194"/>
                </a:cubicBezTo>
                <a:cubicBezTo>
                  <a:pt x="151883" y="128051"/>
                  <a:pt x="157195" y="131642"/>
                  <a:pt x="162427" y="131061"/>
                </a:cubicBezTo>
                <a:cubicBezTo>
                  <a:pt x="173577" y="129823"/>
                  <a:pt x="184965" y="131037"/>
                  <a:pt x="196032" y="129194"/>
                </a:cubicBezTo>
                <a:cubicBezTo>
                  <a:pt x="198180" y="128836"/>
                  <a:pt x="199498" y="126261"/>
                  <a:pt x="201633" y="125834"/>
                </a:cubicBezTo>
                <a:cubicBezTo>
                  <a:pt x="205059" y="125149"/>
                  <a:pt x="208876" y="127957"/>
                  <a:pt x="212088" y="126581"/>
                </a:cubicBezTo>
                <a:cubicBezTo>
                  <a:pt x="215018" y="125325"/>
                  <a:pt x="216430" y="121232"/>
                  <a:pt x="219556" y="120606"/>
                </a:cubicBezTo>
                <a:cubicBezTo>
                  <a:pt x="225615" y="119392"/>
                  <a:pt x="232326" y="120384"/>
                  <a:pt x="237852" y="117619"/>
                </a:cubicBezTo>
                <a:cubicBezTo>
                  <a:pt x="242742" y="115172"/>
                  <a:pt x="243992" y="108110"/>
                  <a:pt x="248681" y="105297"/>
                </a:cubicBezTo>
                <a:cubicBezTo>
                  <a:pt x="253460" y="102430"/>
                  <a:pt x="260049" y="102517"/>
                  <a:pt x="263990" y="98576"/>
                </a:cubicBezTo>
                <a:cubicBezTo>
                  <a:pt x="266998" y="95568"/>
                  <a:pt x="266569" y="90432"/>
                  <a:pt x="268471" y="86628"/>
                </a:cubicBezTo>
                <a:cubicBezTo>
                  <a:pt x="270243" y="83085"/>
                  <a:pt x="274258" y="81214"/>
                  <a:pt x="277059" y="78413"/>
                </a:cubicBezTo>
                <a:cubicBezTo>
                  <a:pt x="279759" y="75713"/>
                  <a:pt x="279324" y="71108"/>
                  <a:pt x="280793" y="67584"/>
                </a:cubicBezTo>
                <a:cubicBezTo>
                  <a:pt x="284113" y="59616"/>
                  <a:pt x="287181" y="51463"/>
                  <a:pt x="291621" y="44061"/>
                </a:cubicBezTo>
                <a:cubicBezTo>
                  <a:pt x="295892" y="36941"/>
                  <a:pt x="300770" y="29625"/>
                  <a:pt x="307677" y="25018"/>
                </a:cubicBezTo>
                <a:cubicBezTo>
                  <a:pt x="314721" y="20320"/>
                  <a:pt x="324840" y="20550"/>
                  <a:pt x="330827" y="14563"/>
                </a:cubicBezTo>
                <a:cubicBezTo>
                  <a:pt x="332677" y="12713"/>
                  <a:pt x="332553" y="9511"/>
                  <a:pt x="334188" y="7468"/>
                </a:cubicBezTo>
                <a:cubicBezTo>
                  <a:pt x="335590" y="5716"/>
                  <a:pt x="338741" y="6575"/>
                  <a:pt x="340536" y="5228"/>
                </a:cubicBezTo>
                <a:cubicBezTo>
                  <a:pt x="345133" y="1779"/>
                  <a:pt x="351218" y="0"/>
                  <a:pt x="356965" y="0"/>
                </a:cubicBezTo>
              </a:path>
            </a:pathLst>
          </a:custGeom>
          <a:noFill/>
          <a:ln cap="flat" cmpd="sng" w="28575">
            <a:solidFill>
              <a:srgbClr val="E06666"/>
            </a:solidFill>
            <a:prstDash val="solid"/>
            <a:round/>
            <a:headEnd len="med" w="med" type="none"/>
            <a:tailEnd len="med" w="med" type="none"/>
          </a:ln>
        </p:spPr>
      </p:sp>
      <p:cxnSp>
        <p:nvCxnSpPr>
          <p:cNvPr id="203" name="Google Shape;203;p25"/>
          <p:cNvCxnSpPr/>
          <p:nvPr/>
        </p:nvCxnSpPr>
        <p:spPr>
          <a:xfrm rot="10800000">
            <a:off x="5309150" y="2754950"/>
            <a:ext cx="0" cy="1434000"/>
          </a:xfrm>
          <a:prstGeom prst="straightConnector1">
            <a:avLst/>
          </a:prstGeom>
          <a:noFill/>
          <a:ln cap="flat" cmpd="sng" w="9525">
            <a:solidFill>
              <a:schemeClr val="dk2"/>
            </a:solidFill>
            <a:prstDash val="dash"/>
            <a:round/>
            <a:headEnd len="med" w="med" type="none"/>
            <a:tailEnd len="med" w="med" type="none"/>
          </a:ln>
        </p:spPr>
      </p:cxnSp>
      <p:sp>
        <p:nvSpPr>
          <p:cNvPr id="204" name="Google Shape;204;p25"/>
          <p:cNvSpPr txBox="1"/>
          <p:nvPr/>
        </p:nvSpPr>
        <p:spPr>
          <a:xfrm>
            <a:off x="3034075" y="1112538"/>
            <a:ext cx="4598400" cy="5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Difference between the two methods is the additional “inductive biases” or structure imposed</a:t>
            </a:r>
            <a:endParaRPr>
              <a:solidFill>
                <a:schemeClr val="dk1"/>
              </a:solidFill>
              <a:latin typeface="Roboto"/>
              <a:ea typeface="Roboto"/>
              <a:cs typeface="Roboto"/>
              <a:sym typeface="Roboto"/>
            </a:endParaRPr>
          </a:p>
        </p:txBody>
      </p:sp>
      <p:sp>
        <p:nvSpPr>
          <p:cNvPr id="205" name="Google Shape;20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6" name="Google Shape;206;p25"/>
          <p:cNvSpPr txBox="1"/>
          <p:nvPr/>
        </p:nvSpPr>
        <p:spPr>
          <a:xfrm>
            <a:off x="4794900" y="1807938"/>
            <a:ext cx="21345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76A5AF"/>
                </a:solidFill>
                <a:latin typeface="Roboto"/>
                <a:ea typeface="Roboto"/>
                <a:cs typeface="Roboto"/>
                <a:sym typeface="Roboto"/>
              </a:rPr>
              <a:t>Less structure</a:t>
            </a:r>
            <a:endParaRPr sz="1600">
              <a:solidFill>
                <a:srgbClr val="76A5AF"/>
              </a:solidFill>
              <a:latin typeface="Roboto"/>
              <a:ea typeface="Roboto"/>
              <a:cs typeface="Roboto"/>
              <a:sym typeface="Roboto"/>
            </a:endParaRPr>
          </a:p>
        </p:txBody>
      </p:sp>
      <p:sp>
        <p:nvSpPr>
          <p:cNvPr id="207" name="Google Shape;207;p25"/>
          <p:cNvSpPr txBox="1"/>
          <p:nvPr/>
        </p:nvSpPr>
        <p:spPr>
          <a:xfrm>
            <a:off x="1525125" y="2867525"/>
            <a:ext cx="21345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3C78D8"/>
                </a:solidFill>
                <a:latin typeface="Roboto"/>
                <a:ea typeface="Roboto"/>
                <a:cs typeface="Roboto"/>
                <a:sym typeface="Roboto"/>
              </a:rPr>
              <a:t>More structure</a:t>
            </a:r>
            <a:endParaRPr sz="1600">
              <a:solidFill>
                <a:srgbClr val="3C78D8"/>
              </a:solidFill>
              <a:latin typeface="Roboto"/>
              <a:ea typeface="Roboto"/>
              <a:cs typeface="Roboto"/>
              <a:sym typeface="Roboto"/>
            </a:endParaRPr>
          </a:p>
        </p:txBody>
      </p:sp>
      <p:sp>
        <p:nvSpPr>
          <p:cNvPr id="208" name="Google Shape;208;p25"/>
          <p:cNvSpPr txBox="1"/>
          <p:nvPr/>
        </p:nvSpPr>
        <p:spPr>
          <a:xfrm>
            <a:off x="6946675" y="2639838"/>
            <a:ext cx="23448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E06666"/>
                </a:solidFill>
                <a:latin typeface="Roboto"/>
                <a:ea typeface="Roboto"/>
                <a:cs typeface="Roboto"/>
                <a:sym typeface="Roboto"/>
              </a:rPr>
              <a:t>Even less structure</a:t>
            </a:r>
            <a:endParaRPr sz="1600">
              <a:solidFill>
                <a:srgbClr val="E06666"/>
              </a:solidFill>
              <a:latin typeface="Roboto"/>
              <a:ea typeface="Roboto"/>
              <a:cs typeface="Roboto"/>
              <a:sym typeface="Roboto"/>
            </a:endParaRPr>
          </a:p>
        </p:txBody>
      </p:sp>
      <p:sp>
        <p:nvSpPr>
          <p:cNvPr id="209" name="Google Shape;209;p25"/>
          <p:cNvSpPr txBox="1"/>
          <p:nvPr/>
        </p:nvSpPr>
        <p:spPr>
          <a:xfrm>
            <a:off x="2876750" y="4268650"/>
            <a:ext cx="4598400" cy="5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If we are here, we should choose “Less structure”. But remember to undo later</a:t>
            </a:r>
            <a:endParaRPr>
              <a:solidFill>
                <a:schemeClr val="dk1"/>
              </a:solidFill>
              <a:latin typeface="Roboto"/>
              <a:ea typeface="Roboto"/>
              <a:cs typeface="Roboto"/>
              <a:sym typeface="Roboto"/>
            </a:endParaRPr>
          </a:p>
        </p:txBody>
      </p:sp>
      <p:sp>
        <p:nvSpPr>
          <p:cNvPr id="210" name="Google Shape;210;p25"/>
          <p:cNvSpPr txBox="1"/>
          <p:nvPr/>
        </p:nvSpPr>
        <p:spPr>
          <a:xfrm>
            <a:off x="5322450" y="4773825"/>
            <a:ext cx="3638700" cy="32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Inspired by the conversation with Beomjoon Kim</a:t>
            </a:r>
            <a:endParaRPr sz="1200">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6"/>
          <p:cNvSpPr txBox="1"/>
          <p:nvPr>
            <p:ph idx="1" type="body"/>
          </p:nvPr>
        </p:nvSpPr>
        <p:spPr>
          <a:xfrm>
            <a:off x="311700" y="685925"/>
            <a:ext cx="8520600" cy="388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Adding optimal inductive bias for a given level of compute, data, algorithmic development and architecture is critical</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These are </a:t>
            </a:r>
            <a:r>
              <a:rPr lang="en"/>
              <a:t>shortcuts</a:t>
            </a:r>
            <a:r>
              <a:rPr lang="en"/>
              <a:t> that will hinder further scaling later on. Remove them later.</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As a community we do the </a:t>
            </a:r>
            <a:r>
              <a:rPr lang="en"/>
              <a:t>former</a:t>
            </a:r>
            <a:r>
              <a:rPr lang="en"/>
              <a:t> well but not the latter</a:t>
            </a:r>
            <a:endParaRPr/>
          </a:p>
        </p:txBody>
      </p:sp>
      <p:sp>
        <p:nvSpPr>
          <p:cNvPr id="216" name="Google Shape;21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7"/>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Implications of bitter lesson</a:t>
            </a:r>
            <a:endParaRPr/>
          </a:p>
        </p:txBody>
      </p:sp>
      <p:sp>
        <p:nvSpPr>
          <p:cNvPr id="222" name="Google Shape;222;p27"/>
          <p:cNvSpPr txBox="1"/>
          <p:nvPr>
            <p:ph idx="1" type="body"/>
          </p:nvPr>
        </p:nvSpPr>
        <p:spPr>
          <a:xfrm>
            <a:off x="311700" y="1294975"/>
            <a:ext cx="8520600" cy="327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better in the long term almost always</a:t>
            </a:r>
            <a:r>
              <a:rPr lang="en"/>
              <a:t> </a:t>
            </a:r>
            <a:r>
              <a:rPr lang="en"/>
              <a:t>looks worse now</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This is somewhat unique to the AI research. If clever modeling techniques and fancy math were the driving force, it would have been completely </a:t>
            </a:r>
            <a:r>
              <a:rPr lang="en"/>
              <a:t>different</a:t>
            </a:r>
            <a:r>
              <a:rPr lang="en"/>
              <a:t> story</a:t>
            </a:r>
            <a:endParaRPr/>
          </a:p>
        </p:txBody>
      </p:sp>
      <p:sp>
        <p:nvSpPr>
          <p:cNvPr id="223" name="Google Shape;223;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8"/>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a:t>
            </a:r>
            <a:endParaRPr/>
          </a:p>
        </p:txBody>
      </p:sp>
      <p:sp>
        <p:nvSpPr>
          <p:cNvPr id="229" name="Google Shape;229;p28"/>
          <p:cNvSpPr txBox="1"/>
          <p:nvPr>
            <p:ph idx="1" type="body"/>
          </p:nvPr>
        </p:nvSpPr>
        <p:spPr>
          <a:xfrm>
            <a:off x="311700" y="685925"/>
            <a:ext cx="8520600" cy="3882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We </a:t>
            </a:r>
            <a:r>
              <a:rPr lang="en" u="sng"/>
              <a:t>identified</a:t>
            </a:r>
            <a:r>
              <a:rPr lang="en"/>
              <a:t> the dominant driving force: exponentially cheaper compute and scaling</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Now we need to </a:t>
            </a:r>
            <a:r>
              <a:rPr lang="en" u="sng"/>
              <a:t>understand</a:t>
            </a:r>
            <a:r>
              <a:rPr lang="en"/>
              <a:t> it better</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For that we will go to back to early history of Transformer and analyze key structures added by researchers and their motivations.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Then we will see how these structures became less relevant with now that more compute and better algorithm is available</a:t>
            </a:r>
            <a:endParaRPr/>
          </a:p>
        </p:txBody>
      </p:sp>
      <p:sp>
        <p:nvSpPr>
          <p:cNvPr id="230" name="Google Shape;230;p28"/>
          <p:cNvSpPr/>
          <p:nvPr/>
        </p:nvSpPr>
        <p:spPr>
          <a:xfrm>
            <a:off x="1478850" y="1060212"/>
            <a:ext cx="354000" cy="354000"/>
          </a:xfrm>
          <a:prstGeom prst="flowChartConnector">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231" name="Google Shape;231;p28"/>
          <p:cNvSpPr/>
          <p:nvPr/>
        </p:nvSpPr>
        <p:spPr>
          <a:xfrm>
            <a:off x="2498000" y="2217754"/>
            <a:ext cx="354000" cy="354000"/>
          </a:xfrm>
          <a:prstGeom prst="flowChartConnector">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232" name="Google Shape;232;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nvSpPr>
        <p:spPr>
          <a:xfrm>
            <a:off x="311700" y="890525"/>
            <a:ext cx="8520600" cy="3282000"/>
          </a:xfrm>
          <a:prstGeom prst="rect">
            <a:avLst/>
          </a:prstGeom>
          <a:noFill/>
          <a:ln>
            <a:noFill/>
          </a:ln>
        </p:spPr>
        <p:txBody>
          <a:bodyPr anchorCtr="0" anchor="ctr" bIns="91425" lIns="91425" spcFirstLastPara="1" rIns="91425" wrap="square" tIns="91425">
            <a:normAutofit/>
          </a:bodyPr>
          <a:lstStyle/>
          <a:p>
            <a:pPr indent="0" lvl="0" marL="0" rtl="0" algn="ctr">
              <a:lnSpc>
                <a:spcPct val="80000"/>
              </a:lnSpc>
              <a:spcBef>
                <a:spcPts val="0"/>
              </a:spcBef>
              <a:spcAft>
                <a:spcPts val="0"/>
              </a:spcAft>
              <a:buNone/>
            </a:pPr>
            <a:r>
              <a:rPr lang="en" sz="3900">
                <a:latin typeface="Roboto"/>
                <a:ea typeface="Roboto"/>
                <a:cs typeface="Roboto"/>
                <a:sym typeface="Roboto"/>
              </a:rPr>
              <a:t>Transformer architectures variants</a:t>
            </a:r>
            <a:endParaRPr sz="3900">
              <a:latin typeface="Roboto"/>
              <a:ea typeface="Roboto"/>
              <a:cs typeface="Roboto"/>
              <a:sym typeface="Roboto"/>
            </a:endParaRPr>
          </a:p>
          <a:p>
            <a:pPr indent="0" lvl="0" marL="0" rtl="0" algn="ctr">
              <a:lnSpc>
                <a:spcPct val="80000"/>
              </a:lnSpc>
              <a:spcBef>
                <a:spcPts val="0"/>
              </a:spcBef>
              <a:spcAft>
                <a:spcPts val="0"/>
              </a:spcAft>
              <a:buNone/>
            </a:pPr>
            <a:r>
              <a:t/>
            </a:r>
            <a:endParaRPr sz="2400">
              <a:latin typeface="Roboto"/>
              <a:ea typeface="Roboto"/>
              <a:cs typeface="Roboto"/>
              <a:sym typeface="Roboto"/>
            </a:endParaRPr>
          </a:p>
          <a:p>
            <a:pPr indent="0" lvl="0" marL="0" rtl="0" algn="ctr">
              <a:lnSpc>
                <a:spcPct val="80000"/>
              </a:lnSpc>
              <a:spcBef>
                <a:spcPts val="0"/>
              </a:spcBef>
              <a:spcAft>
                <a:spcPts val="0"/>
              </a:spcAft>
              <a:buNone/>
            </a:pPr>
            <a:r>
              <a:t/>
            </a:r>
            <a:endParaRPr sz="2400">
              <a:latin typeface="Roboto"/>
              <a:ea typeface="Roboto"/>
              <a:cs typeface="Roboto"/>
              <a:sym typeface="Roboto"/>
            </a:endParaRPr>
          </a:p>
          <a:p>
            <a:pPr indent="-381000" lvl="0" marL="457200" rtl="0" algn="ctr">
              <a:lnSpc>
                <a:spcPct val="80000"/>
              </a:lnSpc>
              <a:spcBef>
                <a:spcPts val="0"/>
              </a:spcBef>
              <a:spcAft>
                <a:spcPts val="0"/>
              </a:spcAft>
              <a:buSzPts val="2400"/>
              <a:buFont typeface="Roboto"/>
              <a:buAutoNum type="arabicPeriod"/>
            </a:pPr>
            <a:r>
              <a:rPr lang="en" sz="2400">
                <a:latin typeface="Roboto"/>
                <a:ea typeface="Roboto"/>
                <a:cs typeface="Roboto"/>
                <a:sym typeface="Roboto"/>
              </a:rPr>
              <a:t>Encoder-decoder</a:t>
            </a:r>
            <a:endParaRPr sz="2400">
              <a:latin typeface="Roboto"/>
              <a:ea typeface="Roboto"/>
              <a:cs typeface="Roboto"/>
              <a:sym typeface="Roboto"/>
            </a:endParaRPr>
          </a:p>
          <a:p>
            <a:pPr indent="0" lvl="0" marL="914400" rtl="0" algn="ctr">
              <a:lnSpc>
                <a:spcPct val="80000"/>
              </a:lnSpc>
              <a:spcBef>
                <a:spcPts val="0"/>
              </a:spcBef>
              <a:spcAft>
                <a:spcPts val="0"/>
              </a:spcAft>
              <a:buNone/>
            </a:pPr>
            <a:r>
              <a:t/>
            </a:r>
            <a:endParaRPr sz="2400">
              <a:latin typeface="Roboto"/>
              <a:ea typeface="Roboto"/>
              <a:cs typeface="Roboto"/>
              <a:sym typeface="Roboto"/>
            </a:endParaRPr>
          </a:p>
          <a:p>
            <a:pPr indent="-381000" lvl="0" marL="457200" rtl="0" algn="ctr">
              <a:lnSpc>
                <a:spcPct val="80000"/>
              </a:lnSpc>
              <a:spcBef>
                <a:spcPts val="0"/>
              </a:spcBef>
              <a:spcAft>
                <a:spcPts val="0"/>
              </a:spcAft>
              <a:buSzPts val="2400"/>
              <a:buFont typeface="Roboto"/>
              <a:buAutoNum type="arabicPeriod"/>
            </a:pPr>
            <a:r>
              <a:rPr lang="en" sz="2400">
                <a:latin typeface="Roboto"/>
                <a:ea typeface="Roboto"/>
                <a:cs typeface="Roboto"/>
                <a:sym typeface="Roboto"/>
              </a:rPr>
              <a:t>Encoder-only</a:t>
            </a:r>
            <a:endParaRPr sz="2400">
              <a:latin typeface="Roboto"/>
              <a:ea typeface="Roboto"/>
              <a:cs typeface="Roboto"/>
              <a:sym typeface="Roboto"/>
            </a:endParaRPr>
          </a:p>
          <a:p>
            <a:pPr indent="0" lvl="0" marL="914400" rtl="0" algn="ctr">
              <a:lnSpc>
                <a:spcPct val="80000"/>
              </a:lnSpc>
              <a:spcBef>
                <a:spcPts val="0"/>
              </a:spcBef>
              <a:spcAft>
                <a:spcPts val="0"/>
              </a:spcAft>
              <a:buNone/>
            </a:pPr>
            <a:r>
              <a:t/>
            </a:r>
            <a:endParaRPr sz="2400">
              <a:latin typeface="Roboto"/>
              <a:ea typeface="Roboto"/>
              <a:cs typeface="Roboto"/>
              <a:sym typeface="Roboto"/>
            </a:endParaRPr>
          </a:p>
          <a:p>
            <a:pPr indent="-381000" lvl="0" marL="457200" rtl="0" algn="ctr">
              <a:lnSpc>
                <a:spcPct val="80000"/>
              </a:lnSpc>
              <a:spcBef>
                <a:spcPts val="0"/>
              </a:spcBef>
              <a:spcAft>
                <a:spcPts val="0"/>
              </a:spcAft>
              <a:buSzPts val="2400"/>
              <a:buFont typeface="Roboto"/>
              <a:buAutoNum type="arabicPeriod"/>
            </a:pPr>
            <a:r>
              <a:rPr lang="en" sz="2400">
                <a:latin typeface="Roboto"/>
                <a:ea typeface="Roboto"/>
                <a:cs typeface="Roboto"/>
                <a:sym typeface="Roboto"/>
              </a:rPr>
              <a:t>Decoder-only</a:t>
            </a:r>
            <a:r>
              <a:rPr lang="en" sz="2400">
                <a:latin typeface="Roboto"/>
                <a:ea typeface="Roboto"/>
                <a:cs typeface="Roboto"/>
                <a:sym typeface="Roboto"/>
              </a:rPr>
              <a:t> (least structure)</a:t>
            </a:r>
            <a:endParaRPr sz="2400">
              <a:latin typeface="Roboto"/>
              <a:ea typeface="Roboto"/>
              <a:cs typeface="Roboto"/>
              <a:sym typeface="Roboto"/>
            </a:endParaRPr>
          </a:p>
        </p:txBody>
      </p:sp>
      <p:sp>
        <p:nvSpPr>
          <p:cNvPr id="238" name="Google Shape;23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nvSpPr>
        <p:spPr>
          <a:xfrm>
            <a:off x="921300" y="4171775"/>
            <a:ext cx="37602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“Unicode characters like emojis may be split.”</a:t>
            </a:r>
            <a:endParaRPr sz="1200">
              <a:latin typeface="Roboto"/>
              <a:ea typeface="Roboto"/>
              <a:cs typeface="Roboto"/>
              <a:sym typeface="Roboto"/>
            </a:endParaRPr>
          </a:p>
        </p:txBody>
      </p:sp>
      <p:sp>
        <p:nvSpPr>
          <p:cNvPr id="244" name="Google Shape;244;p30"/>
          <p:cNvSpPr txBox="1"/>
          <p:nvPr/>
        </p:nvSpPr>
        <p:spPr>
          <a:xfrm>
            <a:off x="7383375" y="4025"/>
            <a:ext cx="15540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latin typeface="Roboto"/>
                <a:ea typeface="Roboto"/>
                <a:cs typeface="Roboto"/>
                <a:sym typeface="Roboto"/>
              </a:rPr>
              <a:t>Shape</a:t>
            </a:r>
            <a:endParaRPr b="1" u="sng">
              <a:latin typeface="Roboto"/>
              <a:ea typeface="Roboto"/>
              <a:cs typeface="Roboto"/>
              <a:sym typeface="Roboto"/>
            </a:endParaRPr>
          </a:p>
        </p:txBody>
      </p:sp>
      <p:sp>
        <p:nvSpPr>
          <p:cNvPr id="245" name="Google Shape;245;p30"/>
          <p:cNvSpPr txBox="1"/>
          <p:nvPr/>
        </p:nvSpPr>
        <p:spPr>
          <a:xfrm>
            <a:off x="7543800" y="4172525"/>
            <a:ext cx="5004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ono"/>
                <a:ea typeface="Roboto Mono"/>
                <a:cs typeface="Roboto Mono"/>
                <a:sym typeface="Roboto Mono"/>
              </a:rPr>
              <a:t>[]</a:t>
            </a:r>
            <a:endParaRPr>
              <a:latin typeface="Roboto Mono"/>
              <a:ea typeface="Roboto Mono"/>
              <a:cs typeface="Roboto Mono"/>
              <a:sym typeface="Roboto Mono"/>
            </a:endParaRPr>
          </a:p>
        </p:txBody>
      </p:sp>
      <p:sp>
        <p:nvSpPr>
          <p:cNvPr id="246" name="Google Shape;246;p30"/>
          <p:cNvSpPr txBox="1"/>
          <p:nvPr/>
        </p:nvSpPr>
        <p:spPr>
          <a:xfrm>
            <a:off x="2342175" y="4025"/>
            <a:ext cx="21597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latin typeface="Roboto"/>
                <a:ea typeface="Roboto"/>
                <a:cs typeface="Roboto"/>
                <a:sym typeface="Roboto"/>
              </a:rPr>
              <a:t>Process</a:t>
            </a:r>
            <a:endParaRPr b="1" u="sng">
              <a:latin typeface="Roboto"/>
              <a:ea typeface="Roboto"/>
              <a:cs typeface="Roboto"/>
              <a:sym typeface="Roboto"/>
            </a:endParaRPr>
          </a:p>
        </p:txBody>
      </p:sp>
      <p:sp>
        <p:nvSpPr>
          <p:cNvPr id="247" name="Google Shape;24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31"/>
          <p:cNvPicPr preferRelativeResize="0"/>
          <p:nvPr/>
        </p:nvPicPr>
        <p:blipFill>
          <a:blip r:embed="rId3">
            <a:alphaModFix/>
          </a:blip>
          <a:stretch>
            <a:fillRect/>
          </a:stretch>
        </p:blipFill>
        <p:spPr>
          <a:xfrm>
            <a:off x="995600" y="3296976"/>
            <a:ext cx="3869550" cy="176325"/>
          </a:xfrm>
          <a:prstGeom prst="rect">
            <a:avLst/>
          </a:prstGeom>
          <a:noFill/>
          <a:ln>
            <a:noFill/>
          </a:ln>
        </p:spPr>
      </p:pic>
      <p:sp>
        <p:nvSpPr>
          <p:cNvPr id="253" name="Google Shape;253;p31"/>
          <p:cNvSpPr txBox="1"/>
          <p:nvPr/>
        </p:nvSpPr>
        <p:spPr>
          <a:xfrm>
            <a:off x="921300" y="4171775"/>
            <a:ext cx="37602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“Unicode characters like emojis may be split.”</a:t>
            </a:r>
            <a:endParaRPr sz="1200">
              <a:latin typeface="Roboto"/>
              <a:ea typeface="Roboto"/>
              <a:cs typeface="Roboto"/>
              <a:sym typeface="Roboto"/>
            </a:endParaRPr>
          </a:p>
        </p:txBody>
      </p:sp>
      <p:sp>
        <p:nvSpPr>
          <p:cNvPr id="254" name="Google Shape;254;p31"/>
          <p:cNvSpPr txBox="1"/>
          <p:nvPr/>
        </p:nvSpPr>
        <p:spPr>
          <a:xfrm>
            <a:off x="2796075" y="3791525"/>
            <a:ext cx="13740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latin typeface="Roboto"/>
                <a:ea typeface="Roboto"/>
                <a:cs typeface="Roboto"/>
                <a:sym typeface="Roboto"/>
                <a:hlinkClick r:id="rId4"/>
              </a:rPr>
              <a:t>Tokenization</a:t>
            </a:r>
            <a:endParaRPr sz="1200">
              <a:latin typeface="Roboto"/>
              <a:ea typeface="Roboto"/>
              <a:cs typeface="Roboto"/>
              <a:sym typeface="Roboto"/>
            </a:endParaRPr>
          </a:p>
        </p:txBody>
      </p:sp>
      <p:sp>
        <p:nvSpPr>
          <p:cNvPr id="255" name="Google Shape;255;p31"/>
          <p:cNvSpPr txBox="1"/>
          <p:nvPr/>
        </p:nvSpPr>
        <p:spPr>
          <a:xfrm>
            <a:off x="466900" y="3470225"/>
            <a:ext cx="57660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353740"/>
                </a:solidFill>
                <a:latin typeface="Roboto Mono"/>
                <a:ea typeface="Roboto Mono"/>
                <a:cs typeface="Roboto Mono"/>
                <a:sym typeface="Roboto Mono"/>
              </a:rPr>
              <a:t>[7085, 2456, 836, 470, 3975, 284, 530, 11241, 25, 773, 452, 12843, 13]</a:t>
            </a:r>
            <a:endParaRPr sz="1000">
              <a:solidFill>
                <a:srgbClr val="353740"/>
              </a:solidFill>
              <a:latin typeface="Roboto Mono"/>
              <a:ea typeface="Roboto Mono"/>
              <a:cs typeface="Roboto Mono"/>
              <a:sym typeface="Roboto Mono"/>
            </a:endParaRPr>
          </a:p>
        </p:txBody>
      </p:sp>
      <p:sp>
        <p:nvSpPr>
          <p:cNvPr id="256" name="Google Shape;256;p31"/>
          <p:cNvSpPr txBox="1"/>
          <p:nvPr/>
        </p:nvSpPr>
        <p:spPr>
          <a:xfrm>
            <a:off x="7383375" y="4025"/>
            <a:ext cx="15540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latin typeface="Roboto"/>
                <a:ea typeface="Roboto"/>
                <a:cs typeface="Roboto"/>
                <a:sym typeface="Roboto"/>
              </a:rPr>
              <a:t>Shape</a:t>
            </a:r>
            <a:endParaRPr b="1" u="sng">
              <a:latin typeface="Roboto"/>
              <a:ea typeface="Roboto"/>
              <a:cs typeface="Roboto"/>
              <a:sym typeface="Roboto"/>
            </a:endParaRPr>
          </a:p>
        </p:txBody>
      </p:sp>
      <p:sp>
        <p:nvSpPr>
          <p:cNvPr id="257" name="Google Shape;257;p31"/>
          <p:cNvSpPr txBox="1"/>
          <p:nvPr/>
        </p:nvSpPr>
        <p:spPr>
          <a:xfrm>
            <a:off x="7543800" y="4172525"/>
            <a:ext cx="5004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ono"/>
                <a:ea typeface="Roboto Mono"/>
                <a:cs typeface="Roboto Mono"/>
                <a:sym typeface="Roboto Mono"/>
              </a:rPr>
              <a:t>[]</a:t>
            </a:r>
            <a:endParaRPr>
              <a:latin typeface="Roboto Mono"/>
              <a:ea typeface="Roboto Mono"/>
              <a:cs typeface="Roboto Mono"/>
              <a:sym typeface="Roboto Mono"/>
            </a:endParaRPr>
          </a:p>
        </p:txBody>
      </p:sp>
      <p:sp>
        <p:nvSpPr>
          <p:cNvPr id="258" name="Google Shape;258;p31"/>
          <p:cNvSpPr txBox="1"/>
          <p:nvPr/>
        </p:nvSpPr>
        <p:spPr>
          <a:xfrm>
            <a:off x="7198875" y="3254000"/>
            <a:ext cx="1554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ono"/>
                <a:ea typeface="Roboto Mono"/>
                <a:cs typeface="Roboto Mono"/>
                <a:sym typeface="Roboto Mono"/>
              </a:rPr>
              <a:t>[length]</a:t>
            </a:r>
            <a:endParaRPr>
              <a:latin typeface="Roboto Mono"/>
              <a:ea typeface="Roboto Mono"/>
              <a:cs typeface="Roboto Mono"/>
              <a:sym typeface="Roboto Mono"/>
            </a:endParaRPr>
          </a:p>
        </p:txBody>
      </p:sp>
      <p:sp>
        <p:nvSpPr>
          <p:cNvPr id="259" name="Google Shape;259;p31"/>
          <p:cNvSpPr txBox="1"/>
          <p:nvPr/>
        </p:nvSpPr>
        <p:spPr>
          <a:xfrm>
            <a:off x="2342175" y="4025"/>
            <a:ext cx="21597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latin typeface="Roboto"/>
                <a:ea typeface="Roboto"/>
                <a:cs typeface="Roboto"/>
                <a:sym typeface="Roboto"/>
              </a:rPr>
              <a:t>Process</a:t>
            </a:r>
            <a:endParaRPr b="1" u="sng">
              <a:latin typeface="Roboto"/>
              <a:ea typeface="Roboto"/>
              <a:cs typeface="Roboto"/>
              <a:sym typeface="Roboto"/>
            </a:endParaRPr>
          </a:p>
        </p:txBody>
      </p:sp>
      <p:sp>
        <p:nvSpPr>
          <p:cNvPr id="260" name="Google Shape;260;p31"/>
          <p:cNvSpPr/>
          <p:nvPr/>
        </p:nvSpPr>
        <p:spPr>
          <a:xfrm rot="-5400000">
            <a:off x="2539675" y="3896450"/>
            <a:ext cx="192300" cy="181200"/>
          </a:xfrm>
          <a:prstGeom prst="rightArrow">
            <a:avLst>
              <a:gd fmla="val 50000" name="adj1"/>
              <a:gd fmla="val 50000" name="adj2"/>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1"/>
          <p:cNvSpPr/>
          <p:nvPr/>
        </p:nvSpPr>
        <p:spPr>
          <a:xfrm rot="-5400000">
            <a:off x="7645075" y="3896450"/>
            <a:ext cx="192300" cy="181200"/>
          </a:xfrm>
          <a:prstGeom prst="rightArrow">
            <a:avLst>
              <a:gd fmla="val 50000" name="adj1"/>
              <a:gd fmla="val 50000" name="adj2"/>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2"/>
          <p:cNvPicPr preferRelativeResize="0"/>
          <p:nvPr/>
        </p:nvPicPr>
        <p:blipFill>
          <a:blip r:embed="rId3">
            <a:alphaModFix/>
          </a:blip>
          <a:stretch>
            <a:fillRect/>
          </a:stretch>
        </p:blipFill>
        <p:spPr>
          <a:xfrm>
            <a:off x="995600" y="3296976"/>
            <a:ext cx="3869550" cy="176325"/>
          </a:xfrm>
          <a:prstGeom prst="rect">
            <a:avLst/>
          </a:prstGeom>
          <a:noFill/>
          <a:ln>
            <a:noFill/>
          </a:ln>
        </p:spPr>
      </p:pic>
      <p:sp>
        <p:nvSpPr>
          <p:cNvPr id="268" name="Google Shape;268;p32"/>
          <p:cNvSpPr txBox="1"/>
          <p:nvPr/>
        </p:nvSpPr>
        <p:spPr>
          <a:xfrm>
            <a:off x="921300" y="4171775"/>
            <a:ext cx="37602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“Unicode characters like emojis may be split.”</a:t>
            </a:r>
            <a:endParaRPr sz="1200">
              <a:latin typeface="Roboto"/>
              <a:ea typeface="Roboto"/>
              <a:cs typeface="Roboto"/>
              <a:sym typeface="Roboto"/>
            </a:endParaRPr>
          </a:p>
        </p:txBody>
      </p:sp>
      <p:sp>
        <p:nvSpPr>
          <p:cNvPr id="269" name="Google Shape;269;p32"/>
          <p:cNvSpPr txBox="1"/>
          <p:nvPr/>
        </p:nvSpPr>
        <p:spPr>
          <a:xfrm>
            <a:off x="2796075" y="3791525"/>
            <a:ext cx="13740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latin typeface="Roboto"/>
                <a:ea typeface="Roboto"/>
                <a:cs typeface="Roboto"/>
                <a:sym typeface="Roboto"/>
                <a:hlinkClick r:id="rId4"/>
              </a:rPr>
              <a:t>Tokenization</a:t>
            </a:r>
            <a:endParaRPr sz="1200">
              <a:latin typeface="Roboto"/>
              <a:ea typeface="Roboto"/>
              <a:cs typeface="Roboto"/>
              <a:sym typeface="Roboto"/>
            </a:endParaRPr>
          </a:p>
        </p:txBody>
      </p:sp>
      <p:sp>
        <p:nvSpPr>
          <p:cNvPr id="270" name="Google Shape;270;p32"/>
          <p:cNvSpPr txBox="1"/>
          <p:nvPr/>
        </p:nvSpPr>
        <p:spPr>
          <a:xfrm>
            <a:off x="466900" y="3470225"/>
            <a:ext cx="57660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353740"/>
                </a:solidFill>
                <a:latin typeface="Roboto Mono"/>
                <a:ea typeface="Roboto Mono"/>
                <a:cs typeface="Roboto Mono"/>
                <a:sym typeface="Roboto Mono"/>
              </a:rPr>
              <a:t>[7085, 2456, 836, 470, 3975, 284, 530, 11241, 25, 773, 452, 12843, 13]</a:t>
            </a:r>
            <a:endParaRPr sz="1000">
              <a:solidFill>
                <a:srgbClr val="353740"/>
              </a:solidFill>
              <a:latin typeface="Roboto Mono"/>
              <a:ea typeface="Roboto Mono"/>
              <a:cs typeface="Roboto Mono"/>
              <a:sym typeface="Roboto Mono"/>
            </a:endParaRPr>
          </a:p>
        </p:txBody>
      </p:sp>
      <p:sp>
        <p:nvSpPr>
          <p:cNvPr id="271" name="Google Shape;271;p32"/>
          <p:cNvSpPr txBox="1"/>
          <p:nvPr/>
        </p:nvSpPr>
        <p:spPr>
          <a:xfrm>
            <a:off x="2796075" y="2751000"/>
            <a:ext cx="27018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Embedding</a:t>
            </a:r>
            <a:endParaRPr sz="1200">
              <a:latin typeface="Roboto"/>
              <a:ea typeface="Roboto"/>
              <a:cs typeface="Roboto"/>
              <a:sym typeface="Roboto"/>
            </a:endParaRPr>
          </a:p>
        </p:txBody>
      </p:sp>
      <p:sp>
        <p:nvSpPr>
          <p:cNvPr id="272" name="Google Shape;272;p32"/>
          <p:cNvSpPr txBox="1"/>
          <p:nvPr/>
        </p:nvSpPr>
        <p:spPr>
          <a:xfrm>
            <a:off x="7383375" y="4025"/>
            <a:ext cx="15540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latin typeface="Roboto"/>
                <a:ea typeface="Roboto"/>
                <a:cs typeface="Roboto"/>
                <a:sym typeface="Roboto"/>
              </a:rPr>
              <a:t>Shape</a:t>
            </a:r>
            <a:endParaRPr b="1" u="sng">
              <a:latin typeface="Roboto"/>
              <a:ea typeface="Roboto"/>
              <a:cs typeface="Roboto"/>
              <a:sym typeface="Roboto"/>
            </a:endParaRPr>
          </a:p>
        </p:txBody>
      </p:sp>
      <p:sp>
        <p:nvSpPr>
          <p:cNvPr id="273" name="Google Shape;273;p32"/>
          <p:cNvSpPr txBox="1"/>
          <p:nvPr/>
        </p:nvSpPr>
        <p:spPr>
          <a:xfrm>
            <a:off x="7543800" y="4172525"/>
            <a:ext cx="5004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ono"/>
                <a:ea typeface="Roboto Mono"/>
                <a:cs typeface="Roboto Mono"/>
                <a:sym typeface="Roboto Mono"/>
              </a:rPr>
              <a:t>[]</a:t>
            </a:r>
            <a:endParaRPr>
              <a:latin typeface="Roboto Mono"/>
              <a:ea typeface="Roboto Mono"/>
              <a:cs typeface="Roboto Mono"/>
              <a:sym typeface="Roboto Mono"/>
            </a:endParaRPr>
          </a:p>
        </p:txBody>
      </p:sp>
      <p:sp>
        <p:nvSpPr>
          <p:cNvPr id="274" name="Google Shape;274;p32"/>
          <p:cNvSpPr txBox="1"/>
          <p:nvPr/>
        </p:nvSpPr>
        <p:spPr>
          <a:xfrm>
            <a:off x="7198875" y="3254000"/>
            <a:ext cx="1554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ono"/>
                <a:ea typeface="Roboto Mono"/>
                <a:cs typeface="Roboto Mono"/>
                <a:sym typeface="Roboto Mono"/>
              </a:rPr>
              <a:t>[length]</a:t>
            </a:r>
            <a:endParaRPr>
              <a:latin typeface="Roboto Mono"/>
              <a:ea typeface="Roboto Mono"/>
              <a:cs typeface="Roboto Mono"/>
              <a:sym typeface="Roboto Mono"/>
            </a:endParaRPr>
          </a:p>
        </p:txBody>
      </p:sp>
      <p:sp>
        <p:nvSpPr>
          <p:cNvPr id="275" name="Google Shape;275;p32"/>
          <p:cNvSpPr txBox="1"/>
          <p:nvPr/>
        </p:nvSpPr>
        <p:spPr>
          <a:xfrm>
            <a:off x="2342175" y="4025"/>
            <a:ext cx="21597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latin typeface="Roboto"/>
                <a:ea typeface="Roboto"/>
                <a:cs typeface="Roboto"/>
                <a:sym typeface="Roboto"/>
              </a:rPr>
              <a:t>Process</a:t>
            </a:r>
            <a:endParaRPr b="1" u="sng">
              <a:latin typeface="Roboto"/>
              <a:ea typeface="Roboto"/>
              <a:cs typeface="Roboto"/>
              <a:sym typeface="Roboto"/>
            </a:endParaRPr>
          </a:p>
        </p:txBody>
      </p:sp>
      <p:sp>
        <p:nvSpPr>
          <p:cNvPr id="276" name="Google Shape;276;p32"/>
          <p:cNvSpPr txBox="1"/>
          <p:nvPr/>
        </p:nvSpPr>
        <p:spPr>
          <a:xfrm>
            <a:off x="6827375" y="2038925"/>
            <a:ext cx="21597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ono"/>
                <a:ea typeface="Roboto Mono"/>
                <a:cs typeface="Roboto Mono"/>
                <a:sym typeface="Roboto Mono"/>
              </a:rPr>
              <a:t>[d_model, length]</a:t>
            </a:r>
            <a:endParaRPr>
              <a:latin typeface="Roboto Mono"/>
              <a:ea typeface="Roboto Mono"/>
              <a:cs typeface="Roboto Mono"/>
              <a:sym typeface="Roboto Mono"/>
            </a:endParaRPr>
          </a:p>
        </p:txBody>
      </p:sp>
      <p:sp>
        <p:nvSpPr>
          <p:cNvPr id="277" name="Google Shape;277;p32"/>
          <p:cNvSpPr/>
          <p:nvPr/>
        </p:nvSpPr>
        <p:spPr>
          <a:xfrm rot="-5400000">
            <a:off x="2539675" y="3896450"/>
            <a:ext cx="192300" cy="181200"/>
          </a:xfrm>
          <a:prstGeom prst="rightArrow">
            <a:avLst>
              <a:gd fmla="val 50000" name="adj1"/>
              <a:gd fmla="val 50000" name="adj2"/>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8" name="Google Shape;278;p32"/>
          <p:cNvGrpSpPr/>
          <p:nvPr/>
        </p:nvGrpSpPr>
        <p:grpSpPr>
          <a:xfrm>
            <a:off x="995600" y="1884275"/>
            <a:ext cx="3828650" cy="721800"/>
            <a:chOff x="995600" y="2189075"/>
            <a:chExt cx="3828650" cy="721800"/>
          </a:xfrm>
        </p:grpSpPr>
        <p:sp>
          <p:nvSpPr>
            <p:cNvPr id="279" name="Google Shape;279;p32"/>
            <p:cNvSpPr/>
            <p:nvPr/>
          </p:nvSpPr>
          <p:spPr>
            <a:xfrm>
              <a:off x="995600" y="2189075"/>
              <a:ext cx="371100" cy="721800"/>
            </a:xfrm>
            <a:prstGeom prst="rect">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4.5</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280" name="Google Shape;280;p32"/>
            <p:cNvSpPr/>
            <p:nvPr/>
          </p:nvSpPr>
          <p:spPr>
            <a:xfrm>
              <a:off x="1366700" y="2189075"/>
              <a:ext cx="438900" cy="721800"/>
            </a:xfrm>
            <a:prstGeom prst="rect">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5.9</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281" name="Google Shape;281;p32"/>
            <p:cNvSpPr/>
            <p:nvPr/>
          </p:nvSpPr>
          <p:spPr>
            <a:xfrm>
              <a:off x="1790600" y="2189075"/>
              <a:ext cx="371100" cy="721800"/>
            </a:xfrm>
            <a:prstGeom prst="rect">
              <a:avLst/>
            </a:pr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8.3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4.5</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282" name="Google Shape;282;p32"/>
            <p:cNvSpPr/>
            <p:nvPr/>
          </p:nvSpPr>
          <p:spPr>
            <a:xfrm>
              <a:off x="2161700" y="2189075"/>
              <a:ext cx="371100" cy="7218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5.4</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7.1</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9.0</a:t>
              </a:r>
              <a:endParaRPr sz="1000">
                <a:latin typeface="Roboto"/>
                <a:ea typeface="Roboto"/>
                <a:cs typeface="Roboto"/>
                <a:sym typeface="Roboto"/>
              </a:endParaRPr>
            </a:p>
          </p:txBody>
        </p:sp>
        <p:sp>
          <p:nvSpPr>
            <p:cNvPr id="283" name="Google Shape;283;p32"/>
            <p:cNvSpPr/>
            <p:nvPr/>
          </p:nvSpPr>
          <p:spPr>
            <a:xfrm>
              <a:off x="2532800" y="2189075"/>
              <a:ext cx="371100" cy="7218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9.3</a:t>
              </a:r>
              <a:endParaRPr sz="1000">
                <a:latin typeface="Roboto"/>
                <a:ea typeface="Roboto"/>
                <a:cs typeface="Roboto"/>
                <a:sym typeface="Roboto"/>
              </a:endParaRPr>
            </a:p>
          </p:txBody>
        </p:sp>
        <p:sp>
          <p:nvSpPr>
            <p:cNvPr id="284" name="Google Shape;284;p32"/>
            <p:cNvSpPr/>
            <p:nvPr/>
          </p:nvSpPr>
          <p:spPr>
            <a:xfrm>
              <a:off x="2900950" y="2189075"/>
              <a:ext cx="371100" cy="721800"/>
            </a:xfrm>
            <a:prstGeom prst="rect">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5.3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285" name="Google Shape;285;p32"/>
            <p:cNvSpPr/>
            <p:nvPr/>
          </p:nvSpPr>
          <p:spPr>
            <a:xfrm>
              <a:off x="3272050" y="2189075"/>
              <a:ext cx="438900" cy="721800"/>
            </a:xfrm>
            <a:prstGeom prst="rect">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-8.9</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5.0</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4.2</a:t>
              </a:r>
              <a:endParaRPr sz="1000">
                <a:latin typeface="Roboto"/>
                <a:ea typeface="Roboto"/>
                <a:cs typeface="Roboto"/>
                <a:sym typeface="Roboto"/>
              </a:endParaRPr>
            </a:p>
          </p:txBody>
        </p:sp>
        <p:sp>
          <p:nvSpPr>
            <p:cNvPr id="286" name="Google Shape;286;p32"/>
            <p:cNvSpPr/>
            <p:nvPr/>
          </p:nvSpPr>
          <p:spPr>
            <a:xfrm>
              <a:off x="3710950" y="2189075"/>
              <a:ext cx="371100" cy="721800"/>
            </a:xfrm>
            <a:prstGeom prst="rect">
              <a:avLst/>
            </a:pr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0.8</a:t>
              </a:r>
              <a:endParaRPr sz="1000">
                <a:latin typeface="Roboto"/>
                <a:ea typeface="Roboto"/>
                <a:cs typeface="Roboto"/>
                <a:sym typeface="Roboto"/>
              </a:endParaRPr>
            </a:p>
          </p:txBody>
        </p:sp>
        <p:sp>
          <p:nvSpPr>
            <p:cNvPr id="287" name="Google Shape;287;p32"/>
            <p:cNvSpPr/>
            <p:nvPr/>
          </p:nvSpPr>
          <p:spPr>
            <a:xfrm>
              <a:off x="4082050" y="2189075"/>
              <a:ext cx="371100" cy="7218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0.7</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9.2</a:t>
              </a:r>
              <a:endParaRPr sz="1000">
                <a:latin typeface="Roboto"/>
                <a:ea typeface="Roboto"/>
                <a:cs typeface="Roboto"/>
                <a:sym typeface="Roboto"/>
              </a:endParaRPr>
            </a:p>
          </p:txBody>
        </p:sp>
        <p:sp>
          <p:nvSpPr>
            <p:cNvPr id="288" name="Google Shape;288;p32"/>
            <p:cNvSpPr/>
            <p:nvPr/>
          </p:nvSpPr>
          <p:spPr>
            <a:xfrm>
              <a:off x="4453150" y="2189075"/>
              <a:ext cx="371100" cy="7218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5.0</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5.8</a:t>
              </a:r>
              <a:endParaRPr sz="1000">
                <a:latin typeface="Roboto"/>
                <a:ea typeface="Roboto"/>
                <a:cs typeface="Roboto"/>
                <a:sym typeface="Roboto"/>
              </a:endParaRPr>
            </a:p>
          </p:txBody>
        </p:sp>
      </p:grpSp>
      <p:sp>
        <p:nvSpPr>
          <p:cNvPr id="289" name="Google Shape;289;p32"/>
          <p:cNvSpPr/>
          <p:nvPr/>
        </p:nvSpPr>
        <p:spPr>
          <a:xfrm rot="-5400000">
            <a:off x="2539675" y="2846932"/>
            <a:ext cx="192300" cy="181200"/>
          </a:xfrm>
          <a:prstGeom prst="rightArrow">
            <a:avLst>
              <a:gd fmla="val 50000" name="adj1"/>
              <a:gd fmla="val 50000" name="adj2"/>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2"/>
          <p:cNvSpPr/>
          <p:nvPr/>
        </p:nvSpPr>
        <p:spPr>
          <a:xfrm rot="-5400000">
            <a:off x="7645075" y="2846932"/>
            <a:ext cx="192300" cy="181200"/>
          </a:xfrm>
          <a:prstGeom prst="rightArrow">
            <a:avLst>
              <a:gd fmla="val 50000" name="adj1"/>
              <a:gd fmla="val 50000" name="adj2"/>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2"/>
          <p:cNvSpPr/>
          <p:nvPr/>
        </p:nvSpPr>
        <p:spPr>
          <a:xfrm rot="-5400000">
            <a:off x="7645075" y="3896450"/>
            <a:ext cx="192300" cy="181200"/>
          </a:xfrm>
          <a:prstGeom prst="rightArrow">
            <a:avLst>
              <a:gd fmla="val 50000" name="adj1"/>
              <a:gd fmla="val 50000" name="adj2"/>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33"/>
          <p:cNvPicPr preferRelativeResize="0"/>
          <p:nvPr/>
        </p:nvPicPr>
        <p:blipFill>
          <a:blip r:embed="rId3">
            <a:alphaModFix/>
          </a:blip>
          <a:stretch>
            <a:fillRect/>
          </a:stretch>
        </p:blipFill>
        <p:spPr>
          <a:xfrm>
            <a:off x="995600" y="3296976"/>
            <a:ext cx="3869550" cy="176325"/>
          </a:xfrm>
          <a:prstGeom prst="rect">
            <a:avLst/>
          </a:prstGeom>
          <a:noFill/>
          <a:ln>
            <a:noFill/>
          </a:ln>
        </p:spPr>
      </p:pic>
      <p:sp>
        <p:nvSpPr>
          <p:cNvPr id="298" name="Google Shape;298;p33"/>
          <p:cNvSpPr txBox="1"/>
          <p:nvPr/>
        </p:nvSpPr>
        <p:spPr>
          <a:xfrm>
            <a:off x="921300" y="4171775"/>
            <a:ext cx="37602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“Unicode characters like emojis may be split.”</a:t>
            </a:r>
            <a:endParaRPr sz="1200">
              <a:latin typeface="Roboto"/>
              <a:ea typeface="Roboto"/>
              <a:cs typeface="Roboto"/>
              <a:sym typeface="Roboto"/>
            </a:endParaRPr>
          </a:p>
        </p:txBody>
      </p:sp>
      <p:sp>
        <p:nvSpPr>
          <p:cNvPr id="299" name="Google Shape;299;p33"/>
          <p:cNvSpPr txBox="1"/>
          <p:nvPr/>
        </p:nvSpPr>
        <p:spPr>
          <a:xfrm>
            <a:off x="2796075" y="3791525"/>
            <a:ext cx="13740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latin typeface="Roboto"/>
                <a:ea typeface="Roboto"/>
                <a:cs typeface="Roboto"/>
                <a:sym typeface="Roboto"/>
                <a:hlinkClick r:id="rId4"/>
              </a:rPr>
              <a:t>Tokenization</a:t>
            </a:r>
            <a:endParaRPr sz="1200">
              <a:latin typeface="Roboto"/>
              <a:ea typeface="Roboto"/>
              <a:cs typeface="Roboto"/>
              <a:sym typeface="Roboto"/>
            </a:endParaRPr>
          </a:p>
        </p:txBody>
      </p:sp>
      <p:sp>
        <p:nvSpPr>
          <p:cNvPr id="300" name="Google Shape;300;p33"/>
          <p:cNvSpPr txBox="1"/>
          <p:nvPr/>
        </p:nvSpPr>
        <p:spPr>
          <a:xfrm>
            <a:off x="466900" y="3470225"/>
            <a:ext cx="57660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353740"/>
                </a:solidFill>
                <a:latin typeface="Roboto Mono"/>
                <a:ea typeface="Roboto Mono"/>
                <a:cs typeface="Roboto Mono"/>
                <a:sym typeface="Roboto Mono"/>
              </a:rPr>
              <a:t>[7085, 2456, 836, 470, 3975, 284, 530, 11241, 25, 773, 452, 12843, 13]</a:t>
            </a:r>
            <a:endParaRPr sz="1000">
              <a:solidFill>
                <a:srgbClr val="353740"/>
              </a:solidFill>
              <a:latin typeface="Roboto Mono"/>
              <a:ea typeface="Roboto Mono"/>
              <a:cs typeface="Roboto Mono"/>
              <a:sym typeface="Roboto Mono"/>
            </a:endParaRPr>
          </a:p>
        </p:txBody>
      </p:sp>
      <p:sp>
        <p:nvSpPr>
          <p:cNvPr id="301" name="Google Shape;301;p33"/>
          <p:cNvSpPr txBox="1"/>
          <p:nvPr/>
        </p:nvSpPr>
        <p:spPr>
          <a:xfrm>
            <a:off x="2796075" y="2751000"/>
            <a:ext cx="27018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Embedding</a:t>
            </a:r>
            <a:endParaRPr sz="1200">
              <a:latin typeface="Roboto"/>
              <a:ea typeface="Roboto"/>
              <a:cs typeface="Roboto"/>
              <a:sym typeface="Roboto"/>
            </a:endParaRPr>
          </a:p>
        </p:txBody>
      </p:sp>
      <p:sp>
        <p:nvSpPr>
          <p:cNvPr id="302" name="Google Shape;302;p33"/>
          <p:cNvSpPr txBox="1"/>
          <p:nvPr/>
        </p:nvSpPr>
        <p:spPr>
          <a:xfrm>
            <a:off x="2796075" y="1435025"/>
            <a:ext cx="27018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Sequence model</a:t>
            </a:r>
            <a:endParaRPr sz="1200">
              <a:latin typeface="Roboto"/>
              <a:ea typeface="Roboto"/>
              <a:cs typeface="Roboto"/>
              <a:sym typeface="Roboto"/>
            </a:endParaRPr>
          </a:p>
        </p:txBody>
      </p:sp>
      <p:sp>
        <p:nvSpPr>
          <p:cNvPr id="303" name="Google Shape;303;p33"/>
          <p:cNvSpPr txBox="1"/>
          <p:nvPr/>
        </p:nvSpPr>
        <p:spPr>
          <a:xfrm>
            <a:off x="7383375" y="4025"/>
            <a:ext cx="15540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latin typeface="Roboto"/>
                <a:ea typeface="Roboto"/>
                <a:cs typeface="Roboto"/>
                <a:sym typeface="Roboto"/>
              </a:rPr>
              <a:t>Shape</a:t>
            </a:r>
            <a:endParaRPr b="1" u="sng">
              <a:latin typeface="Roboto"/>
              <a:ea typeface="Roboto"/>
              <a:cs typeface="Roboto"/>
              <a:sym typeface="Roboto"/>
            </a:endParaRPr>
          </a:p>
        </p:txBody>
      </p:sp>
      <p:sp>
        <p:nvSpPr>
          <p:cNvPr id="304" name="Google Shape;304;p33"/>
          <p:cNvSpPr txBox="1"/>
          <p:nvPr/>
        </p:nvSpPr>
        <p:spPr>
          <a:xfrm>
            <a:off x="7543800" y="4172525"/>
            <a:ext cx="5004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ono"/>
                <a:ea typeface="Roboto Mono"/>
                <a:cs typeface="Roboto Mono"/>
                <a:sym typeface="Roboto Mono"/>
              </a:rPr>
              <a:t>[]</a:t>
            </a:r>
            <a:endParaRPr>
              <a:latin typeface="Roboto Mono"/>
              <a:ea typeface="Roboto Mono"/>
              <a:cs typeface="Roboto Mono"/>
              <a:sym typeface="Roboto Mono"/>
            </a:endParaRPr>
          </a:p>
        </p:txBody>
      </p:sp>
      <p:sp>
        <p:nvSpPr>
          <p:cNvPr id="305" name="Google Shape;305;p33"/>
          <p:cNvSpPr txBox="1"/>
          <p:nvPr/>
        </p:nvSpPr>
        <p:spPr>
          <a:xfrm>
            <a:off x="7198875" y="3254000"/>
            <a:ext cx="1554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ono"/>
                <a:ea typeface="Roboto Mono"/>
                <a:cs typeface="Roboto Mono"/>
                <a:sym typeface="Roboto Mono"/>
              </a:rPr>
              <a:t>[length]</a:t>
            </a:r>
            <a:endParaRPr>
              <a:latin typeface="Roboto Mono"/>
              <a:ea typeface="Roboto Mono"/>
              <a:cs typeface="Roboto Mono"/>
              <a:sym typeface="Roboto Mono"/>
            </a:endParaRPr>
          </a:p>
        </p:txBody>
      </p:sp>
      <p:sp>
        <p:nvSpPr>
          <p:cNvPr id="306" name="Google Shape;306;p33"/>
          <p:cNvSpPr txBox="1"/>
          <p:nvPr/>
        </p:nvSpPr>
        <p:spPr>
          <a:xfrm>
            <a:off x="2342175" y="4025"/>
            <a:ext cx="21597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latin typeface="Roboto"/>
                <a:ea typeface="Roboto"/>
                <a:cs typeface="Roboto"/>
                <a:sym typeface="Roboto"/>
              </a:rPr>
              <a:t>Process</a:t>
            </a:r>
            <a:endParaRPr b="1" u="sng">
              <a:latin typeface="Roboto"/>
              <a:ea typeface="Roboto"/>
              <a:cs typeface="Roboto"/>
              <a:sym typeface="Roboto"/>
            </a:endParaRPr>
          </a:p>
        </p:txBody>
      </p:sp>
      <p:sp>
        <p:nvSpPr>
          <p:cNvPr id="307" name="Google Shape;307;p33"/>
          <p:cNvSpPr txBox="1"/>
          <p:nvPr/>
        </p:nvSpPr>
        <p:spPr>
          <a:xfrm>
            <a:off x="6827375" y="2038925"/>
            <a:ext cx="21597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ono"/>
                <a:ea typeface="Roboto Mono"/>
                <a:cs typeface="Roboto Mono"/>
                <a:sym typeface="Roboto Mono"/>
              </a:rPr>
              <a:t>[d_model, length]</a:t>
            </a:r>
            <a:endParaRPr>
              <a:latin typeface="Roboto Mono"/>
              <a:ea typeface="Roboto Mono"/>
              <a:cs typeface="Roboto Mono"/>
              <a:sym typeface="Roboto Mono"/>
            </a:endParaRPr>
          </a:p>
        </p:txBody>
      </p:sp>
      <p:sp>
        <p:nvSpPr>
          <p:cNvPr id="308" name="Google Shape;308;p33"/>
          <p:cNvSpPr/>
          <p:nvPr/>
        </p:nvSpPr>
        <p:spPr>
          <a:xfrm rot="-5400000">
            <a:off x="2539675" y="3896450"/>
            <a:ext cx="192300" cy="181200"/>
          </a:xfrm>
          <a:prstGeom prst="rightArrow">
            <a:avLst>
              <a:gd fmla="val 50000" name="adj1"/>
              <a:gd fmla="val 50000" name="adj2"/>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9" name="Google Shape;309;p33"/>
          <p:cNvGrpSpPr/>
          <p:nvPr/>
        </p:nvGrpSpPr>
        <p:grpSpPr>
          <a:xfrm>
            <a:off x="995600" y="1884275"/>
            <a:ext cx="3828650" cy="721800"/>
            <a:chOff x="995600" y="2189075"/>
            <a:chExt cx="3828650" cy="721800"/>
          </a:xfrm>
        </p:grpSpPr>
        <p:sp>
          <p:nvSpPr>
            <p:cNvPr id="310" name="Google Shape;310;p33"/>
            <p:cNvSpPr/>
            <p:nvPr/>
          </p:nvSpPr>
          <p:spPr>
            <a:xfrm>
              <a:off x="995600" y="2189075"/>
              <a:ext cx="371100" cy="721800"/>
            </a:xfrm>
            <a:prstGeom prst="rect">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4.5</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311" name="Google Shape;311;p33"/>
            <p:cNvSpPr/>
            <p:nvPr/>
          </p:nvSpPr>
          <p:spPr>
            <a:xfrm>
              <a:off x="1366700" y="2189075"/>
              <a:ext cx="438900" cy="721800"/>
            </a:xfrm>
            <a:prstGeom prst="rect">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5.9</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312" name="Google Shape;312;p33"/>
            <p:cNvSpPr/>
            <p:nvPr/>
          </p:nvSpPr>
          <p:spPr>
            <a:xfrm>
              <a:off x="1790600" y="2189075"/>
              <a:ext cx="371100" cy="721800"/>
            </a:xfrm>
            <a:prstGeom prst="rect">
              <a:avLst/>
            </a:pr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8.3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4.5</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313" name="Google Shape;313;p33"/>
            <p:cNvSpPr/>
            <p:nvPr/>
          </p:nvSpPr>
          <p:spPr>
            <a:xfrm>
              <a:off x="2161700" y="2189075"/>
              <a:ext cx="371100" cy="7218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5.4</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7.1</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9.0</a:t>
              </a:r>
              <a:endParaRPr sz="1000">
                <a:latin typeface="Roboto"/>
                <a:ea typeface="Roboto"/>
                <a:cs typeface="Roboto"/>
                <a:sym typeface="Roboto"/>
              </a:endParaRPr>
            </a:p>
          </p:txBody>
        </p:sp>
        <p:sp>
          <p:nvSpPr>
            <p:cNvPr id="314" name="Google Shape;314;p33"/>
            <p:cNvSpPr/>
            <p:nvPr/>
          </p:nvSpPr>
          <p:spPr>
            <a:xfrm>
              <a:off x="2532800" y="2189075"/>
              <a:ext cx="371100" cy="7218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9.3</a:t>
              </a:r>
              <a:endParaRPr sz="1000">
                <a:latin typeface="Roboto"/>
                <a:ea typeface="Roboto"/>
                <a:cs typeface="Roboto"/>
                <a:sym typeface="Roboto"/>
              </a:endParaRPr>
            </a:p>
          </p:txBody>
        </p:sp>
        <p:sp>
          <p:nvSpPr>
            <p:cNvPr id="315" name="Google Shape;315;p33"/>
            <p:cNvSpPr/>
            <p:nvPr/>
          </p:nvSpPr>
          <p:spPr>
            <a:xfrm>
              <a:off x="2900950" y="2189075"/>
              <a:ext cx="371100" cy="721800"/>
            </a:xfrm>
            <a:prstGeom prst="rect">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5.3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316" name="Google Shape;316;p33"/>
            <p:cNvSpPr/>
            <p:nvPr/>
          </p:nvSpPr>
          <p:spPr>
            <a:xfrm>
              <a:off x="3272050" y="2189075"/>
              <a:ext cx="438900" cy="721800"/>
            </a:xfrm>
            <a:prstGeom prst="rect">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-8.9</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5.0</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4.2</a:t>
              </a:r>
              <a:endParaRPr sz="1000">
                <a:latin typeface="Roboto"/>
                <a:ea typeface="Roboto"/>
                <a:cs typeface="Roboto"/>
                <a:sym typeface="Roboto"/>
              </a:endParaRPr>
            </a:p>
          </p:txBody>
        </p:sp>
        <p:sp>
          <p:nvSpPr>
            <p:cNvPr id="317" name="Google Shape;317;p33"/>
            <p:cNvSpPr/>
            <p:nvPr/>
          </p:nvSpPr>
          <p:spPr>
            <a:xfrm>
              <a:off x="3710950" y="2189075"/>
              <a:ext cx="371100" cy="721800"/>
            </a:xfrm>
            <a:prstGeom prst="rect">
              <a:avLst/>
            </a:pr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0.8</a:t>
              </a:r>
              <a:endParaRPr sz="1000">
                <a:latin typeface="Roboto"/>
                <a:ea typeface="Roboto"/>
                <a:cs typeface="Roboto"/>
                <a:sym typeface="Roboto"/>
              </a:endParaRPr>
            </a:p>
          </p:txBody>
        </p:sp>
        <p:sp>
          <p:nvSpPr>
            <p:cNvPr id="318" name="Google Shape;318;p33"/>
            <p:cNvSpPr/>
            <p:nvPr/>
          </p:nvSpPr>
          <p:spPr>
            <a:xfrm>
              <a:off x="4082050" y="2189075"/>
              <a:ext cx="371100" cy="7218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0.7</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9.2</a:t>
              </a:r>
              <a:endParaRPr sz="1000">
                <a:latin typeface="Roboto"/>
                <a:ea typeface="Roboto"/>
                <a:cs typeface="Roboto"/>
                <a:sym typeface="Roboto"/>
              </a:endParaRPr>
            </a:p>
          </p:txBody>
        </p:sp>
        <p:sp>
          <p:nvSpPr>
            <p:cNvPr id="319" name="Google Shape;319;p33"/>
            <p:cNvSpPr/>
            <p:nvPr/>
          </p:nvSpPr>
          <p:spPr>
            <a:xfrm>
              <a:off x="4453150" y="2189075"/>
              <a:ext cx="371100" cy="7218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5.0</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5.8</a:t>
              </a:r>
              <a:endParaRPr sz="1000">
                <a:latin typeface="Roboto"/>
                <a:ea typeface="Roboto"/>
                <a:cs typeface="Roboto"/>
                <a:sym typeface="Roboto"/>
              </a:endParaRPr>
            </a:p>
          </p:txBody>
        </p:sp>
      </p:grpSp>
      <p:grpSp>
        <p:nvGrpSpPr>
          <p:cNvPr id="320" name="Google Shape;320;p33"/>
          <p:cNvGrpSpPr/>
          <p:nvPr/>
        </p:nvGrpSpPr>
        <p:grpSpPr>
          <a:xfrm>
            <a:off x="995600" y="588875"/>
            <a:ext cx="3828650" cy="721800"/>
            <a:chOff x="995600" y="3713075"/>
            <a:chExt cx="3828650" cy="721800"/>
          </a:xfrm>
        </p:grpSpPr>
        <p:sp>
          <p:nvSpPr>
            <p:cNvPr id="321" name="Google Shape;321;p33"/>
            <p:cNvSpPr/>
            <p:nvPr/>
          </p:nvSpPr>
          <p:spPr>
            <a:xfrm>
              <a:off x="995600" y="3713075"/>
              <a:ext cx="371100" cy="721800"/>
            </a:xfrm>
            <a:prstGeom prst="rect">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5.4</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8.3</a:t>
              </a:r>
              <a:endParaRPr sz="1000">
                <a:latin typeface="Roboto"/>
                <a:ea typeface="Roboto"/>
                <a:cs typeface="Roboto"/>
                <a:sym typeface="Roboto"/>
              </a:endParaRPr>
            </a:p>
          </p:txBody>
        </p:sp>
        <p:sp>
          <p:nvSpPr>
            <p:cNvPr id="322" name="Google Shape;322;p33"/>
            <p:cNvSpPr/>
            <p:nvPr/>
          </p:nvSpPr>
          <p:spPr>
            <a:xfrm>
              <a:off x="1366700" y="3713075"/>
              <a:ext cx="438900" cy="721800"/>
            </a:xfrm>
            <a:prstGeom prst="rect">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9.5</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323" name="Google Shape;323;p33"/>
            <p:cNvSpPr/>
            <p:nvPr/>
          </p:nvSpPr>
          <p:spPr>
            <a:xfrm>
              <a:off x="1790600" y="3713075"/>
              <a:ext cx="371100" cy="721800"/>
            </a:xfrm>
            <a:prstGeom prst="rect">
              <a:avLst/>
            </a:pr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5.4</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8.3</a:t>
              </a:r>
              <a:endParaRPr sz="1000">
                <a:latin typeface="Roboto"/>
                <a:ea typeface="Roboto"/>
                <a:cs typeface="Roboto"/>
                <a:sym typeface="Roboto"/>
              </a:endParaRPr>
            </a:p>
          </p:txBody>
        </p:sp>
        <p:sp>
          <p:nvSpPr>
            <p:cNvPr id="324" name="Google Shape;324;p33"/>
            <p:cNvSpPr/>
            <p:nvPr/>
          </p:nvSpPr>
          <p:spPr>
            <a:xfrm>
              <a:off x="2161700" y="3713075"/>
              <a:ext cx="371100" cy="7218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4.5</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0.9</a:t>
              </a:r>
              <a:endParaRPr sz="1000">
                <a:latin typeface="Roboto"/>
                <a:ea typeface="Roboto"/>
                <a:cs typeface="Roboto"/>
                <a:sym typeface="Roboto"/>
              </a:endParaRPr>
            </a:p>
          </p:txBody>
        </p:sp>
        <p:sp>
          <p:nvSpPr>
            <p:cNvPr id="325" name="Google Shape;325;p33"/>
            <p:cNvSpPr/>
            <p:nvPr/>
          </p:nvSpPr>
          <p:spPr>
            <a:xfrm>
              <a:off x="2532800" y="3713075"/>
              <a:ext cx="371100" cy="7218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0.1</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326" name="Google Shape;326;p33"/>
            <p:cNvSpPr/>
            <p:nvPr/>
          </p:nvSpPr>
          <p:spPr>
            <a:xfrm>
              <a:off x="2900950" y="3713075"/>
              <a:ext cx="371100" cy="721800"/>
            </a:xfrm>
            <a:prstGeom prst="rect">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9.3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327" name="Google Shape;327;p33"/>
            <p:cNvSpPr/>
            <p:nvPr/>
          </p:nvSpPr>
          <p:spPr>
            <a:xfrm>
              <a:off x="3272050" y="3713075"/>
              <a:ext cx="438900" cy="721800"/>
            </a:xfrm>
            <a:prstGeom prst="rect">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-9.8</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0.5</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328" name="Google Shape;328;p33"/>
            <p:cNvSpPr/>
            <p:nvPr/>
          </p:nvSpPr>
          <p:spPr>
            <a:xfrm>
              <a:off x="3710950" y="3713075"/>
              <a:ext cx="371100" cy="721800"/>
            </a:xfrm>
            <a:prstGeom prst="rect">
              <a:avLst/>
            </a:pr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8.3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8.0</a:t>
              </a:r>
              <a:endParaRPr sz="1000">
                <a:latin typeface="Roboto"/>
                <a:ea typeface="Roboto"/>
                <a:cs typeface="Roboto"/>
                <a:sym typeface="Roboto"/>
              </a:endParaRPr>
            </a:p>
          </p:txBody>
        </p:sp>
        <p:sp>
          <p:nvSpPr>
            <p:cNvPr id="329" name="Google Shape;329;p33"/>
            <p:cNvSpPr/>
            <p:nvPr/>
          </p:nvSpPr>
          <p:spPr>
            <a:xfrm>
              <a:off x="4082050" y="3713075"/>
              <a:ext cx="371100" cy="7218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9.3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7.0</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330" name="Google Shape;330;p33"/>
            <p:cNvSpPr/>
            <p:nvPr/>
          </p:nvSpPr>
          <p:spPr>
            <a:xfrm>
              <a:off x="4453150" y="3713075"/>
              <a:ext cx="371100" cy="7218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0.5</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l">
                <a:spcBef>
                  <a:spcPts val="0"/>
                </a:spcBef>
                <a:spcAft>
                  <a:spcPts val="0"/>
                </a:spcAft>
                <a:buNone/>
              </a:pPr>
              <a:r>
                <a:rPr lang="en" sz="1000">
                  <a:latin typeface="Roboto"/>
                  <a:ea typeface="Roboto"/>
                  <a:cs typeface="Roboto"/>
                  <a:sym typeface="Roboto"/>
                </a:rPr>
                <a:t>8.5</a:t>
              </a:r>
              <a:endParaRPr sz="1000">
                <a:latin typeface="Roboto"/>
                <a:ea typeface="Roboto"/>
                <a:cs typeface="Roboto"/>
                <a:sym typeface="Roboto"/>
              </a:endParaRPr>
            </a:p>
          </p:txBody>
        </p:sp>
      </p:grpSp>
      <p:sp>
        <p:nvSpPr>
          <p:cNvPr id="331" name="Google Shape;331;p33"/>
          <p:cNvSpPr txBox="1"/>
          <p:nvPr/>
        </p:nvSpPr>
        <p:spPr>
          <a:xfrm>
            <a:off x="6827375" y="819725"/>
            <a:ext cx="21597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ono"/>
                <a:ea typeface="Roboto Mono"/>
                <a:cs typeface="Roboto Mono"/>
                <a:sym typeface="Roboto Mono"/>
              </a:rPr>
              <a:t>[d_model, length]</a:t>
            </a:r>
            <a:endParaRPr>
              <a:latin typeface="Roboto Mono"/>
              <a:ea typeface="Roboto Mono"/>
              <a:cs typeface="Roboto Mono"/>
              <a:sym typeface="Roboto Mono"/>
            </a:endParaRPr>
          </a:p>
        </p:txBody>
      </p:sp>
      <p:sp>
        <p:nvSpPr>
          <p:cNvPr id="332" name="Google Shape;332;p33"/>
          <p:cNvSpPr/>
          <p:nvPr/>
        </p:nvSpPr>
        <p:spPr>
          <a:xfrm rot="-5400000">
            <a:off x="2539675" y="2846932"/>
            <a:ext cx="192300" cy="181200"/>
          </a:xfrm>
          <a:prstGeom prst="rightArrow">
            <a:avLst>
              <a:gd fmla="val 50000" name="adj1"/>
              <a:gd fmla="val 50000" name="adj2"/>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3"/>
          <p:cNvSpPr/>
          <p:nvPr/>
        </p:nvSpPr>
        <p:spPr>
          <a:xfrm rot="-5400000">
            <a:off x="2539675" y="1522074"/>
            <a:ext cx="192300" cy="181200"/>
          </a:xfrm>
          <a:prstGeom prst="rightArrow">
            <a:avLst>
              <a:gd fmla="val 50000" name="adj1"/>
              <a:gd fmla="val 50000" name="adj2"/>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3"/>
          <p:cNvSpPr/>
          <p:nvPr/>
        </p:nvSpPr>
        <p:spPr>
          <a:xfrm rot="-5400000">
            <a:off x="7645075" y="1522074"/>
            <a:ext cx="192300" cy="181200"/>
          </a:xfrm>
          <a:prstGeom prst="rightArrow">
            <a:avLst>
              <a:gd fmla="val 50000" name="adj1"/>
              <a:gd fmla="val 50000" name="adj2"/>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3"/>
          <p:cNvSpPr/>
          <p:nvPr/>
        </p:nvSpPr>
        <p:spPr>
          <a:xfrm rot="-5400000">
            <a:off x="7645075" y="2846932"/>
            <a:ext cx="192300" cy="181200"/>
          </a:xfrm>
          <a:prstGeom prst="rightArrow">
            <a:avLst>
              <a:gd fmla="val 50000" name="adj1"/>
              <a:gd fmla="val 50000" name="adj2"/>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3"/>
          <p:cNvSpPr/>
          <p:nvPr/>
        </p:nvSpPr>
        <p:spPr>
          <a:xfrm rot="-5400000">
            <a:off x="7645075" y="3896450"/>
            <a:ext cx="192300" cy="181200"/>
          </a:xfrm>
          <a:prstGeom prst="rightArrow">
            <a:avLst>
              <a:gd fmla="val 50000" name="adj1"/>
              <a:gd fmla="val 50000" name="adj2"/>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4"/>
          <p:cNvSpPr/>
          <p:nvPr/>
        </p:nvSpPr>
        <p:spPr>
          <a:xfrm>
            <a:off x="4633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343" name="Google Shape;343;p34"/>
          <p:cNvSpPr/>
          <p:nvPr/>
        </p:nvSpPr>
        <p:spPr>
          <a:xfrm>
            <a:off x="2063272" y="1948750"/>
            <a:ext cx="1676100" cy="26493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344" name="Google Shape;344;p34"/>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Encoder-decoder</a:t>
            </a:r>
            <a:endParaRPr/>
          </a:p>
        </p:txBody>
      </p:sp>
      <p:sp>
        <p:nvSpPr>
          <p:cNvPr id="345" name="Google Shape;345;p34"/>
          <p:cNvSpPr/>
          <p:nvPr/>
        </p:nvSpPr>
        <p:spPr>
          <a:xfrm>
            <a:off x="2159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346" name="Google Shape;346;p34"/>
          <p:cNvSpPr/>
          <p:nvPr/>
        </p:nvSpPr>
        <p:spPr>
          <a:xfrm>
            <a:off x="2226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347" name="Google Shape;347;p34"/>
          <p:cNvSpPr/>
          <p:nvPr/>
        </p:nvSpPr>
        <p:spPr>
          <a:xfrm>
            <a:off x="2247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48" name="Google Shape;348;p34"/>
          <p:cNvGrpSpPr/>
          <p:nvPr/>
        </p:nvGrpSpPr>
        <p:grpSpPr>
          <a:xfrm>
            <a:off x="2283203" y="3903853"/>
            <a:ext cx="313273" cy="74585"/>
            <a:chOff x="3655625" y="914400"/>
            <a:chExt cx="2743200" cy="690600"/>
          </a:xfrm>
        </p:grpSpPr>
        <p:sp>
          <p:nvSpPr>
            <p:cNvPr id="349" name="Google Shape;349;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0" name="Google Shape;350;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1" name="Google Shape;351;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52" name="Google Shape;352;p34"/>
          <p:cNvSpPr txBox="1"/>
          <p:nvPr/>
        </p:nvSpPr>
        <p:spPr>
          <a:xfrm>
            <a:off x="2204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353" name="Google Shape;353;p34"/>
          <p:cNvGrpSpPr/>
          <p:nvPr/>
        </p:nvGrpSpPr>
        <p:grpSpPr>
          <a:xfrm>
            <a:off x="2740403" y="3903853"/>
            <a:ext cx="313273" cy="74585"/>
            <a:chOff x="3655625" y="914400"/>
            <a:chExt cx="2743200" cy="690600"/>
          </a:xfrm>
        </p:grpSpPr>
        <p:sp>
          <p:nvSpPr>
            <p:cNvPr id="354" name="Google Shape;354;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5" name="Google Shape;355;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6" name="Google Shape;356;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57" name="Google Shape;357;p34"/>
          <p:cNvSpPr txBox="1"/>
          <p:nvPr/>
        </p:nvSpPr>
        <p:spPr>
          <a:xfrm>
            <a:off x="2737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358" name="Google Shape;358;p34"/>
          <p:cNvGrpSpPr/>
          <p:nvPr/>
        </p:nvGrpSpPr>
        <p:grpSpPr>
          <a:xfrm>
            <a:off x="3197603" y="3903853"/>
            <a:ext cx="313273" cy="74585"/>
            <a:chOff x="3655625" y="914400"/>
            <a:chExt cx="2743200" cy="690600"/>
          </a:xfrm>
        </p:grpSpPr>
        <p:sp>
          <p:nvSpPr>
            <p:cNvPr id="359" name="Google Shape;359;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0" name="Google Shape;360;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1" name="Google Shape;361;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62" name="Google Shape;362;p34"/>
          <p:cNvSpPr txBox="1"/>
          <p:nvPr/>
        </p:nvSpPr>
        <p:spPr>
          <a:xfrm>
            <a:off x="3113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363" name="Google Shape;363;p34"/>
          <p:cNvGrpSpPr/>
          <p:nvPr/>
        </p:nvGrpSpPr>
        <p:grpSpPr>
          <a:xfrm>
            <a:off x="2283203" y="3446653"/>
            <a:ext cx="313273" cy="74585"/>
            <a:chOff x="3655625" y="914400"/>
            <a:chExt cx="2743200" cy="690600"/>
          </a:xfrm>
        </p:grpSpPr>
        <p:sp>
          <p:nvSpPr>
            <p:cNvPr id="364" name="Google Shape;364;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5" name="Google Shape;365;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6" name="Google Shape;366;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67" name="Google Shape;367;p34"/>
          <p:cNvGrpSpPr/>
          <p:nvPr/>
        </p:nvGrpSpPr>
        <p:grpSpPr>
          <a:xfrm>
            <a:off x="2740403" y="3446653"/>
            <a:ext cx="313273" cy="74585"/>
            <a:chOff x="3655625" y="914400"/>
            <a:chExt cx="2743200" cy="690600"/>
          </a:xfrm>
        </p:grpSpPr>
        <p:sp>
          <p:nvSpPr>
            <p:cNvPr id="368" name="Google Shape;368;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9" name="Google Shape;369;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0" name="Google Shape;370;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71" name="Google Shape;371;p34"/>
          <p:cNvGrpSpPr/>
          <p:nvPr/>
        </p:nvGrpSpPr>
        <p:grpSpPr>
          <a:xfrm>
            <a:off x="3197603" y="3446653"/>
            <a:ext cx="313273" cy="74585"/>
            <a:chOff x="3655625" y="914400"/>
            <a:chExt cx="2743200" cy="690600"/>
          </a:xfrm>
        </p:grpSpPr>
        <p:sp>
          <p:nvSpPr>
            <p:cNvPr id="372" name="Google Shape;372;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3" name="Google Shape;373;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4" name="Google Shape;374;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75" name="Google Shape;375;p34"/>
          <p:cNvCxnSpPr>
            <a:stCxn id="354" idx="0"/>
            <a:endCxn id="364" idx="2"/>
          </p:cNvCxnSpPr>
          <p:nvPr/>
        </p:nvCxnSpPr>
        <p:spPr>
          <a:xfrm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76" name="Google Shape;376;p34"/>
          <p:cNvCxnSpPr>
            <a:stCxn id="359" idx="0"/>
          </p:cNvCxnSpPr>
          <p:nvPr/>
        </p:nvCxnSpPr>
        <p:spPr>
          <a:xfrm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77" name="Google Shape;377;p34"/>
          <p:cNvCxnSpPr>
            <a:stCxn id="349" idx="0"/>
          </p:cNvCxnSpPr>
          <p:nvPr/>
        </p:nvCxnSpPr>
        <p:spPr>
          <a:xfrm rot="10800000">
            <a:off x="2439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78" name="Google Shape;378;p34"/>
          <p:cNvCxnSpPr>
            <a:stCxn id="349" idx="0"/>
            <a:endCxn id="368" idx="2"/>
          </p:cNvCxnSpPr>
          <p:nvPr/>
        </p:nvCxnSpPr>
        <p:spPr>
          <a:xfrm flipH="1"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79" name="Google Shape;379;p34"/>
          <p:cNvCxnSpPr>
            <a:stCxn id="349" idx="0"/>
            <a:endCxn id="372" idx="2"/>
          </p:cNvCxnSpPr>
          <p:nvPr/>
        </p:nvCxnSpPr>
        <p:spPr>
          <a:xfrm flipH="1"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80" name="Google Shape;380;p34"/>
          <p:cNvCxnSpPr>
            <a:stCxn id="354" idx="0"/>
            <a:endCxn id="368" idx="2"/>
          </p:cNvCxnSpPr>
          <p:nvPr/>
        </p:nvCxnSpPr>
        <p:spPr>
          <a:xfrm rot="10800000">
            <a:off x="2897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81" name="Google Shape;381;p34"/>
          <p:cNvCxnSpPr>
            <a:stCxn id="359" idx="0"/>
            <a:endCxn id="372" idx="2"/>
          </p:cNvCxnSpPr>
          <p:nvPr/>
        </p:nvCxnSpPr>
        <p:spPr>
          <a:xfrm rot="10800000">
            <a:off x="3354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82" name="Google Shape;382;p34"/>
          <p:cNvCxnSpPr>
            <a:stCxn id="359" idx="0"/>
            <a:endCxn id="368" idx="2"/>
          </p:cNvCxnSpPr>
          <p:nvPr/>
        </p:nvCxnSpPr>
        <p:spPr>
          <a:xfrm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83" name="Google Shape;383;p34"/>
          <p:cNvCxnSpPr>
            <a:stCxn id="354" idx="0"/>
            <a:endCxn id="372" idx="2"/>
          </p:cNvCxnSpPr>
          <p:nvPr/>
        </p:nvCxnSpPr>
        <p:spPr>
          <a:xfrm flipH="1"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384" name="Google Shape;384;p34"/>
          <p:cNvGrpSpPr/>
          <p:nvPr/>
        </p:nvGrpSpPr>
        <p:grpSpPr>
          <a:xfrm>
            <a:off x="2283203" y="3201599"/>
            <a:ext cx="313273" cy="74585"/>
            <a:chOff x="3655625" y="914400"/>
            <a:chExt cx="2743200" cy="690600"/>
          </a:xfrm>
        </p:grpSpPr>
        <p:sp>
          <p:nvSpPr>
            <p:cNvPr id="385" name="Google Shape;385;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6" name="Google Shape;386;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7" name="Google Shape;387;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88" name="Google Shape;388;p34"/>
          <p:cNvGrpSpPr/>
          <p:nvPr/>
        </p:nvGrpSpPr>
        <p:grpSpPr>
          <a:xfrm>
            <a:off x="2740403" y="3201599"/>
            <a:ext cx="313273" cy="74585"/>
            <a:chOff x="3655625" y="914400"/>
            <a:chExt cx="2743200" cy="690600"/>
          </a:xfrm>
        </p:grpSpPr>
        <p:sp>
          <p:nvSpPr>
            <p:cNvPr id="389" name="Google Shape;389;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0" name="Google Shape;390;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1" name="Google Shape;391;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92" name="Google Shape;392;p34"/>
          <p:cNvGrpSpPr/>
          <p:nvPr/>
        </p:nvGrpSpPr>
        <p:grpSpPr>
          <a:xfrm>
            <a:off x="3197603" y="3201599"/>
            <a:ext cx="313273" cy="74585"/>
            <a:chOff x="3655625" y="914400"/>
            <a:chExt cx="2743200" cy="690600"/>
          </a:xfrm>
        </p:grpSpPr>
        <p:sp>
          <p:nvSpPr>
            <p:cNvPr id="393" name="Google Shape;393;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4" name="Google Shape;394;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5" name="Google Shape;395;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96" name="Google Shape;396;p34"/>
          <p:cNvGrpSpPr/>
          <p:nvPr/>
        </p:nvGrpSpPr>
        <p:grpSpPr>
          <a:xfrm>
            <a:off x="2283203" y="2980147"/>
            <a:ext cx="313273" cy="74585"/>
            <a:chOff x="3655625" y="914400"/>
            <a:chExt cx="2743200" cy="690600"/>
          </a:xfrm>
        </p:grpSpPr>
        <p:sp>
          <p:nvSpPr>
            <p:cNvPr id="397" name="Google Shape;397;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8" name="Google Shape;398;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9" name="Google Shape;399;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0" name="Google Shape;400;p34"/>
          <p:cNvGrpSpPr/>
          <p:nvPr/>
        </p:nvGrpSpPr>
        <p:grpSpPr>
          <a:xfrm>
            <a:off x="2740403" y="2980147"/>
            <a:ext cx="313273" cy="74585"/>
            <a:chOff x="3655625" y="914400"/>
            <a:chExt cx="2743200" cy="690600"/>
          </a:xfrm>
        </p:grpSpPr>
        <p:sp>
          <p:nvSpPr>
            <p:cNvPr id="401" name="Google Shape;401;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2" name="Google Shape;402;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3" name="Google Shape;403;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4" name="Google Shape;404;p34"/>
          <p:cNvGrpSpPr/>
          <p:nvPr/>
        </p:nvGrpSpPr>
        <p:grpSpPr>
          <a:xfrm>
            <a:off x="3197603" y="2980147"/>
            <a:ext cx="313273" cy="74585"/>
            <a:chOff x="3655625" y="914400"/>
            <a:chExt cx="2743200" cy="690600"/>
          </a:xfrm>
        </p:grpSpPr>
        <p:sp>
          <p:nvSpPr>
            <p:cNvPr id="405" name="Google Shape;405;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6" name="Google Shape;406;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7" name="Google Shape;407;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08" name="Google Shape;408;p34"/>
          <p:cNvCxnSpPr>
            <a:stCxn id="385" idx="0"/>
            <a:endCxn id="397" idx="2"/>
          </p:cNvCxnSpPr>
          <p:nvPr/>
        </p:nvCxnSpPr>
        <p:spPr>
          <a:xfrm rot="10800000">
            <a:off x="2439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09" name="Google Shape;409;p34"/>
          <p:cNvCxnSpPr>
            <a:stCxn id="393" idx="0"/>
            <a:endCxn id="405" idx="2"/>
          </p:cNvCxnSpPr>
          <p:nvPr/>
        </p:nvCxnSpPr>
        <p:spPr>
          <a:xfrm rot="10800000">
            <a:off x="3354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10" name="Google Shape;410;p34"/>
          <p:cNvCxnSpPr>
            <a:stCxn id="389" idx="0"/>
            <a:endCxn id="401" idx="2"/>
          </p:cNvCxnSpPr>
          <p:nvPr/>
        </p:nvCxnSpPr>
        <p:spPr>
          <a:xfrm rot="10800000">
            <a:off x="2897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411" name="Google Shape;411;p34"/>
          <p:cNvSpPr/>
          <p:nvPr/>
        </p:nvSpPr>
        <p:spPr>
          <a:xfrm>
            <a:off x="2206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412" name="Google Shape;412;p34"/>
          <p:cNvSpPr/>
          <p:nvPr/>
        </p:nvSpPr>
        <p:spPr>
          <a:xfrm>
            <a:off x="2309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413" name="Google Shape;413;p34"/>
          <p:cNvSpPr/>
          <p:nvPr/>
        </p:nvSpPr>
        <p:spPr>
          <a:xfrm>
            <a:off x="2309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414" name="Google Shape;414;p34"/>
          <p:cNvSpPr/>
          <p:nvPr/>
        </p:nvSpPr>
        <p:spPr>
          <a:xfrm>
            <a:off x="4721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415" name="Google Shape;415;p34"/>
          <p:cNvSpPr/>
          <p:nvPr/>
        </p:nvSpPr>
        <p:spPr>
          <a:xfrm>
            <a:off x="4761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16" name="Google Shape;416;p34"/>
          <p:cNvGrpSpPr/>
          <p:nvPr/>
        </p:nvGrpSpPr>
        <p:grpSpPr>
          <a:xfrm>
            <a:off x="4797803" y="3955308"/>
            <a:ext cx="313273" cy="74585"/>
            <a:chOff x="3655625" y="914400"/>
            <a:chExt cx="2743200" cy="690600"/>
          </a:xfrm>
        </p:grpSpPr>
        <p:sp>
          <p:nvSpPr>
            <p:cNvPr id="417" name="Google Shape;417;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8" name="Google Shape;418;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9" name="Google Shape;419;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20" name="Google Shape;420;p34"/>
          <p:cNvSpPr txBox="1"/>
          <p:nvPr/>
        </p:nvSpPr>
        <p:spPr>
          <a:xfrm>
            <a:off x="5176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421" name="Google Shape;421;p34"/>
          <p:cNvGrpSpPr/>
          <p:nvPr/>
        </p:nvGrpSpPr>
        <p:grpSpPr>
          <a:xfrm>
            <a:off x="5255003" y="3955308"/>
            <a:ext cx="313273" cy="74585"/>
            <a:chOff x="3655625" y="914400"/>
            <a:chExt cx="2743200" cy="690600"/>
          </a:xfrm>
        </p:grpSpPr>
        <p:sp>
          <p:nvSpPr>
            <p:cNvPr id="422" name="Google Shape;422;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3" name="Google Shape;423;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4" name="Google Shape;424;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25" name="Google Shape;425;p34"/>
          <p:cNvSpPr txBox="1"/>
          <p:nvPr/>
        </p:nvSpPr>
        <p:spPr>
          <a:xfrm>
            <a:off x="5702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426" name="Google Shape;426;p34"/>
          <p:cNvGrpSpPr/>
          <p:nvPr/>
        </p:nvGrpSpPr>
        <p:grpSpPr>
          <a:xfrm>
            <a:off x="5712203" y="3955308"/>
            <a:ext cx="313273" cy="74585"/>
            <a:chOff x="3655625" y="914400"/>
            <a:chExt cx="2743200" cy="690600"/>
          </a:xfrm>
        </p:grpSpPr>
        <p:sp>
          <p:nvSpPr>
            <p:cNvPr id="427" name="Google Shape;427;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8" name="Google Shape;428;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9" name="Google Shape;429;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30" name="Google Shape;430;p34"/>
          <p:cNvSpPr txBox="1"/>
          <p:nvPr/>
        </p:nvSpPr>
        <p:spPr>
          <a:xfrm>
            <a:off x="6116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431" name="Google Shape;431;p34"/>
          <p:cNvGrpSpPr/>
          <p:nvPr/>
        </p:nvGrpSpPr>
        <p:grpSpPr>
          <a:xfrm>
            <a:off x="4797803" y="3498108"/>
            <a:ext cx="313273" cy="74585"/>
            <a:chOff x="3655625" y="914400"/>
            <a:chExt cx="2743200" cy="690600"/>
          </a:xfrm>
        </p:grpSpPr>
        <p:sp>
          <p:nvSpPr>
            <p:cNvPr id="432" name="Google Shape;432;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3" name="Google Shape;433;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4" name="Google Shape;434;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5" name="Google Shape;435;p34"/>
          <p:cNvGrpSpPr/>
          <p:nvPr/>
        </p:nvGrpSpPr>
        <p:grpSpPr>
          <a:xfrm>
            <a:off x="5255003" y="3498108"/>
            <a:ext cx="313273" cy="74585"/>
            <a:chOff x="3655625" y="914400"/>
            <a:chExt cx="2743200" cy="690600"/>
          </a:xfrm>
        </p:grpSpPr>
        <p:sp>
          <p:nvSpPr>
            <p:cNvPr id="436" name="Google Shape;436;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7" name="Google Shape;437;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8" name="Google Shape;438;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9" name="Google Shape;439;p34"/>
          <p:cNvGrpSpPr/>
          <p:nvPr/>
        </p:nvGrpSpPr>
        <p:grpSpPr>
          <a:xfrm>
            <a:off x="5712203" y="3498108"/>
            <a:ext cx="313273" cy="74585"/>
            <a:chOff x="3655625" y="914400"/>
            <a:chExt cx="2743200" cy="690600"/>
          </a:xfrm>
        </p:grpSpPr>
        <p:sp>
          <p:nvSpPr>
            <p:cNvPr id="440" name="Google Shape;440;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1" name="Google Shape;441;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2" name="Google Shape;442;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43" name="Google Shape;443;p34"/>
          <p:cNvCxnSpPr>
            <a:stCxn id="417" idx="0"/>
          </p:cNvCxnSpPr>
          <p:nvPr/>
        </p:nvCxnSpPr>
        <p:spPr>
          <a:xfrm rot="10800000">
            <a:off x="4954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44" name="Google Shape;444;p34"/>
          <p:cNvCxnSpPr>
            <a:stCxn id="417" idx="0"/>
            <a:endCxn id="436" idx="2"/>
          </p:cNvCxnSpPr>
          <p:nvPr/>
        </p:nvCxnSpPr>
        <p:spPr>
          <a:xfrm flipH="1" rot="10800000">
            <a:off x="4954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45" name="Google Shape;445;p34"/>
          <p:cNvCxnSpPr>
            <a:stCxn id="417" idx="0"/>
            <a:endCxn id="440" idx="2"/>
          </p:cNvCxnSpPr>
          <p:nvPr/>
        </p:nvCxnSpPr>
        <p:spPr>
          <a:xfrm flipH="1" rot="10800000">
            <a:off x="4954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46" name="Google Shape;446;p34"/>
          <p:cNvCxnSpPr>
            <a:stCxn id="422" idx="0"/>
            <a:endCxn id="436" idx="2"/>
          </p:cNvCxnSpPr>
          <p:nvPr/>
        </p:nvCxnSpPr>
        <p:spPr>
          <a:xfrm rot="10800000">
            <a:off x="5411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47" name="Google Shape;447;p34"/>
          <p:cNvCxnSpPr>
            <a:stCxn id="427" idx="0"/>
            <a:endCxn id="440" idx="2"/>
          </p:cNvCxnSpPr>
          <p:nvPr/>
        </p:nvCxnSpPr>
        <p:spPr>
          <a:xfrm rot="10800000">
            <a:off x="5868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48" name="Google Shape;448;p34"/>
          <p:cNvCxnSpPr>
            <a:stCxn id="422" idx="0"/>
            <a:endCxn id="440" idx="2"/>
          </p:cNvCxnSpPr>
          <p:nvPr/>
        </p:nvCxnSpPr>
        <p:spPr>
          <a:xfrm flipH="1" rot="10800000">
            <a:off x="5411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449" name="Google Shape;449;p34"/>
          <p:cNvGrpSpPr/>
          <p:nvPr/>
        </p:nvGrpSpPr>
        <p:grpSpPr>
          <a:xfrm rot="-5400000">
            <a:off x="5629796" y="2328825"/>
            <a:ext cx="109798" cy="26302"/>
            <a:chOff x="4885225" y="945750"/>
            <a:chExt cx="311926" cy="74700"/>
          </a:xfrm>
        </p:grpSpPr>
        <p:sp>
          <p:nvSpPr>
            <p:cNvPr id="450" name="Google Shape;450;p34"/>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1" name="Google Shape;451;p34"/>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2" name="Google Shape;452;p34"/>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53" name="Google Shape;453;p34"/>
          <p:cNvSpPr/>
          <p:nvPr/>
        </p:nvSpPr>
        <p:spPr>
          <a:xfrm>
            <a:off x="4721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454" name="Google Shape;454;p34"/>
          <p:cNvSpPr/>
          <p:nvPr/>
        </p:nvSpPr>
        <p:spPr>
          <a:xfrm>
            <a:off x="4761872" y="1204438"/>
            <a:ext cx="1798200" cy="4650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455" name="Google Shape;455;p34"/>
          <p:cNvSpPr/>
          <p:nvPr/>
        </p:nvSpPr>
        <p:spPr>
          <a:xfrm>
            <a:off x="4775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456" name="Google Shape;456;p34"/>
          <p:cNvSpPr/>
          <p:nvPr/>
        </p:nvSpPr>
        <p:spPr>
          <a:xfrm>
            <a:off x="4761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457" name="Google Shape;457;p34"/>
          <p:cNvGrpSpPr/>
          <p:nvPr/>
        </p:nvGrpSpPr>
        <p:grpSpPr>
          <a:xfrm>
            <a:off x="4797678" y="1380708"/>
            <a:ext cx="313273" cy="74585"/>
            <a:chOff x="3655625" y="914400"/>
            <a:chExt cx="2743200" cy="690600"/>
          </a:xfrm>
        </p:grpSpPr>
        <p:sp>
          <p:nvSpPr>
            <p:cNvPr id="458" name="Google Shape;458;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9" name="Google Shape;459;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0" name="Google Shape;460;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1" name="Google Shape;461;p34"/>
          <p:cNvGrpSpPr/>
          <p:nvPr/>
        </p:nvGrpSpPr>
        <p:grpSpPr>
          <a:xfrm>
            <a:off x="5254878" y="1373704"/>
            <a:ext cx="313273" cy="74585"/>
            <a:chOff x="3655625" y="914400"/>
            <a:chExt cx="2743200" cy="690600"/>
          </a:xfrm>
        </p:grpSpPr>
        <p:sp>
          <p:nvSpPr>
            <p:cNvPr id="462" name="Google Shape;462;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3" name="Google Shape;463;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4" name="Google Shape;464;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5" name="Google Shape;465;p34"/>
          <p:cNvGrpSpPr/>
          <p:nvPr/>
        </p:nvGrpSpPr>
        <p:grpSpPr>
          <a:xfrm>
            <a:off x="5712078" y="1373704"/>
            <a:ext cx="313273" cy="74585"/>
            <a:chOff x="3655625" y="914400"/>
            <a:chExt cx="2743200" cy="690600"/>
          </a:xfrm>
        </p:grpSpPr>
        <p:sp>
          <p:nvSpPr>
            <p:cNvPr id="466" name="Google Shape;466;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7" name="Google Shape;467;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8" name="Google Shape;468;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9" name="Google Shape;469;p34"/>
          <p:cNvGrpSpPr/>
          <p:nvPr/>
        </p:nvGrpSpPr>
        <p:grpSpPr>
          <a:xfrm>
            <a:off x="2300215" y="1858996"/>
            <a:ext cx="313273" cy="74585"/>
            <a:chOff x="3655625" y="914400"/>
            <a:chExt cx="2743200" cy="690600"/>
          </a:xfrm>
        </p:grpSpPr>
        <p:sp>
          <p:nvSpPr>
            <p:cNvPr id="470" name="Google Shape;470;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1" name="Google Shape;471;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2" name="Google Shape;472;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73" name="Google Shape;473;p34"/>
          <p:cNvGrpSpPr/>
          <p:nvPr/>
        </p:nvGrpSpPr>
        <p:grpSpPr>
          <a:xfrm>
            <a:off x="2757415" y="1858996"/>
            <a:ext cx="313273" cy="74585"/>
            <a:chOff x="3655625" y="914400"/>
            <a:chExt cx="2743200" cy="690600"/>
          </a:xfrm>
        </p:grpSpPr>
        <p:sp>
          <p:nvSpPr>
            <p:cNvPr id="474" name="Google Shape;474;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5" name="Google Shape;475;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6" name="Google Shape;476;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77" name="Google Shape;477;p34"/>
          <p:cNvGrpSpPr/>
          <p:nvPr/>
        </p:nvGrpSpPr>
        <p:grpSpPr>
          <a:xfrm>
            <a:off x="3214615" y="1858996"/>
            <a:ext cx="313273" cy="74585"/>
            <a:chOff x="3655625" y="914400"/>
            <a:chExt cx="2743200" cy="690600"/>
          </a:xfrm>
        </p:grpSpPr>
        <p:sp>
          <p:nvSpPr>
            <p:cNvPr id="478" name="Google Shape;478;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9" name="Google Shape;479;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0" name="Google Shape;480;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81" name="Google Shape;481;p34"/>
          <p:cNvCxnSpPr>
            <a:stCxn id="474" idx="0"/>
          </p:cNvCxnSpPr>
          <p:nvPr/>
        </p:nvCxnSpPr>
        <p:spPr>
          <a:xfrm rot="10800000">
            <a:off x="2914052" y="1686196"/>
            <a:ext cx="0" cy="172800"/>
          </a:xfrm>
          <a:prstGeom prst="straightConnector1">
            <a:avLst/>
          </a:prstGeom>
          <a:noFill/>
          <a:ln cap="flat" cmpd="sng" w="9525">
            <a:solidFill>
              <a:schemeClr val="dk2"/>
            </a:solidFill>
            <a:prstDash val="solid"/>
            <a:round/>
            <a:headEnd len="med" w="med" type="none"/>
            <a:tailEnd len="med" w="med" type="none"/>
          </a:ln>
        </p:spPr>
      </p:cxnSp>
      <p:cxnSp>
        <p:nvCxnSpPr>
          <p:cNvPr id="482" name="Google Shape;482;p34"/>
          <p:cNvCxnSpPr>
            <a:stCxn id="478" idx="0"/>
          </p:cNvCxnSpPr>
          <p:nvPr/>
        </p:nvCxnSpPr>
        <p:spPr>
          <a:xfrm rot="10800000">
            <a:off x="3371252" y="1687696"/>
            <a:ext cx="0" cy="171300"/>
          </a:xfrm>
          <a:prstGeom prst="straightConnector1">
            <a:avLst/>
          </a:prstGeom>
          <a:noFill/>
          <a:ln cap="flat" cmpd="sng" w="9525">
            <a:solidFill>
              <a:schemeClr val="dk2"/>
            </a:solidFill>
            <a:prstDash val="solid"/>
            <a:round/>
            <a:headEnd len="med" w="med" type="none"/>
            <a:tailEnd len="med" w="med" type="none"/>
          </a:ln>
        </p:spPr>
      </p:cxnSp>
      <p:cxnSp>
        <p:nvCxnSpPr>
          <p:cNvPr id="483" name="Google Shape;483;p34"/>
          <p:cNvCxnSpPr>
            <a:stCxn id="458" idx="0"/>
            <a:endCxn id="470" idx="0"/>
          </p:cNvCxnSpPr>
          <p:nvPr/>
        </p:nvCxnSpPr>
        <p:spPr>
          <a:xfrm rot="5400000">
            <a:off x="3466465" y="371058"/>
            <a:ext cx="478200" cy="2497500"/>
          </a:xfrm>
          <a:prstGeom prst="bentConnector3">
            <a:avLst>
              <a:gd fmla="val -33802" name="adj1"/>
            </a:avLst>
          </a:prstGeom>
          <a:noFill/>
          <a:ln cap="flat" cmpd="sng" w="9525">
            <a:solidFill>
              <a:schemeClr val="dk2"/>
            </a:solidFill>
            <a:prstDash val="solid"/>
            <a:round/>
            <a:headEnd len="med" w="med" type="none"/>
            <a:tailEnd len="med" w="med" type="none"/>
          </a:ln>
        </p:spPr>
      </p:cxnSp>
      <p:cxnSp>
        <p:nvCxnSpPr>
          <p:cNvPr id="484" name="Google Shape;484;p34"/>
          <p:cNvCxnSpPr>
            <a:stCxn id="462" idx="0"/>
            <a:endCxn id="470" idx="0"/>
          </p:cNvCxnSpPr>
          <p:nvPr/>
        </p:nvCxnSpPr>
        <p:spPr>
          <a:xfrm rot="5400000">
            <a:off x="3691465" y="139054"/>
            <a:ext cx="485400" cy="2954700"/>
          </a:xfrm>
          <a:prstGeom prst="bentConnector3">
            <a:avLst>
              <a:gd fmla="val -25902" name="adj1"/>
            </a:avLst>
          </a:prstGeom>
          <a:noFill/>
          <a:ln cap="flat" cmpd="sng" w="9525">
            <a:solidFill>
              <a:schemeClr val="dk2"/>
            </a:solidFill>
            <a:prstDash val="solid"/>
            <a:round/>
            <a:headEnd len="med" w="med" type="none"/>
            <a:tailEnd len="med" w="med" type="none"/>
          </a:ln>
        </p:spPr>
      </p:cxnSp>
      <p:cxnSp>
        <p:nvCxnSpPr>
          <p:cNvPr id="485" name="Google Shape;485;p34"/>
          <p:cNvCxnSpPr>
            <a:stCxn id="466" idx="0"/>
            <a:endCxn id="470" idx="0"/>
          </p:cNvCxnSpPr>
          <p:nvPr/>
        </p:nvCxnSpPr>
        <p:spPr>
          <a:xfrm rot="5400000">
            <a:off x="3920065" y="-89546"/>
            <a:ext cx="485400" cy="3411900"/>
          </a:xfrm>
          <a:prstGeom prst="bentConnector3">
            <a:avLst>
              <a:gd fmla="val -18009" name="adj1"/>
            </a:avLst>
          </a:prstGeom>
          <a:noFill/>
          <a:ln cap="flat" cmpd="sng" w="9525">
            <a:solidFill>
              <a:schemeClr val="dk2"/>
            </a:solidFill>
            <a:prstDash val="solid"/>
            <a:round/>
            <a:headEnd len="med" w="med" type="none"/>
            <a:tailEnd len="med" w="med" type="none"/>
          </a:ln>
        </p:spPr>
      </p:cxnSp>
      <p:cxnSp>
        <p:nvCxnSpPr>
          <p:cNvPr id="486" name="Google Shape;486;p34"/>
          <p:cNvCxnSpPr>
            <a:stCxn id="474" idx="0"/>
          </p:cNvCxnSpPr>
          <p:nvPr/>
        </p:nvCxnSpPr>
        <p:spPr>
          <a:xfrm rot="10800000">
            <a:off x="2914052" y="1218196"/>
            <a:ext cx="0" cy="640800"/>
          </a:xfrm>
          <a:prstGeom prst="straightConnector1">
            <a:avLst/>
          </a:prstGeom>
          <a:noFill/>
          <a:ln cap="flat" cmpd="sng" w="9525">
            <a:solidFill>
              <a:schemeClr val="dk2"/>
            </a:solidFill>
            <a:prstDash val="solid"/>
            <a:round/>
            <a:headEnd len="med" w="med" type="none"/>
            <a:tailEnd len="med" w="med" type="none"/>
          </a:ln>
        </p:spPr>
      </p:cxnSp>
      <p:cxnSp>
        <p:nvCxnSpPr>
          <p:cNvPr id="487" name="Google Shape;487;p34"/>
          <p:cNvCxnSpPr>
            <a:stCxn id="478" idx="0"/>
          </p:cNvCxnSpPr>
          <p:nvPr/>
        </p:nvCxnSpPr>
        <p:spPr>
          <a:xfrm rot="10800000">
            <a:off x="3371252" y="1221796"/>
            <a:ext cx="0" cy="637200"/>
          </a:xfrm>
          <a:prstGeom prst="straightConnector1">
            <a:avLst/>
          </a:prstGeom>
          <a:noFill/>
          <a:ln cap="flat" cmpd="sng" w="9525">
            <a:solidFill>
              <a:schemeClr val="dk2"/>
            </a:solidFill>
            <a:prstDash val="solid"/>
            <a:round/>
            <a:headEnd len="med" w="med" type="none"/>
            <a:tailEnd len="med" w="med" type="none"/>
          </a:ln>
        </p:spPr>
      </p:cxnSp>
      <p:grpSp>
        <p:nvGrpSpPr>
          <p:cNvPr id="488" name="Google Shape;488;p34"/>
          <p:cNvGrpSpPr/>
          <p:nvPr/>
        </p:nvGrpSpPr>
        <p:grpSpPr>
          <a:xfrm rot="-5400000">
            <a:off x="2844981" y="2771949"/>
            <a:ext cx="109798" cy="26302"/>
            <a:chOff x="4885225" y="945750"/>
            <a:chExt cx="311926" cy="74700"/>
          </a:xfrm>
        </p:grpSpPr>
        <p:sp>
          <p:nvSpPr>
            <p:cNvPr id="489" name="Google Shape;489;p34"/>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0" name="Google Shape;490;p34"/>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1" name="Google Shape;491;p34"/>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492" name="Google Shape;492;p34"/>
          <p:cNvGrpSpPr/>
          <p:nvPr/>
        </p:nvGrpSpPr>
        <p:grpSpPr>
          <a:xfrm>
            <a:off x="4801103" y="722118"/>
            <a:ext cx="313273" cy="74585"/>
            <a:chOff x="3655625" y="914400"/>
            <a:chExt cx="2743200" cy="690600"/>
          </a:xfrm>
        </p:grpSpPr>
        <p:sp>
          <p:nvSpPr>
            <p:cNvPr id="493" name="Google Shape;493;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4" name="Google Shape;494;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5" name="Google Shape;495;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96" name="Google Shape;496;p34"/>
          <p:cNvGrpSpPr/>
          <p:nvPr/>
        </p:nvGrpSpPr>
        <p:grpSpPr>
          <a:xfrm>
            <a:off x="5258303" y="722118"/>
            <a:ext cx="313273" cy="74585"/>
            <a:chOff x="3655625" y="914400"/>
            <a:chExt cx="2743200" cy="690600"/>
          </a:xfrm>
        </p:grpSpPr>
        <p:sp>
          <p:nvSpPr>
            <p:cNvPr id="497" name="Google Shape;497;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8" name="Google Shape;498;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9" name="Google Shape;499;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00" name="Google Shape;500;p34"/>
          <p:cNvGrpSpPr/>
          <p:nvPr/>
        </p:nvGrpSpPr>
        <p:grpSpPr>
          <a:xfrm>
            <a:off x="5715503" y="722118"/>
            <a:ext cx="313273" cy="74585"/>
            <a:chOff x="3655625" y="914400"/>
            <a:chExt cx="2743200" cy="690600"/>
          </a:xfrm>
        </p:grpSpPr>
        <p:sp>
          <p:nvSpPr>
            <p:cNvPr id="501" name="Google Shape;501;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2" name="Google Shape;502;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3" name="Google Shape;503;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04" name="Google Shape;504;p34"/>
          <p:cNvSpPr txBox="1"/>
          <p:nvPr/>
        </p:nvSpPr>
        <p:spPr>
          <a:xfrm>
            <a:off x="6756797" y="737334"/>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Output is a sequence</a:t>
            </a:r>
            <a:endParaRPr i="1">
              <a:solidFill>
                <a:srgbClr val="A61C00"/>
              </a:solidFill>
              <a:latin typeface="Roboto"/>
              <a:ea typeface="Roboto"/>
              <a:cs typeface="Roboto"/>
              <a:sym typeface="Roboto"/>
            </a:endParaRPr>
          </a:p>
        </p:txBody>
      </p:sp>
      <p:cxnSp>
        <p:nvCxnSpPr>
          <p:cNvPr id="505" name="Google Shape;505;p34"/>
          <p:cNvCxnSpPr>
            <a:stCxn id="504" idx="0"/>
            <a:endCxn id="506" idx="3"/>
          </p:cNvCxnSpPr>
          <p:nvPr/>
        </p:nvCxnSpPr>
        <p:spPr>
          <a:xfrm rot="10800000">
            <a:off x="6656597" y="550134"/>
            <a:ext cx="1120200" cy="187200"/>
          </a:xfrm>
          <a:prstGeom prst="straightConnector1">
            <a:avLst/>
          </a:prstGeom>
          <a:noFill/>
          <a:ln cap="flat" cmpd="sng" w="9525">
            <a:solidFill>
              <a:schemeClr val="dk2"/>
            </a:solidFill>
            <a:prstDash val="solid"/>
            <a:round/>
            <a:headEnd len="med" w="med" type="none"/>
            <a:tailEnd len="med" w="med" type="triangle"/>
          </a:ln>
        </p:spPr>
      </p:cxnSp>
      <p:sp>
        <p:nvSpPr>
          <p:cNvPr id="507" name="Google Shape;507;p34"/>
          <p:cNvSpPr txBox="1"/>
          <p:nvPr/>
        </p:nvSpPr>
        <p:spPr>
          <a:xfrm>
            <a:off x="4719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508" name="Google Shape;508;p34"/>
          <p:cNvSpPr txBox="1"/>
          <p:nvPr/>
        </p:nvSpPr>
        <p:spPr>
          <a:xfrm>
            <a:off x="5244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509" name="Google Shape;509;p34"/>
          <p:cNvSpPr txBox="1"/>
          <p:nvPr/>
        </p:nvSpPr>
        <p:spPr>
          <a:xfrm>
            <a:off x="5659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sp>
        <p:nvSpPr>
          <p:cNvPr id="510" name="Google Shape;510;p34"/>
          <p:cNvSpPr txBox="1"/>
          <p:nvPr/>
        </p:nvSpPr>
        <p:spPr>
          <a:xfrm>
            <a:off x="226472" y="751990"/>
            <a:ext cx="2592900" cy="5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Cross attention only attends to the final layer activation</a:t>
            </a:r>
            <a:endParaRPr i="1">
              <a:solidFill>
                <a:srgbClr val="A61C00"/>
              </a:solidFill>
              <a:latin typeface="Roboto"/>
              <a:ea typeface="Roboto"/>
              <a:cs typeface="Roboto"/>
              <a:sym typeface="Roboto"/>
            </a:endParaRPr>
          </a:p>
        </p:txBody>
      </p:sp>
      <p:cxnSp>
        <p:nvCxnSpPr>
          <p:cNvPr id="511" name="Google Shape;511;p34"/>
          <p:cNvCxnSpPr>
            <a:stCxn id="510" idx="2"/>
          </p:cNvCxnSpPr>
          <p:nvPr/>
        </p:nvCxnSpPr>
        <p:spPr>
          <a:xfrm>
            <a:off x="1522922" y="1269790"/>
            <a:ext cx="812400" cy="247500"/>
          </a:xfrm>
          <a:prstGeom prst="straightConnector1">
            <a:avLst/>
          </a:prstGeom>
          <a:noFill/>
          <a:ln cap="flat" cmpd="sng" w="9525">
            <a:solidFill>
              <a:schemeClr val="dk2"/>
            </a:solidFill>
            <a:prstDash val="solid"/>
            <a:round/>
            <a:headEnd len="med" w="med" type="none"/>
            <a:tailEnd len="med" w="med" type="triangle"/>
          </a:ln>
        </p:spPr>
      </p:cxnSp>
      <p:grpSp>
        <p:nvGrpSpPr>
          <p:cNvPr id="512" name="Google Shape;512;p34"/>
          <p:cNvGrpSpPr/>
          <p:nvPr/>
        </p:nvGrpSpPr>
        <p:grpSpPr>
          <a:xfrm>
            <a:off x="6169403" y="3955308"/>
            <a:ext cx="313273" cy="74585"/>
            <a:chOff x="3655625" y="914400"/>
            <a:chExt cx="2743200" cy="690600"/>
          </a:xfrm>
        </p:grpSpPr>
        <p:sp>
          <p:nvSpPr>
            <p:cNvPr id="513" name="Google Shape;513;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4" name="Google Shape;514;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5" name="Google Shape;515;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16" name="Google Shape;516;p34"/>
          <p:cNvGrpSpPr/>
          <p:nvPr/>
        </p:nvGrpSpPr>
        <p:grpSpPr>
          <a:xfrm>
            <a:off x="6169403" y="3498108"/>
            <a:ext cx="313273" cy="74585"/>
            <a:chOff x="3655625" y="914400"/>
            <a:chExt cx="2743200" cy="690600"/>
          </a:xfrm>
        </p:grpSpPr>
        <p:sp>
          <p:nvSpPr>
            <p:cNvPr id="517" name="Google Shape;517;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8" name="Google Shape;518;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9" name="Google Shape;519;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20" name="Google Shape;520;p34"/>
          <p:cNvCxnSpPr>
            <a:stCxn id="417" idx="0"/>
            <a:endCxn id="517" idx="2"/>
          </p:cNvCxnSpPr>
          <p:nvPr/>
        </p:nvCxnSpPr>
        <p:spPr>
          <a:xfrm flipH="1" rot="10800000">
            <a:off x="4954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21" name="Google Shape;521;p34"/>
          <p:cNvCxnSpPr>
            <a:stCxn id="422" idx="0"/>
            <a:endCxn id="517" idx="2"/>
          </p:cNvCxnSpPr>
          <p:nvPr/>
        </p:nvCxnSpPr>
        <p:spPr>
          <a:xfrm flipH="1" rot="10800000">
            <a:off x="5411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22" name="Google Shape;522;p34"/>
          <p:cNvCxnSpPr>
            <a:stCxn id="427" idx="0"/>
            <a:endCxn id="517" idx="2"/>
          </p:cNvCxnSpPr>
          <p:nvPr/>
        </p:nvCxnSpPr>
        <p:spPr>
          <a:xfrm flipH="1" rot="10800000">
            <a:off x="5868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23" name="Google Shape;523;p34"/>
          <p:cNvCxnSpPr>
            <a:stCxn id="513" idx="0"/>
            <a:endCxn id="517" idx="2"/>
          </p:cNvCxnSpPr>
          <p:nvPr/>
        </p:nvCxnSpPr>
        <p:spPr>
          <a:xfrm rot="10800000">
            <a:off x="6326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524" name="Google Shape;524;p34"/>
          <p:cNvSpPr/>
          <p:nvPr/>
        </p:nvSpPr>
        <p:spPr>
          <a:xfrm>
            <a:off x="4744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525" name="Google Shape;525;p34"/>
          <p:cNvGrpSpPr/>
          <p:nvPr/>
        </p:nvGrpSpPr>
        <p:grpSpPr>
          <a:xfrm>
            <a:off x="4801103" y="2801514"/>
            <a:ext cx="313273" cy="74585"/>
            <a:chOff x="3655625" y="914400"/>
            <a:chExt cx="2743200" cy="690600"/>
          </a:xfrm>
        </p:grpSpPr>
        <p:sp>
          <p:nvSpPr>
            <p:cNvPr id="526" name="Google Shape;526;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7" name="Google Shape;527;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8" name="Google Shape;528;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9" name="Google Shape;529;p34"/>
          <p:cNvGrpSpPr/>
          <p:nvPr/>
        </p:nvGrpSpPr>
        <p:grpSpPr>
          <a:xfrm>
            <a:off x="5258303" y="2801514"/>
            <a:ext cx="313273" cy="74585"/>
            <a:chOff x="3655625" y="914400"/>
            <a:chExt cx="2743200" cy="690600"/>
          </a:xfrm>
        </p:grpSpPr>
        <p:sp>
          <p:nvSpPr>
            <p:cNvPr id="530" name="Google Shape;530;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1" name="Google Shape;531;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2" name="Google Shape;532;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33" name="Google Shape;533;p34"/>
          <p:cNvGrpSpPr/>
          <p:nvPr/>
        </p:nvGrpSpPr>
        <p:grpSpPr>
          <a:xfrm>
            <a:off x="5715503" y="2801514"/>
            <a:ext cx="313273" cy="74585"/>
            <a:chOff x="3655625" y="914400"/>
            <a:chExt cx="2743200" cy="690600"/>
          </a:xfrm>
        </p:grpSpPr>
        <p:sp>
          <p:nvSpPr>
            <p:cNvPr id="534" name="Google Shape;534;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5" name="Google Shape;535;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6" name="Google Shape;536;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37" name="Google Shape;537;p34"/>
          <p:cNvGrpSpPr/>
          <p:nvPr/>
        </p:nvGrpSpPr>
        <p:grpSpPr>
          <a:xfrm>
            <a:off x="4801103" y="2580063"/>
            <a:ext cx="313273" cy="74585"/>
            <a:chOff x="3655625" y="914400"/>
            <a:chExt cx="2743200" cy="690600"/>
          </a:xfrm>
        </p:grpSpPr>
        <p:sp>
          <p:nvSpPr>
            <p:cNvPr id="538" name="Google Shape;538;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9" name="Google Shape;539;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1" name="Google Shape;541;p34"/>
          <p:cNvGrpSpPr/>
          <p:nvPr/>
        </p:nvGrpSpPr>
        <p:grpSpPr>
          <a:xfrm>
            <a:off x="5258303" y="2580063"/>
            <a:ext cx="313273" cy="74585"/>
            <a:chOff x="3655625" y="914400"/>
            <a:chExt cx="2743200" cy="690600"/>
          </a:xfrm>
        </p:grpSpPr>
        <p:sp>
          <p:nvSpPr>
            <p:cNvPr id="542" name="Google Shape;542;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3" name="Google Shape;543;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4" name="Google Shape;544;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5" name="Google Shape;545;p34"/>
          <p:cNvGrpSpPr/>
          <p:nvPr/>
        </p:nvGrpSpPr>
        <p:grpSpPr>
          <a:xfrm>
            <a:off x="5715503" y="2580063"/>
            <a:ext cx="313273" cy="74585"/>
            <a:chOff x="3655625" y="914400"/>
            <a:chExt cx="2743200" cy="690600"/>
          </a:xfrm>
        </p:grpSpPr>
        <p:sp>
          <p:nvSpPr>
            <p:cNvPr id="546" name="Google Shape;546;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7" name="Google Shape;547;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8" name="Google Shape;548;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49" name="Google Shape;549;p34"/>
          <p:cNvCxnSpPr>
            <a:stCxn id="526" idx="0"/>
            <a:endCxn id="538" idx="2"/>
          </p:cNvCxnSpPr>
          <p:nvPr/>
        </p:nvCxnSpPr>
        <p:spPr>
          <a:xfrm rot="10800000">
            <a:off x="4957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50" name="Google Shape;550;p34"/>
          <p:cNvCxnSpPr>
            <a:stCxn id="534" idx="0"/>
            <a:endCxn id="546" idx="2"/>
          </p:cNvCxnSpPr>
          <p:nvPr/>
        </p:nvCxnSpPr>
        <p:spPr>
          <a:xfrm rot="10800000">
            <a:off x="5872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51" name="Google Shape;551;p34"/>
          <p:cNvCxnSpPr>
            <a:stCxn id="530" idx="0"/>
            <a:endCxn id="542" idx="2"/>
          </p:cNvCxnSpPr>
          <p:nvPr/>
        </p:nvCxnSpPr>
        <p:spPr>
          <a:xfrm rot="10800000">
            <a:off x="5414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52" name="Google Shape;552;p34"/>
          <p:cNvGrpSpPr/>
          <p:nvPr/>
        </p:nvGrpSpPr>
        <p:grpSpPr>
          <a:xfrm>
            <a:off x="6172703" y="2804397"/>
            <a:ext cx="313273" cy="74585"/>
            <a:chOff x="3655625" y="914400"/>
            <a:chExt cx="2743200" cy="690600"/>
          </a:xfrm>
        </p:grpSpPr>
        <p:sp>
          <p:nvSpPr>
            <p:cNvPr id="553" name="Google Shape;553;p3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4" name="Google Shape;554;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5" name="Google Shape;555;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56" name="Google Shape;556;p34"/>
          <p:cNvGrpSpPr/>
          <p:nvPr/>
        </p:nvGrpSpPr>
        <p:grpSpPr>
          <a:xfrm>
            <a:off x="6172703" y="2576499"/>
            <a:ext cx="313273" cy="74585"/>
            <a:chOff x="3655625" y="914400"/>
            <a:chExt cx="2743200" cy="690600"/>
          </a:xfrm>
        </p:grpSpPr>
        <p:sp>
          <p:nvSpPr>
            <p:cNvPr id="557" name="Google Shape;557;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8" name="Google Shape;558;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9" name="Google Shape;559;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60" name="Google Shape;560;p34"/>
          <p:cNvCxnSpPr>
            <a:stCxn id="553" idx="0"/>
            <a:endCxn id="557" idx="2"/>
          </p:cNvCxnSpPr>
          <p:nvPr/>
        </p:nvCxnSpPr>
        <p:spPr>
          <a:xfrm rot="10800000">
            <a:off x="6329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561" name="Google Shape;561;p34"/>
          <p:cNvSpPr txBox="1"/>
          <p:nvPr/>
        </p:nvSpPr>
        <p:spPr>
          <a:xfrm>
            <a:off x="4658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562" name="Google Shape;562;p34"/>
          <p:cNvGrpSpPr/>
          <p:nvPr/>
        </p:nvGrpSpPr>
        <p:grpSpPr>
          <a:xfrm>
            <a:off x="6169266" y="722118"/>
            <a:ext cx="313273" cy="74585"/>
            <a:chOff x="3655625" y="914400"/>
            <a:chExt cx="2743200" cy="690600"/>
          </a:xfrm>
        </p:grpSpPr>
        <p:sp>
          <p:nvSpPr>
            <p:cNvPr id="563" name="Google Shape;563;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4" name="Google Shape;564;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5" name="Google Shape;565;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06" name="Google Shape;506;p34"/>
          <p:cNvSpPr txBox="1"/>
          <p:nvPr/>
        </p:nvSpPr>
        <p:spPr>
          <a:xfrm>
            <a:off x="6084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sp>
        <p:nvSpPr>
          <p:cNvPr id="566" name="Google Shape;566;p34"/>
          <p:cNvSpPr txBox="1"/>
          <p:nvPr/>
        </p:nvSpPr>
        <p:spPr>
          <a:xfrm>
            <a:off x="580075" y="3043525"/>
            <a:ext cx="1333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Bidirectional self-attention</a:t>
            </a:r>
            <a:endParaRPr i="1">
              <a:solidFill>
                <a:srgbClr val="A61C00"/>
              </a:solidFill>
              <a:latin typeface="Roboto"/>
              <a:ea typeface="Roboto"/>
              <a:cs typeface="Roboto"/>
              <a:sym typeface="Roboto"/>
            </a:endParaRPr>
          </a:p>
        </p:txBody>
      </p:sp>
      <p:cxnSp>
        <p:nvCxnSpPr>
          <p:cNvPr id="567" name="Google Shape;567;p34"/>
          <p:cNvCxnSpPr>
            <a:stCxn id="566" idx="3"/>
            <a:endCxn id="347" idx="1"/>
          </p:cNvCxnSpPr>
          <p:nvPr/>
        </p:nvCxnSpPr>
        <p:spPr>
          <a:xfrm>
            <a:off x="1913575" y="3329875"/>
            <a:ext cx="333600" cy="382200"/>
          </a:xfrm>
          <a:prstGeom prst="straightConnector1">
            <a:avLst/>
          </a:prstGeom>
          <a:noFill/>
          <a:ln cap="flat" cmpd="sng" w="9525">
            <a:solidFill>
              <a:schemeClr val="dk2"/>
            </a:solidFill>
            <a:prstDash val="solid"/>
            <a:round/>
            <a:headEnd len="med" w="med" type="none"/>
            <a:tailEnd len="med" w="med" type="triangle"/>
          </a:ln>
        </p:spPr>
      </p:cxnSp>
      <p:sp>
        <p:nvSpPr>
          <p:cNvPr id="568" name="Google Shape;568;p34"/>
          <p:cNvSpPr txBox="1"/>
          <p:nvPr/>
        </p:nvSpPr>
        <p:spPr>
          <a:xfrm>
            <a:off x="6852847" y="3796056"/>
            <a:ext cx="18882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Causal self-attention</a:t>
            </a:r>
            <a:endParaRPr i="1">
              <a:solidFill>
                <a:srgbClr val="A61C00"/>
              </a:solidFill>
              <a:latin typeface="Roboto"/>
              <a:ea typeface="Roboto"/>
              <a:cs typeface="Roboto"/>
              <a:sym typeface="Roboto"/>
            </a:endParaRPr>
          </a:p>
        </p:txBody>
      </p:sp>
      <p:cxnSp>
        <p:nvCxnSpPr>
          <p:cNvPr id="569" name="Google Shape;569;p34"/>
          <p:cNvCxnSpPr>
            <a:stCxn id="568" idx="1"/>
            <a:endCxn id="415" idx="3"/>
          </p:cNvCxnSpPr>
          <p:nvPr/>
        </p:nvCxnSpPr>
        <p:spPr>
          <a:xfrm rot="10800000">
            <a:off x="6560047" y="3763356"/>
            <a:ext cx="292800" cy="234000"/>
          </a:xfrm>
          <a:prstGeom prst="straightConnector1">
            <a:avLst/>
          </a:prstGeom>
          <a:noFill/>
          <a:ln cap="flat" cmpd="sng" w="9525">
            <a:solidFill>
              <a:schemeClr val="dk2"/>
            </a:solidFill>
            <a:prstDash val="solid"/>
            <a:round/>
            <a:headEnd len="med" w="med" type="none"/>
            <a:tailEnd len="med" w="med" type="triangle"/>
          </a:ln>
        </p:spPr>
      </p:cxnSp>
      <p:grpSp>
        <p:nvGrpSpPr>
          <p:cNvPr id="570" name="Google Shape;570;p34"/>
          <p:cNvGrpSpPr/>
          <p:nvPr/>
        </p:nvGrpSpPr>
        <p:grpSpPr>
          <a:xfrm>
            <a:off x="6169278" y="1373704"/>
            <a:ext cx="313273" cy="74585"/>
            <a:chOff x="3655625" y="914400"/>
            <a:chExt cx="2743200" cy="690600"/>
          </a:xfrm>
        </p:grpSpPr>
        <p:sp>
          <p:nvSpPr>
            <p:cNvPr id="571" name="Google Shape;571;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2" name="Google Shape;572;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3" name="Google Shape;573;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74" name="Google Shape;574;p34"/>
          <p:cNvCxnSpPr>
            <a:stCxn id="571" idx="0"/>
            <a:endCxn id="470" idx="0"/>
          </p:cNvCxnSpPr>
          <p:nvPr/>
        </p:nvCxnSpPr>
        <p:spPr>
          <a:xfrm rot="5400000">
            <a:off x="4148665" y="-318146"/>
            <a:ext cx="485400" cy="3869100"/>
          </a:xfrm>
          <a:prstGeom prst="bentConnector3">
            <a:avLst>
              <a:gd fmla="val -11875" name="adj1"/>
            </a:avLst>
          </a:prstGeom>
          <a:noFill/>
          <a:ln cap="flat" cmpd="sng" w="9525">
            <a:solidFill>
              <a:schemeClr val="dk2"/>
            </a:solidFill>
            <a:prstDash val="solid"/>
            <a:round/>
            <a:headEnd len="med" w="med" type="none"/>
            <a:tailEnd len="med" w="med" type="none"/>
          </a:ln>
        </p:spPr>
      </p:cxnSp>
      <p:sp>
        <p:nvSpPr>
          <p:cNvPr id="575" name="Google Shape;575;p34"/>
          <p:cNvSpPr/>
          <p:nvPr/>
        </p:nvSpPr>
        <p:spPr>
          <a:xfrm>
            <a:off x="4761897" y="3189900"/>
            <a:ext cx="1798200" cy="1917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576" name="Google Shape;576;p34"/>
          <p:cNvGrpSpPr/>
          <p:nvPr/>
        </p:nvGrpSpPr>
        <p:grpSpPr>
          <a:xfrm>
            <a:off x="5268678" y="3253799"/>
            <a:ext cx="313273" cy="74585"/>
            <a:chOff x="3655625" y="914400"/>
            <a:chExt cx="2743200" cy="690600"/>
          </a:xfrm>
        </p:grpSpPr>
        <p:sp>
          <p:nvSpPr>
            <p:cNvPr id="577" name="Google Shape;577;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8" name="Google Shape;578;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9" name="Google Shape;579;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0" name="Google Shape;580;p34"/>
          <p:cNvGrpSpPr/>
          <p:nvPr/>
        </p:nvGrpSpPr>
        <p:grpSpPr>
          <a:xfrm>
            <a:off x="5725878" y="3253799"/>
            <a:ext cx="313273" cy="74585"/>
            <a:chOff x="3655625" y="914400"/>
            <a:chExt cx="2743200" cy="690600"/>
          </a:xfrm>
        </p:grpSpPr>
        <p:sp>
          <p:nvSpPr>
            <p:cNvPr id="581" name="Google Shape;581;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2" name="Google Shape;582;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3" name="Google Shape;583;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4" name="Google Shape;584;p34"/>
          <p:cNvGrpSpPr/>
          <p:nvPr/>
        </p:nvGrpSpPr>
        <p:grpSpPr>
          <a:xfrm>
            <a:off x="6183078" y="3253799"/>
            <a:ext cx="313273" cy="74585"/>
            <a:chOff x="3655625" y="914400"/>
            <a:chExt cx="2743200" cy="690600"/>
          </a:xfrm>
        </p:grpSpPr>
        <p:sp>
          <p:nvSpPr>
            <p:cNvPr id="585" name="Google Shape;585;p3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6" name="Google Shape;586;p3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7" name="Google Shape;587;p3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8" name="Google Shape;588;p34"/>
          <p:cNvGrpSpPr/>
          <p:nvPr/>
        </p:nvGrpSpPr>
        <p:grpSpPr>
          <a:xfrm>
            <a:off x="4811478" y="3253799"/>
            <a:ext cx="313200" cy="74700"/>
            <a:chOff x="5335131" y="2757062"/>
            <a:chExt cx="313200" cy="74700"/>
          </a:xfrm>
        </p:grpSpPr>
        <p:sp>
          <p:nvSpPr>
            <p:cNvPr id="589" name="Google Shape;589;p34"/>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0" name="Google Shape;590;p34"/>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591" name="Google Shape;591;p34"/>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sp>
        <p:nvSpPr>
          <p:cNvPr id="592" name="Google Shape;592;p34"/>
          <p:cNvSpPr/>
          <p:nvPr/>
        </p:nvSpPr>
        <p:spPr>
          <a:xfrm>
            <a:off x="2461297" y="1763100"/>
            <a:ext cx="2516450" cy="1483863"/>
          </a:xfrm>
          <a:custGeom>
            <a:rect b="b" l="l" r="r" t="t"/>
            <a:pathLst>
              <a:path extrusionOk="0" h="51407" w="100658">
                <a:moveTo>
                  <a:pt x="100658" y="51407"/>
                </a:moveTo>
                <a:lnTo>
                  <a:pt x="100658" y="47065"/>
                </a:lnTo>
                <a:lnTo>
                  <a:pt x="57655" y="47065"/>
                </a:lnTo>
                <a:lnTo>
                  <a:pt x="57655" y="0"/>
                </a:lnTo>
                <a:lnTo>
                  <a:pt x="0" y="0"/>
                </a:lnTo>
                <a:lnTo>
                  <a:pt x="0" y="4007"/>
                </a:lnTo>
              </a:path>
            </a:pathLst>
          </a:custGeom>
          <a:noFill/>
          <a:ln cap="flat" cmpd="sng" w="9525">
            <a:solidFill>
              <a:schemeClr val="dk2"/>
            </a:solidFill>
            <a:prstDash val="solid"/>
            <a:round/>
            <a:headEnd len="med" w="med" type="none"/>
            <a:tailEnd len="med" w="med" type="none"/>
          </a:ln>
        </p:spPr>
      </p:sp>
      <p:sp>
        <p:nvSpPr>
          <p:cNvPr id="593" name="Google Shape;593;p34"/>
          <p:cNvSpPr/>
          <p:nvPr/>
        </p:nvSpPr>
        <p:spPr>
          <a:xfrm>
            <a:off x="2463447" y="1700775"/>
            <a:ext cx="2974125" cy="1553012"/>
          </a:xfrm>
          <a:custGeom>
            <a:rect b="b" l="l" r="r" t="t"/>
            <a:pathLst>
              <a:path extrusionOk="0" h="53910" w="118965">
                <a:moveTo>
                  <a:pt x="118965" y="53910"/>
                </a:moveTo>
                <a:lnTo>
                  <a:pt x="118965" y="47430"/>
                </a:lnTo>
                <a:lnTo>
                  <a:pt x="60130" y="47430"/>
                </a:lnTo>
                <a:lnTo>
                  <a:pt x="60130" y="0"/>
                </a:lnTo>
                <a:lnTo>
                  <a:pt x="0" y="0"/>
                </a:lnTo>
              </a:path>
            </a:pathLst>
          </a:custGeom>
          <a:noFill/>
          <a:ln cap="flat" cmpd="sng" w="9525">
            <a:solidFill>
              <a:schemeClr val="dk2"/>
            </a:solidFill>
            <a:prstDash val="solid"/>
            <a:round/>
            <a:headEnd len="med" w="med" type="none"/>
            <a:tailEnd len="med" w="med" type="none"/>
          </a:ln>
        </p:spPr>
      </p:sp>
      <p:sp>
        <p:nvSpPr>
          <p:cNvPr id="594" name="Google Shape;594;p34"/>
          <p:cNvSpPr/>
          <p:nvPr/>
        </p:nvSpPr>
        <p:spPr>
          <a:xfrm>
            <a:off x="2469922" y="1629500"/>
            <a:ext cx="3421225" cy="1624358"/>
          </a:xfrm>
          <a:custGeom>
            <a:rect b="b" l="l" r="r" t="t"/>
            <a:pathLst>
              <a:path extrusionOk="0" h="56761" w="136849">
                <a:moveTo>
                  <a:pt x="136849" y="56761"/>
                </a:moveTo>
                <a:lnTo>
                  <a:pt x="136849" y="48726"/>
                </a:lnTo>
                <a:lnTo>
                  <a:pt x="62204" y="48726"/>
                </a:lnTo>
                <a:lnTo>
                  <a:pt x="62204" y="0"/>
                </a:lnTo>
                <a:lnTo>
                  <a:pt x="0" y="0"/>
                </a:lnTo>
              </a:path>
            </a:pathLst>
          </a:custGeom>
          <a:noFill/>
          <a:ln cap="flat" cmpd="sng" w="9525">
            <a:solidFill>
              <a:schemeClr val="dk2"/>
            </a:solidFill>
            <a:prstDash val="solid"/>
            <a:round/>
            <a:headEnd len="med" w="med" type="none"/>
            <a:tailEnd len="med" w="med" type="none"/>
          </a:ln>
        </p:spPr>
      </p:sp>
      <p:sp>
        <p:nvSpPr>
          <p:cNvPr id="595" name="Google Shape;595;p34"/>
          <p:cNvSpPr/>
          <p:nvPr/>
        </p:nvSpPr>
        <p:spPr>
          <a:xfrm>
            <a:off x="2463447" y="1564700"/>
            <a:ext cx="3887750" cy="1682212"/>
          </a:xfrm>
          <a:custGeom>
            <a:rect b="b" l="l" r="r" t="t"/>
            <a:pathLst>
              <a:path extrusionOk="0" h="59353" w="155510">
                <a:moveTo>
                  <a:pt x="155510" y="59353"/>
                </a:moveTo>
                <a:lnTo>
                  <a:pt x="155510" y="50281"/>
                </a:lnTo>
                <a:lnTo>
                  <a:pt x="64536" y="50281"/>
                </a:lnTo>
                <a:lnTo>
                  <a:pt x="64536" y="0"/>
                </a:lnTo>
                <a:lnTo>
                  <a:pt x="0" y="0"/>
                </a:lnTo>
              </a:path>
            </a:pathLst>
          </a:custGeom>
          <a:noFill/>
          <a:ln cap="flat" cmpd="sng" w="9525">
            <a:solidFill>
              <a:schemeClr val="dk2"/>
            </a:solidFill>
            <a:prstDash val="solid"/>
            <a:round/>
            <a:headEnd len="med" w="med" type="none"/>
            <a:tailEnd len="med" w="med" type="none"/>
          </a:ln>
        </p:spPr>
      </p:sp>
      <p:sp>
        <p:nvSpPr>
          <p:cNvPr id="596" name="Google Shape;596;p34"/>
          <p:cNvSpPr txBox="1"/>
          <p:nvPr/>
        </p:nvSpPr>
        <p:spPr>
          <a:xfrm>
            <a:off x="6850649" y="2487800"/>
            <a:ext cx="2185200" cy="6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Cross-attention connects encoder and decoder</a:t>
            </a:r>
            <a:endParaRPr i="1">
              <a:solidFill>
                <a:srgbClr val="A61C00"/>
              </a:solidFill>
              <a:latin typeface="Roboto"/>
              <a:ea typeface="Roboto"/>
              <a:cs typeface="Roboto"/>
              <a:sym typeface="Roboto"/>
            </a:endParaRPr>
          </a:p>
        </p:txBody>
      </p:sp>
      <p:cxnSp>
        <p:nvCxnSpPr>
          <p:cNvPr id="597" name="Google Shape;597;p34"/>
          <p:cNvCxnSpPr>
            <a:stCxn id="596" idx="1"/>
            <a:endCxn id="575" idx="3"/>
          </p:cNvCxnSpPr>
          <p:nvPr/>
        </p:nvCxnSpPr>
        <p:spPr>
          <a:xfrm flipH="1">
            <a:off x="6559949" y="2810300"/>
            <a:ext cx="290700" cy="475500"/>
          </a:xfrm>
          <a:prstGeom prst="straightConnector1">
            <a:avLst/>
          </a:prstGeom>
          <a:noFill/>
          <a:ln cap="flat" cmpd="sng" w="9525">
            <a:solidFill>
              <a:schemeClr val="dk2"/>
            </a:solidFill>
            <a:prstDash val="solid"/>
            <a:round/>
            <a:headEnd len="med" w="med" type="none"/>
            <a:tailEnd len="med" w="med" type="triangle"/>
          </a:ln>
        </p:spPr>
      </p:cxnSp>
      <p:sp>
        <p:nvSpPr>
          <p:cNvPr id="598" name="Google Shape;598;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35"/>
          <p:cNvSpPr/>
          <p:nvPr/>
        </p:nvSpPr>
        <p:spPr>
          <a:xfrm>
            <a:off x="2063272" y="1948750"/>
            <a:ext cx="1676100" cy="26493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604" name="Google Shape;604;p35"/>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Encoder-decoder</a:t>
            </a:r>
            <a:endParaRPr/>
          </a:p>
        </p:txBody>
      </p:sp>
      <p:sp>
        <p:nvSpPr>
          <p:cNvPr id="605" name="Google Shape;605;p35"/>
          <p:cNvSpPr/>
          <p:nvPr/>
        </p:nvSpPr>
        <p:spPr>
          <a:xfrm>
            <a:off x="2159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606" name="Google Shape;606;p35"/>
          <p:cNvSpPr/>
          <p:nvPr/>
        </p:nvSpPr>
        <p:spPr>
          <a:xfrm>
            <a:off x="2226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607" name="Google Shape;607;p35"/>
          <p:cNvSpPr/>
          <p:nvPr/>
        </p:nvSpPr>
        <p:spPr>
          <a:xfrm>
            <a:off x="2247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08" name="Google Shape;608;p35"/>
          <p:cNvGrpSpPr/>
          <p:nvPr/>
        </p:nvGrpSpPr>
        <p:grpSpPr>
          <a:xfrm>
            <a:off x="2283203" y="3903853"/>
            <a:ext cx="313273" cy="74585"/>
            <a:chOff x="3655625" y="914400"/>
            <a:chExt cx="2743200" cy="690600"/>
          </a:xfrm>
        </p:grpSpPr>
        <p:sp>
          <p:nvSpPr>
            <p:cNvPr id="609" name="Google Shape;609;p3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0" name="Google Shape;610;p3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1" name="Google Shape;611;p3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12" name="Google Shape;612;p35"/>
          <p:cNvSpPr txBox="1"/>
          <p:nvPr/>
        </p:nvSpPr>
        <p:spPr>
          <a:xfrm>
            <a:off x="2204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613" name="Google Shape;613;p35"/>
          <p:cNvGrpSpPr/>
          <p:nvPr/>
        </p:nvGrpSpPr>
        <p:grpSpPr>
          <a:xfrm>
            <a:off x="2740403" y="3903853"/>
            <a:ext cx="313273" cy="74585"/>
            <a:chOff x="3655625" y="914400"/>
            <a:chExt cx="2743200" cy="690600"/>
          </a:xfrm>
        </p:grpSpPr>
        <p:sp>
          <p:nvSpPr>
            <p:cNvPr id="614" name="Google Shape;614;p3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5" name="Google Shape;615;p3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6" name="Google Shape;616;p3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17" name="Google Shape;617;p35"/>
          <p:cNvSpPr txBox="1"/>
          <p:nvPr/>
        </p:nvSpPr>
        <p:spPr>
          <a:xfrm>
            <a:off x="2737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618" name="Google Shape;618;p35"/>
          <p:cNvGrpSpPr/>
          <p:nvPr/>
        </p:nvGrpSpPr>
        <p:grpSpPr>
          <a:xfrm>
            <a:off x="3197603" y="3903853"/>
            <a:ext cx="313273" cy="74585"/>
            <a:chOff x="3655625" y="914400"/>
            <a:chExt cx="2743200" cy="690600"/>
          </a:xfrm>
        </p:grpSpPr>
        <p:sp>
          <p:nvSpPr>
            <p:cNvPr id="619" name="Google Shape;619;p3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0" name="Google Shape;620;p3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1" name="Google Shape;621;p3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22" name="Google Shape;622;p35"/>
          <p:cNvSpPr txBox="1"/>
          <p:nvPr/>
        </p:nvSpPr>
        <p:spPr>
          <a:xfrm>
            <a:off x="3113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623" name="Google Shape;623;p35"/>
          <p:cNvGrpSpPr/>
          <p:nvPr/>
        </p:nvGrpSpPr>
        <p:grpSpPr>
          <a:xfrm>
            <a:off x="2283203" y="3446653"/>
            <a:ext cx="313273" cy="74585"/>
            <a:chOff x="3655625" y="914400"/>
            <a:chExt cx="2743200" cy="690600"/>
          </a:xfrm>
        </p:grpSpPr>
        <p:sp>
          <p:nvSpPr>
            <p:cNvPr id="624" name="Google Shape;624;p3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5" name="Google Shape;625;p3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6" name="Google Shape;626;p3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27" name="Google Shape;627;p35"/>
          <p:cNvGrpSpPr/>
          <p:nvPr/>
        </p:nvGrpSpPr>
        <p:grpSpPr>
          <a:xfrm>
            <a:off x="2740403" y="3446653"/>
            <a:ext cx="313273" cy="74585"/>
            <a:chOff x="3655625" y="914400"/>
            <a:chExt cx="2743200" cy="690600"/>
          </a:xfrm>
        </p:grpSpPr>
        <p:sp>
          <p:nvSpPr>
            <p:cNvPr id="628" name="Google Shape;628;p3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9" name="Google Shape;629;p3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0" name="Google Shape;630;p3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1" name="Google Shape;631;p35"/>
          <p:cNvGrpSpPr/>
          <p:nvPr/>
        </p:nvGrpSpPr>
        <p:grpSpPr>
          <a:xfrm>
            <a:off x="3197603" y="3446653"/>
            <a:ext cx="313273" cy="74585"/>
            <a:chOff x="3655625" y="914400"/>
            <a:chExt cx="2743200" cy="690600"/>
          </a:xfrm>
        </p:grpSpPr>
        <p:sp>
          <p:nvSpPr>
            <p:cNvPr id="632" name="Google Shape;632;p3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3" name="Google Shape;633;p3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4" name="Google Shape;634;p3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35" name="Google Shape;635;p35"/>
          <p:cNvCxnSpPr>
            <a:stCxn id="614" idx="0"/>
            <a:endCxn id="624" idx="2"/>
          </p:cNvCxnSpPr>
          <p:nvPr/>
        </p:nvCxnSpPr>
        <p:spPr>
          <a:xfrm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36" name="Google Shape;636;p35"/>
          <p:cNvCxnSpPr>
            <a:stCxn id="619" idx="0"/>
          </p:cNvCxnSpPr>
          <p:nvPr/>
        </p:nvCxnSpPr>
        <p:spPr>
          <a:xfrm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37" name="Google Shape;637;p35"/>
          <p:cNvCxnSpPr>
            <a:stCxn id="609" idx="0"/>
          </p:cNvCxnSpPr>
          <p:nvPr/>
        </p:nvCxnSpPr>
        <p:spPr>
          <a:xfrm rot="10800000">
            <a:off x="2439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38" name="Google Shape;638;p35"/>
          <p:cNvCxnSpPr>
            <a:stCxn id="609" idx="0"/>
            <a:endCxn id="628" idx="2"/>
          </p:cNvCxnSpPr>
          <p:nvPr/>
        </p:nvCxnSpPr>
        <p:spPr>
          <a:xfrm flipH="1"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39" name="Google Shape;639;p35"/>
          <p:cNvCxnSpPr>
            <a:stCxn id="609" idx="0"/>
            <a:endCxn id="632" idx="2"/>
          </p:cNvCxnSpPr>
          <p:nvPr/>
        </p:nvCxnSpPr>
        <p:spPr>
          <a:xfrm flipH="1"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40" name="Google Shape;640;p35"/>
          <p:cNvCxnSpPr>
            <a:stCxn id="614" idx="0"/>
            <a:endCxn id="628" idx="2"/>
          </p:cNvCxnSpPr>
          <p:nvPr/>
        </p:nvCxnSpPr>
        <p:spPr>
          <a:xfrm rot="10800000">
            <a:off x="2897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41" name="Google Shape;641;p35"/>
          <p:cNvCxnSpPr>
            <a:stCxn id="619" idx="0"/>
            <a:endCxn id="632" idx="2"/>
          </p:cNvCxnSpPr>
          <p:nvPr/>
        </p:nvCxnSpPr>
        <p:spPr>
          <a:xfrm rot="10800000">
            <a:off x="3354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42" name="Google Shape;642;p35"/>
          <p:cNvCxnSpPr>
            <a:stCxn id="619" idx="0"/>
            <a:endCxn id="628" idx="2"/>
          </p:cNvCxnSpPr>
          <p:nvPr/>
        </p:nvCxnSpPr>
        <p:spPr>
          <a:xfrm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43" name="Google Shape;643;p35"/>
          <p:cNvCxnSpPr>
            <a:stCxn id="614" idx="0"/>
            <a:endCxn id="632" idx="2"/>
          </p:cNvCxnSpPr>
          <p:nvPr/>
        </p:nvCxnSpPr>
        <p:spPr>
          <a:xfrm flipH="1"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644" name="Google Shape;644;p35"/>
          <p:cNvGrpSpPr/>
          <p:nvPr/>
        </p:nvGrpSpPr>
        <p:grpSpPr>
          <a:xfrm>
            <a:off x="2283203" y="3201599"/>
            <a:ext cx="313273" cy="74585"/>
            <a:chOff x="3655625" y="914400"/>
            <a:chExt cx="2743200" cy="690600"/>
          </a:xfrm>
        </p:grpSpPr>
        <p:sp>
          <p:nvSpPr>
            <p:cNvPr id="645" name="Google Shape;645;p3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6" name="Google Shape;646;p3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7" name="Google Shape;647;p3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48" name="Google Shape;648;p35"/>
          <p:cNvGrpSpPr/>
          <p:nvPr/>
        </p:nvGrpSpPr>
        <p:grpSpPr>
          <a:xfrm>
            <a:off x="2740403" y="3201599"/>
            <a:ext cx="313273" cy="74585"/>
            <a:chOff x="3655625" y="914400"/>
            <a:chExt cx="2743200" cy="690600"/>
          </a:xfrm>
        </p:grpSpPr>
        <p:sp>
          <p:nvSpPr>
            <p:cNvPr id="649" name="Google Shape;649;p3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0" name="Google Shape;650;p3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1" name="Google Shape;651;p3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2" name="Google Shape;652;p35"/>
          <p:cNvGrpSpPr/>
          <p:nvPr/>
        </p:nvGrpSpPr>
        <p:grpSpPr>
          <a:xfrm>
            <a:off x="3197603" y="3201599"/>
            <a:ext cx="313273" cy="74585"/>
            <a:chOff x="3655625" y="914400"/>
            <a:chExt cx="2743200" cy="690600"/>
          </a:xfrm>
        </p:grpSpPr>
        <p:sp>
          <p:nvSpPr>
            <p:cNvPr id="653" name="Google Shape;653;p3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4" name="Google Shape;654;p3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5" name="Google Shape;655;p3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6" name="Google Shape;656;p35"/>
          <p:cNvGrpSpPr/>
          <p:nvPr/>
        </p:nvGrpSpPr>
        <p:grpSpPr>
          <a:xfrm>
            <a:off x="2283203" y="2980147"/>
            <a:ext cx="313273" cy="74585"/>
            <a:chOff x="3655625" y="914400"/>
            <a:chExt cx="2743200" cy="690600"/>
          </a:xfrm>
        </p:grpSpPr>
        <p:sp>
          <p:nvSpPr>
            <p:cNvPr id="657" name="Google Shape;657;p3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8" name="Google Shape;658;p3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9" name="Google Shape;659;p3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0" name="Google Shape;660;p35"/>
          <p:cNvGrpSpPr/>
          <p:nvPr/>
        </p:nvGrpSpPr>
        <p:grpSpPr>
          <a:xfrm>
            <a:off x="2740403" y="2980147"/>
            <a:ext cx="313273" cy="74585"/>
            <a:chOff x="3655625" y="914400"/>
            <a:chExt cx="2743200" cy="690600"/>
          </a:xfrm>
        </p:grpSpPr>
        <p:sp>
          <p:nvSpPr>
            <p:cNvPr id="661" name="Google Shape;661;p3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2" name="Google Shape;662;p3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3" name="Google Shape;663;p3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4" name="Google Shape;664;p35"/>
          <p:cNvGrpSpPr/>
          <p:nvPr/>
        </p:nvGrpSpPr>
        <p:grpSpPr>
          <a:xfrm>
            <a:off x="3197603" y="2980147"/>
            <a:ext cx="313273" cy="74585"/>
            <a:chOff x="3655625" y="914400"/>
            <a:chExt cx="2743200" cy="690600"/>
          </a:xfrm>
        </p:grpSpPr>
        <p:sp>
          <p:nvSpPr>
            <p:cNvPr id="665" name="Google Shape;665;p3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6" name="Google Shape;666;p3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7" name="Google Shape;667;p3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68" name="Google Shape;668;p35"/>
          <p:cNvCxnSpPr>
            <a:stCxn id="645" idx="0"/>
            <a:endCxn id="657" idx="2"/>
          </p:cNvCxnSpPr>
          <p:nvPr/>
        </p:nvCxnSpPr>
        <p:spPr>
          <a:xfrm rot="10800000">
            <a:off x="2439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69" name="Google Shape;669;p35"/>
          <p:cNvCxnSpPr>
            <a:stCxn id="653" idx="0"/>
            <a:endCxn id="665" idx="2"/>
          </p:cNvCxnSpPr>
          <p:nvPr/>
        </p:nvCxnSpPr>
        <p:spPr>
          <a:xfrm rot="10800000">
            <a:off x="3354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70" name="Google Shape;670;p35"/>
          <p:cNvCxnSpPr>
            <a:stCxn id="649" idx="0"/>
            <a:endCxn id="661" idx="2"/>
          </p:cNvCxnSpPr>
          <p:nvPr/>
        </p:nvCxnSpPr>
        <p:spPr>
          <a:xfrm rot="10800000">
            <a:off x="2897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671" name="Google Shape;67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72" name="Google Shape;672;p35"/>
          <p:cNvSpPr txBox="1"/>
          <p:nvPr/>
        </p:nvSpPr>
        <p:spPr>
          <a:xfrm>
            <a:off x="580075" y="3043525"/>
            <a:ext cx="1333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Bidirectional self-attention</a:t>
            </a:r>
            <a:endParaRPr i="1">
              <a:solidFill>
                <a:srgbClr val="A61C00"/>
              </a:solidFill>
              <a:latin typeface="Roboto"/>
              <a:ea typeface="Roboto"/>
              <a:cs typeface="Roboto"/>
              <a:sym typeface="Roboto"/>
            </a:endParaRPr>
          </a:p>
        </p:txBody>
      </p:sp>
      <p:cxnSp>
        <p:nvCxnSpPr>
          <p:cNvPr id="673" name="Google Shape;673;p35"/>
          <p:cNvCxnSpPr>
            <a:stCxn id="672" idx="3"/>
          </p:cNvCxnSpPr>
          <p:nvPr/>
        </p:nvCxnSpPr>
        <p:spPr>
          <a:xfrm>
            <a:off x="1913575" y="3329875"/>
            <a:ext cx="333600" cy="382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36"/>
          <p:cNvSpPr/>
          <p:nvPr/>
        </p:nvSpPr>
        <p:spPr>
          <a:xfrm>
            <a:off x="2063272" y="1948750"/>
            <a:ext cx="1676100" cy="26493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679" name="Google Shape;679;p36"/>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Encoder-decoder</a:t>
            </a:r>
            <a:endParaRPr/>
          </a:p>
        </p:txBody>
      </p:sp>
      <p:sp>
        <p:nvSpPr>
          <p:cNvPr id="680" name="Google Shape;680;p36"/>
          <p:cNvSpPr/>
          <p:nvPr/>
        </p:nvSpPr>
        <p:spPr>
          <a:xfrm>
            <a:off x="2159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681" name="Google Shape;681;p36"/>
          <p:cNvSpPr/>
          <p:nvPr/>
        </p:nvSpPr>
        <p:spPr>
          <a:xfrm>
            <a:off x="2226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682" name="Google Shape;682;p36"/>
          <p:cNvSpPr/>
          <p:nvPr/>
        </p:nvSpPr>
        <p:spPr>
          <a:xfrm>
            <a:off x="2247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83" name="Google Shape;683;p36"/>
          <p:cNvGrpSpPr/>
          <p:nvPr/>
        </p:nvGrpSpPr>
        <p:grpSpPr>
          <a:xfrm>
            <a:off x="2283203" y="3903853"/>
            <a:ext cx="313273" cy="74585"/>
            <a:chOff x="3655625" y="914400"/>
            <a:chExt cx="2743200" cy="690600"/>
          </a:xfrm>
        </p:grpSpPr>
        <p:sp>
          <p:nvSpPr>
            <p:cNvPr id="684" name="Google Shape;684;p3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5" name="Google Shape;685;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6" name="Google Shape;686;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87" name="Google Shape;687;p36"/>
          <p:cNvSpPr txBox="1"/>
          <p:nvPr/>
        </p:nvSpPr>
        <p:spPr>
          <a:xfrm>
            <a:off x="2204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688" name="Google Shape;688;p36"/>
          <p:cNvGrpSpPr/>
          <p:nvPr/>
        </p:nvGrpSpPr>
        <p:grpSpPr>
          <a:xfrm>
            <a:off x="2740403" y="3903853"/>
            <a:ext cx="313273" cy="74585"/>
            <a:chOff x="3655625" y="914400"/>
            <a:chExt cx="2743200" cy="690600"/>
          </a:xfrm>
        </p:grpSpPr>
        <p:sp>
          <p:nvSpPr>
            <p:cNvPr id="689" name="Google Shape;689;p3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0" name="Google Shape;690;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1" name="Google Shape;691;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92" name="Google Shape;692;p36"/>
          <p:cNvSpPr txBox="1"/>
          <p:nvPr/>
        </p:nvSpPr>
        <p:spPr>
          <a:xfrm>
            <a:off x="2737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693" name="Google Shape;693;p36"/>
          <p:cNvGrpSpPr/>
          <p:nvPr/>
        </p:nvGrpSpPr>
        <p:grpSpPr>
          <a:xfrm>
            <a:off x="3197603" y="3903853"/>
            <a:ext cx="313273" cy="74585"/>
            <a:chOff x="3655625" y="914400"/>
            <a:chExt cx="2743200" cy="690600"/>
          </a:xfrm>
        </p:grpSpPr>
        <p:sp>
          <p:nvSpPr>
            <p:cNvPr id="694" name="Google Shape;694;p3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5" name="Google Shape;695;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6" name="Google Shape;696;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97" name="Google Shape;697;p36"/>
          <p:cNvSpPr txBox="1"/>
          <p:nvPr/>
        </p:nvSpPr>
        <p:spPr>
          <a:xfrm>
            <a:off x="3113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698" name="Google Shape;698;p36"/>
          <p:cNvGrpSpPr/>
          <p:nvPr/>
        </p:nvGrpSpPr>
        <p:grpSpPr>
          <a:xfrm>
            <a:off x="2283203" y="3446653"/>
            <a:ext cx="313273" cy="74585"/>
            <a:chOff x="3655625" y="914400"/>
            <a:chExt cx="2743200" cy="690600"/>
          </a:xfrm>
        </p:grpSpPr>
        <p:sp>
          <p:nvSpPr>
            <p:cNvPr id="699" name="Google Shape;699;p3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0" name="Google Shape;700;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1" name="Google Shape;701;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2" name="Google Shape;702;p36"/>
          <p:cNvGrpSpPr/>
          <p:nvPr/>
        </p:nvGrpSpPr>
        <p:grpSpPr>
          <a:xfrm>
            <a:off x="2740403" y="3446653"/>
            <a:ext cx="313273" cy="74585"/>
            <a:chOff x="3655625" y="914400"/>
            <a:chExt cx="2743200" cy="690600"/>
          </a:xfrm>
        </p:grpSpPr>
        <p:sp>
          <p:nvSpPr>
            <p:cNvPr id="703" name="Google Shape;703;p3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4" name="Google Shape;704;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5" name="Google Shape;705;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6" name="Google Shape;706;p36"/>
          <p:cNvGrpSpPr/>
          <p:nvPr/>
        </p:nvGrpSpPr>
        <p:grpSpPr>
          <a:xfrm>
            <a:off x="3197603" y="3446653"/>
            <a:ext cx="313273" cy="74585"/>
            <a:chOff x="3655625" y="914400"/>
            <a:chExt cx="2743200" cy="690600"/>
          </a:xfrm>
        </p:grpSpPr>
        <p:sp>
          <p:nvSpPr>
            <p:cNvPr id="707" name="Google Shape;707;p3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8" name="Google Shape;708;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9" name="Google Shape;709;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10" name="Google Shape;710;p36"/>
          <p:cNvCxnSpPr>
            <a:stCxn id="689" idx="0"/>
            <a:endCxn id="699" idx="2"/>
          </p:cNvCxnSpPr>
          <p:nvPr/>
        </p:nvCxnSpPr>
        <p:spPr>
          <a:xfrm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11" name="Google Shape;711;p36"/>
          <p:cNvCxnSpPr>
            <a:stCxn id="694" idx="0"/>
          </p:cNvCxnSpPr>
          <p:nvPr/>
        </p:nvCxnSpPr>
        <p:spPr>
          <a:xfrm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12" name="Google Shape;712;p36"/>
          <p:cNvCxnSpPr>
            <a:stCxn id="684" idx="0"/>
          </p:cNvCxnSpPr>
          <p:nvPr/>
        </p:nvCxnSpPr>
        <p:spPr>
          <a:xfrm rot="10800000">
            <a:off x="2439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13" name="Google Shape;713;p36"/>
          <p:cNvCxnSpPr>
            <a:stCxn id="684" idx="0"/>
            <a:endCxn id="703" idx="2"/>
          </p:cNvCxnSpPr>
          <p:nvPr/>
        </p:nvCxnSpPr>
        <p:spPr>
          <a:xfrm flipH="1"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14" name="Google Shape;714;p36"/>
          <p:cNvCxnSpPr>
            <a:stCxn id="684" idx="0"/>
            <a:endCxn id="707" idx="2"/>
          </p:cNvCxnSpPr>
          <p:nvPr/>
        </p:nvCxnSpPr>
        <p:spPr>
          <a:xfrm flipH="1"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15" name="Google Shape;715;p36"/>
          <p:cNvCxnSpPr>
            <a:stCxn id="689" idx="0"/>
            <a:endCxn id="703" idx="2"/>
          </p:cNvCxnSpPr>
          <p:nvPr/>
        </p:nvCxnSpPr>
        <p:spPr>
          <a:xfrm rot="10800000">
            <a:off x="2897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16" name="Google Shape;716;p36"/>
          <p:cNvCxnSpPr>
            <a:stCxn id="694" idx="0"/>
            <a:endCxn id="707" idx="2"/>
          </p:cNvCxnSpPr>
          <p:nvPr/>
        </p:nvCxnSpPr>
        <p:spPr>
          <a:xfrm rot="10800000">
            <a:off x="3354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17" name="Google Shape;717;p36"/>
          <p:cNvCxnSpPr>
            <a:stCxn id="694" idx="0"/>
            <a:endCxn id="703" idx="2"/>
          </p:cNvCxnSpPr>
          <p:nvPr/>
        </p:nvCxnSpPr>
        <p:spPr>
          <a:xfrm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18" name="Google Shape;718;p36"/>
          <p:cNvCxnSpPr>
            <a:stCxn id="689" idx="0"/>
            <a:endCxn id="707" idx="2"/>
          </p:cNvCxnSpPr>
          <p:nvPr/>
        </p:nvCxnSpPr>
        <p:spPr>
          <a:xfrm flipH="1"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719" name="Google Shape;719;p36"/>
          <p:cNvGrpSpPr/>
          <p:nvPr/>
        </p:nvGrpSpPr>
        <p:grpSpPr>
          <a:xfrm>
            <a:off x="2283203" y="3201599"/>
            <a:ext cx="313273" cy="74585"/>
            <a:chOff x="3655625" y="914400"/>
            <a:chExt cx="2743200" cy="690600"/>
          </a:xfrm>
        </p:grpSpPr>
        <p:sp>
          <p:nvSpPr>
            <p:cNvPr id="720" name="Google Shape;720;p3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1" name="Google Shape;721;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2" name="Google Shape;722;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23" name="Google Shape;723;p36"/>
          <p:cNvGrpSpPr/>
          <p:nvPr/>
        </p:nvGrpSpPr>
        <p:grpSpPr>
          <a:xfrm>
            <a:off x="2740403" y="3201599"/>
            <a:ext cx="313273" cy="74585"/>
            <a:chOff x="3655625" y="914400"/>
            <a:chExt cx="2743200" cy="690600"/>
          </a:xfrm>
        </p:grpSpPr>
        <p:sp>
          <p:nvSpPr>
            <p:cNvPr id="724" name="Google Shape;724;p3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5" name="Google Shape;725;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6" name="Google Shape;726;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27" name="Google Shape;727;p36"/>
          <p:cNvGrpSpPr/>
          <p:nvPr/>
        </p:nvGrpSpPr>
        <p:grpSpPr>
          <a:xfrm>
            <a:off x="3197603" y="3201599"/>
            <a:ext cx="313273" cy="74585"/>
            <a:chOff x="3655625" y="914400"/>
            <a:chExt cx="2743200" cy="690600"/>
          </a:xfrm>
        </p:grpSpPr>
        <p:sp>
          <p:nvSpPr>
            <p:cNvPr id="728" name="Google Shape;728;p3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9" name="Google Shape;729;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0" name="Google Shape;730;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1" name="Google Shape;731;p36"/>
          <p:cNvGrpSpPr/>
          <p:nvPr/>
        </p:nvGrpSpPr>
        <p:grpSpPr>
          <a:xfrm>
            <a:off x="2283203" y="2980147"/>
            <a:ext cx="313273" cy="74585"/>
            <a:chOff x="3655625" y="914400"/>
            <a:chExt cx="2743200" cy="690600"/>
          </a:xfrm>
        </p:grpSpPr>
        <p:sp>
          <p:nvSpPr>
            <p:cNvPr id="732" name="Google Shape;732;p3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3" name="Google Shape;733;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4" name="Google Shape;734;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5" name="Google Shape;735;p36"/>
          <p:cNvGrpSpPr/>
          <p:nvPr/>
        </p:nvGrpSpPr>
        <p:grpSpPr>
          <a:xfrm>
            <a:off x="2740403" y="2980147"/>
            <a:ext cx="313273" cy="74585"/>
            <a:chOff x="3655625" y="914400"/>
            <a:chExt cx="2743200" cy="690600"/>
          </a:xfrm>
        </p:grpSpPr>
        <p:sp>
          <p:nvSpPr>
            <p:cNvPr id="736" name="Google Shape;736;p3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7" name="Google Shape;737;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8" name="Google Shape;738;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9" name="Google Shape;739;p36"/>
          <p:cNvGrpSpPr/>
          <p:nvPr/>
        </p:nvGrpSpPr>
        <p:grpSpPr>
          <a:xfrm>
            <a:off x="3197603" y="2980147"/>
            <a:ext cx="313273" cy="74585"/>
            <a:chOff x="3655625" y="914400"/>
            <a:chExt cx="2743200" cy="690600"/>
          </a:xfrm>
        </p:grpSpPr>
        <p:sp>
          <p:nvSpPr>
            <p:cNvPr id="740" name="Google Shape;740;p3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1" name="Google Shape;741;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42" name="Google Shape;742;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43" name="Google Shape;743;p36"/>
          <p:cNvCxnSpPr>
            <a:stCxn id="720" idx="0"/>
            <a:endCxn id="732" idx="2"/>
          </p:cNvCxnSpPr>
          <p:nvPr/>
        </p:nvCxnSpPr>
        <p:spPr>
          <a:xfrm rot="10800000">
            <a:off x="2439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744" name="Google Shape;744;p36"/>
          <p:cNvCxnSpPr>
            <a:stCxn id="728" idx="0"/>
            <a:endCxn id="740" idx="2"/>
          </p:cNvCxnSpPr>
          <p:nvPr/>
        </p:nvCxnSpPr>
        <p:spPr>
          <a:xfrm rot="10800000">
            <a:off x="3354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745" name="Google Shape;745;p36"/>
          <p:cNvCxnSpPr>
            <a:stCxn id="724" idx="0"/>
            <a:endCxn id="736" idx="2"/>
          </p:cNvCxnSpPr>
          <p:nvPr/>
        </p:nvCxnSpPr>
        <p:spPr>
          <a:xfrm rot="10800000">
            <a:off x="2897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746" name="Google Shape;746;p36"/>
          <p:cNvSpPr/>
          <p:nvPr/>
        </p:nvSpPr>
        <p:spPr>
          <a:xfrm>
            <a:off x="2206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747" name="Google Shape;747;p36"/>
          <p:cNvSpPr/>
          <p:nvPr/>
        </p:nvSpPr>
        <p:spPr>
          <a:xfrm>
            <a:off x="2309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748" name="Google Shape;748;p36"/>
          <p:cNvSpPr/>
          <p:nvPr/>
        </p:nvSpPr>
        <p:spPr>
          <a:xfrm>
            <a:off x="2309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749" name="Google Shape;749;p36"/>
          <p:cNvGrpSpPr/>
          <p:nvPr/>
        </p:nvGrpSpPr>
        <p:grpSpPr>
          <a:xfrm>
            <a:off x="2300215" y="1858996"/>
            <a:ext cx="313273" cy="74585"/>
            <a:chOff x="3655625" y="914400"/>
            <a:chExt cx="2743200" cy="690600"/>
          </a:xfrm>
        </p:grpSpPr>
        <p:sp>
          <p:nvSpPr>
            <p:cNvPr id="750" name="Google Shape;750;p3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1" name="Google Shape;751;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2" name="Google Shape;752;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3" name="Google Shape;753;p36"/>
          <p:cNvGrpSpPr/>
          <p:nvPr/>
        </p:nvGrpSpPr>
        <p:grpSpPr>
          <a:xfrm>
            <a:off x="2757415" y="1858996"/>
            <a:ext cx="313273" cy="74585"/>
            <a:chOff x="3655625" y="914400"/>
            <a:chExt cx="2743200" cy="690600"/>
          </a:xfrm>
        </p:grpSpPr>
        <p:sp>
          <p:nvSpPr>
            <p:cNvPr id="754" name="Google Shape;754;p3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5" name="Google Shape;755;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6" name="Google Shape;756;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7" name="Google Shape;757;p36"/>
          <p:cNvGrpSpPr/>
          <p:nvPr/>
        </p:nvGrpSpPr>
        <p:grpSpPr>
          <a:xfrm>
            <a:off x="3214615" y="1858996"/>
            <a:ext cx="313273" cy="74585"/>
            <a:chOff x="3655625" y="914400"/>
            <a:chExt cx="2743200" cy="690600"/>
          </a:xfrm>
        </p:grpSpPr>
        <p:sp>
          <p:nvSpPr>
            <p:cNvPr id="758" name="Google Shape;758;p3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9" name="Google Shape;759;p3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0" name="Google Shape;760;p3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61" name="Google Shape;761;p36"/>
          <p:cNvGrpSpPr/>
          <p:nvPr/>
        </p:nvGrpSpPr>
        <p:grpSpPr>
          <a:xfrm rot="-5400000">
            <a:off x="2844981" y="2771949"/>
            <a:ext cx="109798" cy="26302"/>
            <a:chOff x="4885225" y="945750"/>
            <a:chExt cx="311926" cy="74700"/>
          </a:xfrm>
        </p:grpSpPr>
        <p:sp>
          <p:nvSpPr>
            <p:cNvPr id="762" name="Google Shape;762;p36"/>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63" name="Google Shape;763;p36"/>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64" name="Google Shape;764;p36"/>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65" name="Google Shape;76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66" name="Google Shape;766;p36"/>
          <p:cNvSpPr txBox="1"/>
          <p:nvPr/>
        </p:nvSpPr>
        <p:spPr>
          <a:xfrm>
            <a:off x="580075" y="3043525"/>
            <a:ext cx="1333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Bidirectional self-attention</a:t>
            </a:r>
            <a:endParaRPr i="1">
              <a:solidFill>
                <a:srgbClr val="A61C00"/>
              </a:solidFill>
              <a:latin typeface="Roboto"/>
              <a:ea typeface="Roboto"/>
              <a:cs typeface="Roboto"/>
              <a:sym typeface="Roboto"/>
            </a:endParaRPr>
          </a:p>
        </p:txBody>
      </p:sp>
      <p:cxnSp>
        <p:nvCxnSpPr>
          <p:cNvPr id="767" name="Google Shape;767;p36"/>
          <p:cNvCxnSpPr>
            <a:stCxn id="766" idx="3"/>
          </p:cNvCxnSpPr>
          <p:nvPr/>
        </p:nvCxnSpPr>
        <p:spPr>
          <a:xfrm>
            <a:off x="1913575" y="3329875"/>
            <a:ext cx="333600" cy="382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37"/>
          <p:cNvSpPr/>
          <p:nvPr/>
        </p:nvSpPr>
        <p:spPr>
          <a:xfrm>
            <a:off x="4633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773" name="Google Shape;773;p37"/>
          <p:cNvSpPr/>
          <p:nvPr/>
        </p:nvSpPr>
        <p:spPr>
          <a:xfrm>
            <a:off x="2063272" y="1948750"/>
            <a:ext cx="1676100" cy="26493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774" name="Google Shape;774;p37"/>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Encoder-decoder</a:t>
            </a:r>
            <a:endParaRPr/>
          </a:p>
        </p:txBody>
      </p:sp>
      <p:sp>
        <p:nvSpPr>
          <p:cNvPr id="775" name="Google Shape;775;p37"/>
          <p:cNvSpPr/>
          <p:nvPr/>
        </p:nvSpPr>
        <p:spPr>
          <a:xfrm>
            <a:off x="2159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776" name="Google Shape;776;p37"/>
          <p:cNvSpPr/>
          <p:nvPr/>
        </p:nvSpPr>
        <p:spPr>
          <a:xfrm>
            <a:off x="2226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777" name="Google Shape;777;p37"/>
          <p:cNvSpPr/>
          <p:nvPr/>
        </p:nvSpPr>
        <p:spPr>
          <a:xfrm>
            <a:off x="2247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78" name="Google Shape;778;p37"/>
          <p:cNvGrpSpPr/>
          <p:nvPr/>
        </p:nvGrpSpPr>
        <p:grpSpPr>
          <a:xfrm>
            <a:off x="2283203" y="3903853"/>
            <a:ext cx="313273" cy="74585"/>
            <a:chOff x="3655625" y="914400"/>
            <a:chExt cx="2743200" cy="690600"/>
          </a:xfrm>
        </p:grpSpPr>
        <p:sp>
          <p:nvSpPr>
            <p:cNvPr id="779" name="Google Shape;779;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0" name="Google Shape;780;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1" name="Google Shape;781;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82" name="Google Shape;782;p37"/>
          <p:cNvSpPr txBox="1"/>
          <p:nvPr/>
        </p:nvSpPr>
        <p:spPr>
          <a:xfrm>
            <a:off x="2204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783" name="Google Shape;783;p37"/>
          <p:cNvGrpSpPr/>
          <p:nvPr/>
        </p:nvGrpSpPr>
        <p:grpSpPr>
          <a:xfrm>
            <a:off x="2740403" y="3903853"/>
            <a:ext cx="313273" cy="74585"/>
            <a:chOff x="3655625" y="914400"/>
            <a:chExt cx="2743200" cy="690600"/>
          </a:xfrm>
        </p:grpSpPr>
        <p:sp>
          <p:nvSpPr>
            <p:cNvPr id="784" name="Google Shape;784;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5" name="Google Shape;785;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6" name="Google Shape;786;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87" name="Google Shape;787;p37"/>
          <p:cNvSpPr txBox="1"/>
          <p:nvPr/>
        </p:nvSpPr>
        <p:spPr>
          <a:xfrm>
            <a:off x="2737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788" name="Google Shape;788;p37"/>
          <p:cNvGrpSpPr/>
          <p:nvPr/>
        </p:nvGrpSpPr>
        <p:grpSpPr>
          <a:xfrm>
            <a:off x="3197603" y="3903853"/>
            <a:ext cx="313273" cy="74585"/>
            <a:chOff x="3655625" y="914400"/>
            <a:chExt cx="2743200" cy="690600"/>
          </a:xfrm>
        </p:grpSpPr>
        <p:sp>
          <p:nvSpPr>
            <p:cNvPr id="789" name="Google Shape;789;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0" name="Google Shape;790;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1" name="Google Shape;791;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92" name="Google Shape;792;p37"/>
          <p:cNvSpPr txBox="1"/>
          <p:nvPr/>
        </p:nvSpPr>
        <p:spPr>
          <a:xfrm>
            <a:off x="3113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793" name="Google Shape;793;p37"/>
          <p:cNvGrpSpPr/>
          <p:nvPr/>
        </p:nvGrpSpPr>
        <p:grpSpPr>
          <a:xfrm>
            <a:off x="2283203" y="3446653"/>
            <a:ext cx="313273" cy="74585"/>
            <a:chOff x="3655625" y="914400"/>
            <a:chExt cx="2743200" cy="690600"/>
          </a:xfrm>
        </p:grpSpPr>
        <p:sp>
          <p:nvSpPr>
            <p:cNvPr id="794" name="Google Shape;794;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5" name="Google Shape;795;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6" name="Google Shape;796;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97" name="Google Shape;797;p37"/>
          <p:cNvGrpSpPr/>
          <p:nvPr/>
        </p:nvGrpSpPr>
        <p:grpSpPr>
          <a:xfrm>
            <a:off x="2740403" y="3446653"/>
            <a:ext cx="313273" cy="74585"/>
            <a:chOff x="3655625" y="914400"/>
            <a:chExt cx="2743200" cy="690600"/>
          </a:xfrm>
        </p:grpSpPr>
        <p:sp>
          <p:nvSpPr>
            <p:cNvPr id="798" name="Google Shape;798;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9" name="Google Shape;799;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0" name="Google Shape;800;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01" name="Google Shape;801;p37"/>
          <p:cNvGrpSpPr/>
          <p:nvPr/>
        </p:nvGrpSpPr>
        <p:grpSpPr>
          <a:xfrm>
            <a:off x="3197603" y="3446653"/>
            <a:ext cx="313273" cy="74585"/>
            <a:chOff x="3655625" y="914400"/>
            <a:chExt cx="2743200" cy="690600"/>
          </a:xfrm>
        </p:grpSpPr>
        <p:sp>
          <p:nvSpPr>
            <p:cNvPr id="802" name="Google Shape;802;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3" name="Google Shape;803;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4" name="Google Shape;804;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05" name="Google Shape;805;p37"/>
          <p:cNvCxnSpPr>
            <a:stCxn id="784" idx="0"/>
            <a:endCxn id="794" idx="2"/>
          </p:cNvCxnSpPr>
          <p:nvPr/>
        </p:nvCxnSpPr>
        <p:spPr>
          <a:xfrm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06" name="Google Shape;806;p37"/>
          <p:cNvCxnSpPr>
            <a:stCxn id="789" idx="0"/>
          </p:cNvCxnSpPr>
          <p:nvPr/>
        </p:nvCxnSpPr>
        <p:spPr>
          <a:xfrm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07" name="Google Shape;807;p37"/>
          <p:cNvCxnSpPr>
            <a:stCxn id="779" idx="0"/>
          </p:cNvCxnSpPr>
          <p:nvPr/>
        </p:nvCxnSpPr>
        <p:spPr>
          <a:xfrm rot="10800000">
            <a:off x="2439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08" name="Google Shape;808;p37"/>
          <p:cNvCxnSpPr>
            <a:stCxn id="779" idx="0"/>
            <a:endCxn id="798" idx="2"/>
          </p:cNvCxnSpPr>
          <p:nvPr/>
        </p:nvCxnSpPr>
        <p:spPr>
          <a:xfrm flipH="1"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09" name="Google Shape;809;p37"/>
          <p:cNvCxnSpPr>
            <a:stCxn id="779" idx="0"/>
            <a:endCxn id="802" idx="2"/>
          </p:cNvCxnSpPr>
          <p:nvPr/>
        </p:nvCxnSpPr>
        <p:spPr>
          <a:xfrm flipH="1"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10" name="Google Shape;810;p37"/>
          <p:cNvCxnSpPr>
            <a:stCxn id="784" idx="0"/>
            <a:endCxn id="798" idx="2"/>
          </p:cNvCxnSpPr>
          <p:nvPr/>
        </p:nvCxnSpPr>
        <p:spPr>
          <a:xfrm rot="10800000">
            <a:off x="2897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11" name="Google Shape;811;p37"/>
          <p:cNvCxnSpPr>
            <a:stCxn id="789" idx="0"/>
            <a:endCxn id="802" idx="2"/>
          </p:cNvCxnSpPr>
          <p:nvPr/>
        </p:nvCxnSpPr>
        <p:spPr>
          <a:xfrm rot="10800000">
            <a:off x="3354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12" name="Google Shape;812;p37"/>
          <p:cNvCxnSpPr>
            <a:stCxn id="789" idx="0"/>
            <a:endCxn id="798" idx="2"/>
          </p:cNvCxnSpPr>
          <p:nvPr/>
        </p:nvCxnSpPr>
        <p:spPr>
          <a:xfrm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13" name="Google Shape;813;p37"/>
          <p:cNvCxnSpPr>
            <a:stCxn id="784" idx="0"/>
            <a:endCxn id="802" idx="2"/>
          </p:cNvCxnSpPr>
          <p:nvPr/>
        </p:nvCxnSpPr>
        <p:spPr>
          <a:xfrm flipH="1"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814" name="Google Shape;814;p37"/>
          <p:cNvGrpSpPr/>
          <p:nvPr/>
        </p:nvGrpSpPr>
        <p:grpSpPr>
          <a:xfrm>
            <a:off x="2283203" y="3201599"/>
            <a:ext cx="313273" cy="74585"/>
            <a:chOff x="3655625" y="914400"/>
            <a:chExt cx="2743200" cy="690600"/>
          </a:xfrm>
        </p:grpSpPr>
        <p:sp>
          <p:nvSpPr>
            <p:cNvPr id="815" name="Google Shape;815;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6" name="Google Shape;816;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7" name="Google Shape;817;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18" name="Google Shape;818;p37"/>
          <p:cNvGrpSpPr/>
          <p:nvPr/>
        </p:nvGrpSpPr>
        <p:grpSpPr>
          <a:xfrm>
            <a:off x="2740403" y="3201599"/>
            <a:ext cx="313273" cy="74585"/>
            <a:chOff x="3655625" y="914400"/>
            <a:chExt cx="2743200" cy="690600"/>
          </a:xfrm>
        </p:grpSpPr>
        <p:sp>
          <p:nvSpPr>
            <p:cNvPr id="819" name="Google Shape;819;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0" name="Google Shape;820;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1" name="Google Shape;821;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2" name="Google Shape;822;p37"/>
          <p:cNvGrpSpPr/>
          <p:nvPr/>
        </p:nvGrpSpPr>
        <p:grpSpPr>
          <a:xfrm>
            <a:off x="3197603" y="3201599"/>
            <a:ext cx="313273" cy="74585"/>
            <a:chOff x="3655625" y="914400"/>
            <a:chExt cx="2743200" cy="690600"/>
          </a:xfrm>
        </p:grpSpPr>
        <p:sp>
          <p:nvSpPr>
            <p:cNvPr id="823" name="Google Shape;823;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4" name="Google Shape;824;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5" name="Google Shape;825;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6" name="Google Shape;826;p37"/>
          <p:cNvGrpSpPr/>
          <p:nvPr/>
        </p:nvGrpSpPr>
        <p:grpSpPr>
          <a:xfrm>
            <a:off x="2283203" y="2980147"/>
            <a:ext cx="313273" cy="74585"/>
            <a:chOff x="3655625" y="914400"/>
            <a:chExt cx="2743200" cy="690600"/>
          </a:xfrm>
        </p:grpSpPr>
        <p:sp>
          <p:nvSpPr>
            <p:cNvPr id="827" name="Google Shape;827;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8" name="Google Shape;828;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9" name="Google Shape;829;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0" name="Google Shape;830;p37"/>
          <p:cNvGrpSpPr/>
          <p:nvPr/>
        </p:nvGrpSpPr>
        <p:grpSpPr>
          <a:xfrm>
            <a:off x="2740403" y="2980147"/>
            <a:ext cx="313273" cy="74585"/>
            <a:chOff x="3655625" y="914400"/>
            <a:chExt cx="2743200" cy="690600"/>
          </a:xfrm>
        </p:grpSpPr>
        <p:sp>
          <p:nvSpPr>
            <p:cNvPr id="831" name="Google Shape;831;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2" name="Google Shape;832;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3" name="Google Shape;833;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4" name="Google Shape;834;p37"/>
          <p:cNvGrpSpPr/>
          <p:nvPr/>
        </p:nvGrpSpPr>
        <p:grpSpPr>
          <a:xfrm>
            <a:off x="3197603" y="2980147"/>
            <a:ext cx="313273" cy="74585"/>
            <a:chOff x="3655625" y="914400"/>
            <a:chExt cx="2743200" cy="690600"/>
          </a:xfrm>
        </p:grpSpPr>
        <p:sp>
          <p:nvSpPr>
            <p:cNvPr id="835" name="Google Shape;835;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6" name="Google Shape;836;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7" name="Google Shape;837;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38" name="Google Shape;838;p37"/>
          <p:cNvCxnSpPr>
            <a:stCxn id="815" idx="0"/>
            <a:endCxn id="827" idx="2"/>
          </p:cNvCxnSpPr>
          <p:nvPr/>
        </p:nvCxnSpPr>
        <p:spPr>
          <a:xfrm rot="10800000">
            <a:off x="2439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839" name="Google Shape;839;p37"/>
          <p:cNvCxnSpPr>
            <a:stCxn id="823" idx="0"/>
            <a:endCxn id="835" idx="2"/>
          </p:cNvCxnSpPr>
          <p:nvPr/>
        </p:nvCxnSpPr>
        <p:spPr>
          <a:xfrm rot="10800000">
            <a:off x="3354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840" name="Google Shape;840;p37"/>
          <p:cNvCxnSpPr>
            <a:stCxn id="819" idx="0"/>
            <a:endCxn id="831" idx="2"/>
          </p:cNvCxnSpPr>
          <p:nvPr/>
        </p:nvCxnSpPr>
        <p:spPr>
          <a:xfrm rot="10800000">
            <a:off x="2897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841" name="Google Shape;841;p37"/>
          <p:cNvSpPr/>
          <p:nvPr/>
        </p:nvSpPr>
        <p:spPr>
          <a:xfrm>
            <a:off x="2206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842" name="Google Shape;842;p37"/>
          <p:cNvSpPr/>
          <p:nvPr/>
        </p:nvSpPr>
        <p:spPr>
          <a:xfrm>
            <a:off x="2309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843" name="Google Shape;843;p37"/>
          <p:cNvSpPr/>
          <p:nvPr/>
        </p:nvSpPr>
        <p:spPr>
          <a:xfrm>
            <a:off x="2309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844" name="Google Shape;844;p37"/>
          <p:cNvSpPr/>
          <p:nvPr/>
        </p:nvSpPr>
        <p:spPr>
          <a:xfrm>
            <a:off x="4721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845" name="Google Shape;845;p37"/>
          <p:cNvSpPr/>
          <p:nvPr/>
        </p:nvSpPr>
        <p:spPr>
          <a:xfrm>
            <a:off x="4761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46" name="Google Shape;846;p37"/>
          <p:cNvGrpSpPr/>
          <p:nvPr/>
        </p:nvGrpSpPr>
        <p:grpSpPr>
          <a:xfrm>
            <a:off x="4797803" y="3955308"/>
            <a:ext cx="313273" cy="74585"/>
            <a:chOff x="3655625" y="914400"/>
            <a:chExt cx="2743200" cy="690600"/>
          </a:xfrm>
        </p:grpSpPr>
        <p:sp>
          <p:nvSpPr>
            <p:cNvPr id="847" name="Google Shape;847;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8" name="Google Shape;848;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9" name="Google Shape;849;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50" name="Google Shape;850;p37"/>
          <p:cNvSpPr txBox="1"/>
          <p:nvPr/>
        </p:nvSpPr>
        <p:spPr>
          <a:xfrm>
            <a:off x="5176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851" name="Google Shape;851;p37"/>
          <p:cNvGrpSpPr/>
          <p:nvPr/>
        </p:nvGrpSpPr>
        <p:grpSpPr>
          <a:xfrm>
            <a:off x="5255003" y="3955308"/>
            <a:ext cx="313273" cy="74585"/>
            <a:chOff x="3655625" y="914400"/>
            <a:chExt cx="2743200" cy="690600"/>
          </a:xfrm>
        </p:grpSpPr>
        <p:sp>
          <p:nvSpPr>
            <p:cNvPr id="852" name="Google Shape;852;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3" name="Google Shape;853;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4" name="Google Shape;854;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55" name="Google Shape;855;p37"/>
          <p:cNvSpPr txBox="1"/>
          <p:nvPr/>
        </p:nvSpPr>
        <p:spPr>
          <a:xfrm>
            <a:off x="5702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856" name="Google Shape;856;p37"/>
          <p:cNvGrpSpPr/>
          <p:nvPr/>
        </p:nvGrpSpPr>
        <p:grpSpPr>
          <a:xfrm>
            <a:off x="5712203" y="3955308"/>
            <a:ext cx="313273" cy="74585"/>
            <a:chOff x="3655625" y="914400"/>
            <a:chExt cx="2743200" cy="690600"/>
          </a:xfrm>
        </p:grpSpPr>
        <p:sp>
          <p:nvSpPr>
            <p:cNvPr id="857" name="Google Shape;857;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8" name="Google Shape;858;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9" name="Google Shape;859;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60" name="Google Shape;860;p37"/>
          <p:cNvSpPr txBox="1"/>
          <p:nvPr/>
        </p:nvSpPr>
        <p:spPr>
          <a:xfrm>
            <a:off x="6116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861" name="Google Shape;861;p37"/>
          <p:cNvGrpSpPr/>
          <p:nvPr/>
        </p:nvGrpSpPr>
        <p:grpSpPr>
          <a:xfrm>
            <a:off x="4797803" y="3498108"/>
            <a:ext cx="313273" cy="74585"/>
            <a:chOff x="3655625" y="914400"/>
            <a:chExt cx="2743200" cy="690600"/>
          </a:xfrm>
        </p:grpSpPr>
        <p:sp>
          <p:nvSpPr>
            <p:cNvPr id="862" name="Google Shape;862;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3" name="Google Shape;863;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64" name="Google Shape;864;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65" name="Google Shape;865;p37"/>
          <p:cNvGrpSpPr/>
          <p:nvPr/>
        </p:nvGrpSpPr>
        <p:grpSpPr>
          <a:xfrm>
            <a:off x="5255003" y="3498108"/>
            <a:ext cx="313273" cy="74585"/>
            <a:chOff x="3655625" y="914400"/>
            <a:chExt cx="2743200" cy="690600"/>
          </a:xfrm>
        </p:grpSpPr>
        <p:sp>
          <p:nvSpPr>
            <p:cNvPr id="866" name="Google Shape;866;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7" name="Google Shape;867;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68" name="Google Shape;868;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69" name="Google Shape;869;p37"/>
          <p:cNvGrpSpPr/>
          <p:nvPr/>
        </p:nvGrpSpPr>
        <p:grpSpPr>
          <a:xfrm>
            <a:off x="5712203" y="3498108"/>
            <a:ext cx="313273" cy="74585"/>
            <a:chOff x="3655625" y="914400"/>
            <a:chExt cx="2743200" cy="690600"/>
          </a:xfrm>
        </p:grpSpPr>
        <p:sp>
          <p:nvSpPr>
            <p:cNvPr id="870" name="Google Shape;870;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71" name="Google Shape;871;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72" name="Google Shape;872;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73" name="Google Shape;873;p37"/>
          <p:cNvCxnSpPr>
            <a:stCxn id="847" idx="0"/>
          </p:cNvCxnSpPr>
          <p:nvPr/>
        </p:nvCxnSpPr>
        <p:spPr>
          <a:xfrm rot="10800000">
            <a:off x="4954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74" name="Google Shape;874;p37"/>
          <p:cNvCxnSpPr>
            <a:stCxn id="847" idx="0"/>
            <a:endCxn id="866" idx="2"/>
          </p:cNvCxnSpPr>
          <p:nvPr/>
        </p:nvCxnSpPr>
        <p:spPr>
          <a:xfrm flipH="1" rot="10800000">
            <a:off x="4954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75" name="Google Shape;875;p37"/>
          <p:cNvCxnSpPr>
            <a:stCxn id="847" idx="0"/>
            <a:endCxn id="870" idx="2"/>
          </p:cNvCxnSpPr>
          <p:nvPr/>
        </p:nvCxnSpPr>
        <p:spPr>
          <a:xfrm flipH="1" rot="10800000">
            <a:off x="4954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76" name="Google Shape;876;p37"/>
          <p:cNvCxnSpPr>
            <a:stCxn id="852" idx="0"/>
            <a:endCxn id="866" idx="2"/>
          </p:cNvCxnSpPr>
          <p:nvPr/>
        </p:nvCxnSpPr>
        <p:spPr>
          <a:xfrm rot="10800000">
            <a:off x="5411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77" name="Google Shape;877;p37"/>
          <p:cNvCxnSpPr>
            <a:stCxn id="857" idx="0"/>
            <a:endCxn id="870" idx="2"/>
          </p:cNvCxnSpPr>
          <p:nvPr/>
        </p:nvCxnSpPr>
        <p:spPr>
          <a:xfrm rot="10800000">
            <a:off x="5868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78" name="Google Shape;878;p37"/>
          <p:cNvCxnSpPr>
            <a:stCxn id="852" idx="0"/>
            <a:endCxn id="870" idx="2"/>
          </p:cNvCxnSpPr>
          <p:nvPr/>
        </p:nvCxnSpPr>
        <p:spPr>
          <a:xfrm flipH="1" rot="10800000">
            <a:off x="5411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879" name="Google Shape;879;p37"/>
          <p:cNvGrpSpPr/>
          <p:nvPr/>
        </p:nvGrpSpPr>
        <p:grpSpPr>
          <a:xfrm>
            <a:off x="2300215" y="1858996"/>
            <a:ext cx="313273" cy="74585"/>
            <a:chOff x="3655625" y="914400"/>
            <a:chExt cx="2743200" cy="690600"/>
          </a:xfrm>
        </p:grpSpPr>
        <p:sp>
          <p:nvSpPr>
            <p:cNvPr id="880" name="Google Shape;880;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81" name="Google Shape;881;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83" name="Google Shape;883;p37"/>
          <p:cNvGrpSpPr/>
          <p:nvPr/>
        </p:nvGrpSpPr>
        <p:grpSpPr>
          <a:xfrm>
            <a:off x="2757415" y="1858996"/>
            <a:ext cx="313273" cy="74585"/>
            <a:chOff x="3655625" y="914400"/>
            <a:chExt cx="2743200" cy="690600"/>
          </a:xfrm>
        </p:grpSpPr>
        <p:sp>
          <p:nvSpPr>
            <p:cNvPr id="884" name="Google Shape;884;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85" name="Google Shape;885;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86" name="Google Shape;886;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87" name="Google Shape;887;p37"/>
          <p:cNvGrpSpPr/>
          <p:nvPr/>
        </p:nvGrpSpPr>
        <p:grpSpPr>
          <a:xfrm>
            <a:off x="3214615" y="1858996"/>
            <a:ext cx="313273" cy="74585"/>
            <a:chOff x="3655625" y="914400"/>
            <a:chExt cx="2743200" cy="690600"/>
          </a:xfrm>
        </p:grpSpPr>
        <p:sp>
          <p:nvSpPr>
            <p:cNvPr id="888" name="Google Shape;888;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89" name="Google Shape;889;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90" name="Google Shape;890;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91" name="Google Shape;891;p37"/>
          <p:cNvGrpSpPr/>
          <p:nvPr/>
        </p:nvGrpSpPr>
        <p:grpSpPr>
          <a:xfrm rot="-5400000">
            <a:off x="2844981" y="2771949"/>
            <a:ext cx="109798" cy="26302"/>
            <a:chOff x="4885225" y="945750"/>
            <a:chExt cx="311926" cy="74700"/>
          </a:xfrm>
        </p:grpSpPr>
        <p:sp>
          <p:nvSpPr>
            <p:cNvPr id="892" name="Google Shape;892;p37"/>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93" name="Google Shape;893;p37"/>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94" name="Google Shape;894;p37"/>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895" name="Google Shape;895;p37"/>
          <p:cNvGrpSpPr/>
          <p:nvPr/>
        </p:nvGrpSpPr>
        <p:grpSpPr>
          <a:xfrm>
            <a:off x="6169403" y="3955308"/>
            <a:ext cx="313273" cy="74585"/>
            <a:chOff x="3655625" y="914400"/>
            <a:chExt cx="2743200" cy="690600"/>
          </a:xfrm>
        </p:grpSpPr>
        <p:sp>
          <p:nvSpPr>
            <p:cNvPr id="896" name="Google Shape;896;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97" name="Google Shape;897;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98" name="Google Shape;898;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99" name="Google Shape;899;p37"/>
          <p:cNvGrpSpPr/>
          <p:nvPr/>
        </p:nvGrpSpPr>
        <p:grpSpPr>
          <a:xfrm>
            <a:off x="6169403" y="3498108"/>
            <a:ext cx="313273" cy="74585"/>
            <a:chOff x="3655625" y="914400"/>
            <a:chExt cx="2743200" cy="690600"/>
          </a:xfrm>
        </p:grpSpPr>
        <p:sp>
          <p:nvSpPr>
            <p:cNvPr id="900" name="Google Shape;900;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01" name="Google Shape;901;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02" name="Google Shape;902;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903" name="Google Shape;903;p37"/>
          <p:cNvCxnSpPr>
            <a:stCxn id="847" idx="0"/>
            <a:endCxn id="900" idx="2"/>
          </p:cNvCxnSpPr>
          <p:nvPr/>
        </p:nvCxnSpPr>
        <p:spPr>
          <a:xfrm flipH="1" rot="10800000">
            <a:off x="4954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904" name="Google Shape;904;p37"/>
          <p:cNvCxnSpPr>
            <a:stCxn id="852" idx="0"/>
            <a:endCxn id="900" idx="2"/>
          </p:cNvCxnSpPr>
          <p:nvPr/>
        </p:nvCxnSpPr>
        <p:spPr>
          <a:xfrm flipH="1" rot="10800000">
            <a:off x="5411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905" name="Google Shape;905;p37"/>
          <p:cNvCxnSpPr>
            <a:stCxn id="857" idx="0"/>
            <a:endCxn id="900" idx="2"/>
          </p:cNvCxnSpPr>
          <p:nvPr/>
        </p:nvCxnSpPr>
        <p:spPr>
          <a:xfrm flipH="1" rot="10800000">
            <a:off x="5868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906" name="Google Shape;906;p37"/>
          <p:cNvCxnSpPr>
            <a:stCxn id="896" idx="0"/>
            <a:endCxn id="900" idx="2"/>
          </p:cNvCxnSpPr>
          <p:nvPr/>
        </p:nvCxnSpPr>
        <p:spPr>
          <a:xfrm rot="10800000">
            <a:off x="6326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907" name="Google Shape;907;p37"/>
          <p:cNvSpPr/>
          <p:nvPr/>
        </p:nvSpPr>
        <p:spPr>
          <a:xfrm>
            <a:off x="4744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908" name="Google Shape;908;p37"/>
          <p:cNvGrpSpPr/>
          <p:nvPr/>
        </p:nvGrpSpPr>
        <p:grpSpPr>
          <a:xfrm>
            <a:off x="4801103" y="2801514"/>
            <a:ext cx="313273" cy="74585"/>
            <a:chOff x="3655625" y="914400"/>
            <a:chExt cx="2743200" cy="690600"/>
          </a:xfrm>
        </p:grpSpPr>
        <p:sp>
          <p:nvSpPr>
            <p:cNvPr id="909" name="Google Shape;909;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10" name="Google Shape;910;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11" name="Google Shape;911;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912" name="Google Shape;912;p37"/>
          <p:cNvGrpSpPr/>
          <p:nvPr/>
        </p:nvGrpSpPr>
        <p:grpSpPr>
          <a:xfrm>
            <a:off x="5258303" y="2801514"/>
            <a:ext cx="313273" cy="74585"/>
            <a:chOff x="3655625" y="914400"/>
            <a:chExt cx="2743200" cy="690600"/>
          </a:xfrm>
        </p:grpSpPr>
        <p:sp>
          <p:nvSpPr>
            <p:cNvPr id="913" name="Google Shape;913;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14" name="Google Shape;914;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15" name="Google Shape;915;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916" name="Google Shape;916;p37"/>
          <p:cNvGrpSpPr/>
          <p:nvPr/>
        </p:nvGrpSpPr>
        <p:grpSpPr>
          <a:xfrm>
            <a:off x="5715503" y="2801514"/>
            <a:ext cx="313273" cy="74585"/>
            <a:chOff x="3655625" y="914400"/>
            <a:chExt cx="2743200" cy="690600"/>
          </a:xfrm>
        </p:grpSpPr>
        <p:sp>
          <p:nvSpPr>
            <p:cNvPr id="917" name="Google Shape;917;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18" name="Google Shape;918;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19" name="Google Shape;919;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920" name="Google Shape;920;p37"/>
          <p:cNvGrpSpPr/>
          <p:nvPr/>
        </p:nvGrpSpPr>
        <p:grpSpPr>
          <a:xfrm>
            <a:off x="4801103" y="2580063"/>
            <a:ext cx="313273" cy="74585"/>
            <a:chOff x="3655625" y="914400"/>
            <a:chExt cx="2743200" cy="690600"/>
          </a:xfrm>
        </p:grpSpPr>
        <p:sp>
          <p:nvSpPr>
            <p:cNvPr id="921" name="Google Shape;921;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22" name="Google Shape;922;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23" name="Google Shape;923;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924" name="Google Shape;924;p37"/>
          <p:cNvGrpSpPr/>
          <p:nvPr/>
        </p:nvGrpSpPr>
        <p:grpSpPr>
          <a:xfrm>
            <a:off x="5258303" y="2580063"/>
            <a:ext cx="313273" cy="74585"/>
            <a:chOff x="3655625" y="914400"/>
            <a:chExt cx="2743200" cy="690600"/>
          </a:xfrm>
        </p:grpSpPr>
        <p:sp>
          <p:nvSpPr>
            <p:cNvPr id="925" name="Google Shape;925;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26" name="Google Shape;926;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27" name="Google Shape;927;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928" name="Google Shape;928;p37"/>
          <p:cNvGrpSpPr/>
          <p:nvPr/>
        </p:nvGrpSpPr>
        <p:grpSpPr>
          <a:xfrm>
            <a:off x="5715503" y="2580063"/>
            <a:ext cx="313273" cy="74585"/>
            <a:chOff x="3655625" y="914400"/>
            <a:chExt cx="2743200" cy="690600"/>
          </a:xfrm>
        </p:grpSpPr>
        <p:sp>
          <p:nvSpPr>
            <p:cNvPr id="929" name="Google Shape;929;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30" name="Google Shape;930;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31" name="Google Shape;931;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932" name="Google Shape;932;p37"/>
          <p:cNvCxnSpPr>
            <a:stCxn id="909" idx="0"/>
            <a:endCxn id="921" idx="2"/>
          </p:cNvCxnSpPr>
          <p:nvPr/>
        </p:nvCxnSpPr>
        <p:spPr>
          <a:xfrm rot="10800000">
            <a:off x="4957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933" name="Google Shape;933;p37"/>
          <p:cNvCxnSpPr>
            <a:stCxn id="917" idx="0"/>
            <a:endCxn id="929" idx="2"/>
          </p:cNvCxnSpPr>
          <p:nvPr/>
        </p:nvCxnSpPr>
        <p:spPr>
          <a:xfrm rot="10800000">
            <a:off x="5872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934" name="Google Shape;934;p37"/>
          <p:cNvCxnSpPr>
            <a:stCxn id="913" idx="0"/>
            <a:endCxn id="925" idx="2"/>
          </p:cNvCxnSpPr>
          <p:nvPr/>
        </p:nvCxnSpPr>
        <p:spPr>
          <a:xfrm rot="10800000">
            <a:off x="5414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935" name="Google Shape;935;p37"/>
          <p:cNvGrpSpPr/>
          <p:nvPr/>
        </p:nvGrpSpPr>
        <p:grpSpPr>
          <a:xfrm>
            <a:off x="6172703" y="2804397"/>
            <a:ext cx="313273" cy="74585"/>
            <a:chOff x="3655625" y="914400"/>
            <a:chExt cx="2743200" cy="690600"/>
          </a:xfrm>
        </p:grpSpPr>
        <p:sp>
          <p:nvSpPr>
            <p:cNvPr id="936" name="Google Shape;936;p3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37" name="Google Shape;937;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38" name="Google Shape;938;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939" name="Google Shape;939;p37"/>
          <p:cNvGrpSpPr/>
          <p:nvPr/>
        </p:nvGrpSpPr>
        <p:grpSpPr>
          <a:xfrm>
            <a:off x="6172703" y="2576499"/>
            <a:ext cx="313273" cy="74585"/>
            <a:chOff x="3655625" y="914400"/>
            <a:chExt cx="2743200" cy="690600"/>
          </a:xfrm>
        </p:grpSpPr>
        <p:sp>
          <p:nvSpPr>
            <p:cNvPr id="940" name="Google Shape;940;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41" name="Google Shape;941;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42" name="Google Shape;942;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943" name="Google Shape;943;p37"/>
          <p:cNvCxnSpPr>
            <a:stCxn id="936" idx="0"/>
            <a:endCxn id="940" idx="2"/>
          </p:cNvCxnSpPr>
          <p:nvPr/>
        </p:nvCxnSpPr>
        <p:spPr>
          <a:xfrm rot="10800000">
            <a:off x="6329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944" name="Google Shape;944;p37"/>
          <p:cNvSpPr txBox="1"/>
          <p:nvPr/>
        </p:nvSpPr>
        <p:spPr>
          <a:xfrm>
            <a:off x="4658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sp>
        <p:nvSpPr>
          <p:cNvPr id="945" name="Google Shape;945;p37"/>
          <p:cNvSpPr/>
          <p:nvPr/>
        </p:nvSpPr>
        <p:spPr>
          <a:xfrm>
            <a:off x="4761897" y="3189900"/>
            <a:ext cx="1798200" cy="1917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946" name="Google Shape;946;p37"/>
          <p:cNvGrpSpPr/>
          <p:nvPr/>
        </p:nvGrpSpPr>
        <p:grpSpPr>
          <a:xfrm>
            <a:off x="5268678" y="3253799"/>
            <a:ext cx="313273" cy="74585"/>
            <a:chOff x="3655625" y="914400"/>
            <a:chExt cx="2743200" cy="690600"/>
          </a:xfrm>
        </p:grpSpPr>
        <p:sp>
          <p:nvSpPr>
            <p:cNvPr id="947" name="Google Shape;947;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48" name="Google Shape;948;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49" name="Google Shape;949;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950" name="Google Shape;950;p37"/>
          <p:cNvGrpSpPr/>
          <p:nvPr/>
        </p:nvGrpSpPr>
        <p:grpSpPr>
          <a:xfrm>
            <a:off x="5725878" y="3253799"/>
            <a:ext cx="313273" cy="74585"/>
            <a:chOff x="3655625" y="914400"/>
            <a:chExt cx="2743200" cy="690600"/>
          </a:xfrm>
        </p:grpSpPr>
        <p:sp>
          <p:nvSpPr>
            <p:cNvPr id="951" name="Google Shape;951;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52" name="Google Shape;952;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53" name="Google Shape;953;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954" name="Google Shape;954;p37"/>
          <p:cNvGrpSpPr/>
          <p:nvPr/>
        </p:nvGrpSpPr>
        <p:grpSpPr>
          <a:xfrm>
            <a:off x="6183078" y="3253799"/>
            <a:ext cx="313273" cy="74585"/>
            <a:chOff x="3655625" y="914400"/>
            <a:chExt cx="2743200" cy="690600"/>
          </a:xfrm>
        </p:grpSpPr>
        <p:sp>
          <p:nvSpPr>
            <p:cNvPr id="955" name="Google Shape;955;p3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56" name="Google Shape;956;p3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57" name="Google Shape;957;p3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958" name="Google Shape;958;p37"/>
          <p:cNvGrpSpPr/>
          <p:nvPr/>
        </p:nvGrpSpPr>
        <p:grpSpPr>
          <a:xfrm>
            <a:off x="4811478" y="3253799"/>
            <a:ext cx="313200" cy="74700"/>
            <a:chOff x="5335131" y="2757062"/>
            <a:chExt cx="313200" cy="74700"/>
          </a:xfrm>
        </p:grpSpPr>
        <p:sp>
          <p:nvSpPr>
            <p:cNvPr id="959" name="Google Shape;959;p37"/>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60" name="Google Shape;960;p37"/>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961" name="Google Shape;961;p37"/>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sp>
        <p:nvSpPr>
          <p:cNvPr id="962" name="Google Shape;96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63" name="Google Shape;963;p37"/>
          <p:cNvSpPr txBox="1"/>
          <p:nvPr/>
        </p:nvSpPr>
        <p:spPr>
          <a:xfrm>
            <a:off x="580075" y="3043525"/>
            <a:ext cx="1333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Bidirectional self-attention</a:t>
            </a:r>
            <a:endParaRPr i="1">
              <a:solidFill>
                <a:srgbClr val="A61C00"/>
              </a:solidFill>
              <a:latin typeface="Roboto"/>
              <a:ea typeface="Roboto"/>
              <a:cs typeface="Roboto"/>
              <a:sym typeface="Roboto"/>
            </a:endParaRPr>
          </a:p>
        </p:txBody>
      </p:sp>
      <p:cxnSp>
        <p:nvCxnSpPr>
          <p:cNvPr id="964" name="Google Shape;964;p37"/>
          <p:cNvCxnSpPr>
            <a:stCxn id="963" idx="3"/>
          </p:cNvCxnSpPr>
          <p:nvPr/>
        </p:nvCxnSpPr>
        <p:spPr>
          <a:xfrm>
            <a:off x="1913575" y="3329875"/>
            <a:ext cx="333600" cy="382200"/>
          </a:xfrm>
          <a:prstGeom prst="straightConnector1">
            <a:avLst/>
          </a:prstGeom>
          <a:noFill/>
          <a:ln cap="flat" cmpd="sng" w="9525">
            <a:solidFill>
              <a:schemeClr val="dk2"/>
            </a:solidFill>
            <a:prstDash val="solid"/>
            <a:round/>
            <a:headEnd len="med" w="med" type="none"/>
            <a:tailEnd len="med" w="med" type="triangle"/>
          </a:ln>
        </p:spPr>
      </p:cxnSp>
      <p:sp>
        <p:nvSpPr>
          <p:cNvPr id="965" name="Google Shape;965;p37"/>
          <p:cNvSpPr txBox="1"/>
          <p:nvPr/>
        </p:nvSpPr>
        <p:spPr>
          <a:xfrm>
            <a:off x="6852847" y="3796056"/>
            <a:ext cx="18882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Causal self-attention</a:t>
            </a:r>
            <a:endParaRPr i="1">
              <a:solidFill>
                <a:srgbClr val="A61C00"/>
              </a:solidFill>
              <a:latin typeface="Roboto"/>
              <a:ea typeface="Roboto"/>
              <a:cs typeface="Roboto"/>
              <a:sym typeface="Roboto"/>
            </a:endParaRPr>
          </a:p>
        </p:txBody>
      </p:sp>
      <p:cxnSp>
        <p:nvCxnSpPr>
          <p:cNvPr id="966" name="Google Shape;966;p37"/>
          <p:cNvCxnSpPr>
            <a:stCxn id="965" idx="1"/>
          </p:cNvCxnSpPr>
          <p:nvPr/>
        </p:nvCxnSpPr>
        <p:spPr>
          <a:xfrm rot="10800000">
            <a:off x="6560047" y="3763356"/>
            <a:ext cx="292800" cy="234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38"/>
          <p:cNvSpPr/>
          <p:nvPr/>
        </p:nvSpPr>
        <p:spPr>
          <a:xfrm>
            <a:off x="4633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972" name="Google Shape;972;p38"/>
          <p:cNvSpPr/>
          <p:nvPr/>
        </p:nvSpPr>
        <p:spPr>
          <a:xfrm>
            <a:off x="2063272" y="1948750"/>
            <a:ext cx="1676100" cy="26493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973" name="Google Shape;973;p38"/>
          <p:cNvSpPr/>
          <p:nvPr/>
        </p:nvSpPr>
        <p:spPr>
          <a:xfrm>
            <a:off x="2159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974" name="Google Shape;974;p38"/>
          <p:cNvSpPr/>
          <p:nvPr/>
        </p:nvSpPr>
        <p:spPr>
          <a:xfrm>
            <a:off x="2226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975" name="Google Shape;975;p38"/>
          <p:cNvSpPr/>
          <p:nvPr/>
        </p:nvSpPr>
        <p:spPr>
          <a:xfrm>
            <a:off x="2247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976" name="Google Shape;976;p38"/>
          <p:cNvGrpSpPr/>
          <p:nvPr/>
        </p:nvGrpSpPr>
        <p:grpSpPr>
          <a:xfrm>
            <a:off x="2283203" y="3903853"/>
            <a:ext cx="313273" cy="74585"/>
            <a:chOff x="3655625" y="914400"/>
            <a:chExt cx="2743200" cy="690600"/>
          </a:xfrm>
        </p:grpSpPr>
        <p:sp>
          <p:nvSpPr>
            <p:cNvPr id="977" name="Google Shape;977;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78" name="Google Shape;978;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79" name="Google Shape;979;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980" name="Google Shape;980;p38"/>
          <p:cNvSpPr txBox="1"/>
          <p:nvPr/>
        </p:nvSpPr>
        <p:spPr>
          <a:xfrm>
            <a:off x="2204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981" name="Google Shape;981;p38"/>
          <p:cNvGrpSpPr/>
          <p:nvPr/>
        </p:nvGrpSpPr>
        <p:grpSpPr>
          <a:xfrm>
            <a:off x="2740403" y="3903853"/>
            <a:ext cx="313273" cy="74585"/>
            <a:chOff x="3655625" y="914400"/>
            <a:chExt cx="2743200" cy="690600"/>
          </a:xfrm>
        </p:grpSpPr>
        <p:sp>
          <p:nvSpPr>
            <p:cNvPr id="982" name="Google Shape;982;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83" name="Google Shape;983;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84" name="Google Shape;984;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985" name="Google Shape;985;p38"/>
          <p:cNvSpPr txBox="1"/>
          <p:nvPr/>
        </p:nvSpPr>
        <p:spPr>
          <a:xfrm>
            <a:off x="2737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986" name="Google Shape;986;p38"/>
          <p:cNvGrpSpPr/>
          <p:nvPr/>
        </p:nvGrpSpPr>
        <p:grpSpPr>
          <a:xfrm>
            <a:off x="3197603" y="3903853"/>
            <a:ext cx="313273" cy="74585"/>
            <a:chOff x="3655625" y="914400"/>
            <a:chExt cx="2743200" cy="690600"/>
          </a:xfrm>
        </p:grpSpPr>
        <p:sp>
          <p:nvSpPr>
            <p:cNvPr id="987" name="Google Shape;987;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88" name="Google Shape;988;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89" name="Google Shape;989;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990" name="Google Shape;990;p38"/>
          <p:cNvSpPr txBox="1"/>
          <p:nvPr/>
        </p:nvSpPr>
        <p:spPr>
          <a:xfrm>
            <a:off x="3113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991" name="Google Shape;991;p38"/>
          <p:cNvGrpSpPr/>
          <p:nvPr/>
        </p:nvGrpSpPr>
        <p:grpSpPr>
          <a:xfrm>
            <a:off x="2283203" y="3446653"/>
            <a:ext cx="313273" cy="74585"/>
            <a:chOff x="3655625" y="914400"/>
            <a:chExt cx="2743200" cy="690600"/>
          </a:xfrm>
        </p:grpSpPr>
        <p:sp>
          <p:nvSpPr>
            <p:cNvPr id="992" name="Google Shape;992;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93" name="Google Shape;993;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94" name="Google Shape;994;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995" name="Google Shape;995;p38"/>
          <p:cNvGrpSpPr/>
          <p:nvPr/>
        </p:nvGrpSpPr>
        <p:grpSpPr>
          <a:xfrm>
            <a:off x="2740403" y="3446653"/>
            <a:ext cx="313273" cy="74585"/>
            <a:chOff x="3655625" y="914400"/>
            <a:chExt cx="2743200" cy="690600"/>
          </a:xfrm>
        </p:grpSpPr>
        <p:sp>
          <p:nvSpPr>
            <p:cNvPr id="996" name="Google Shape;996;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97" name="Google Shape;997;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998" name="Google Shape;998;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999" name="Google Shape;999;p38"/>
          <p:cNvGrpSpPr/>
          <p:nvPr/>
        </p:nvGrpSpPr>
        <p:grpSpPr>
          <a:xfrm>
            <a:off x="3197603" y="3446653"/>
            <a:ext cx="313273" cy="74585"/>
            <a:chOff x="3655625" y="914400"/>
            <a:chExt cx="2743200" cy="690600"/>
          </a:xfrm>
        </p:grpSpPr>
        <p:sp>
          <p:nvSpPr>
            <p:cNvPr id="1000" name="Google Shape;1000;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01" name="Google Shape;1001;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02" name="Google Shape;1002;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003" name="Google Shape;1003;p38"/>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Encoder-decoder</a:t>
            </a:r>
            <a:endParaRPr/>
          </a:p>
        </p:txBody>
      </p:sp>
      <p:cxnSp>
        <p:nvCxnSpPr>
          <p:cNvPr id="1004" name="Google Shape;1004;p38"/>
          <p:cNvCxnSpPr>
            <a:stCxn id="982" idx="0"/>
            <a:endCxn id="992" idx="2"/>
          </p:cNvCxnSpPr>
          <p:nvPr/>
        </p:nvCxnSpPr>
        <p:spPr>
          <a:xfrm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005" name="Google Shape;1005;p38"/>
          <p:cNvCxnSpPr>
            <a:stCxn id="987" idx="0"/>
          </p:cNvCxnSpPr>
          <p:nvPr/>
        </p:nvCxnSpPr>
        <p:spPr>
          <a:xfrm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006" name="Google Shape;1006;p38"/>
          <p:cNvCxnSpPr>
            <a:stCxn id="977" idx="0"/>
          </p:cNvCxnSpPr>
          <p:nvPr/>
        </p:nvCxnSpPr>
        <p:spPr>
          <a:xfrm rot="10800000">
            <a:off x="2439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007" name="Google Shape;1007;p38"/>
          <p:cNvCxnSpPr>
            <a:stCxn id="977" idx="0"/>
            <a:endCxn id="996" idx="2"/>
          </p:cNvCxnSpPr>
          <p:nvPr/>
        </p:nvCxnSpPr>
        <p:spPr>
          <a:xfrm flipH="1"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008" name="Google Shape;1008;p38"/>
          <p:cNvCxnSpPr>
            <a:stCxn id="977" idx="0"/>
            <a:endCxn id="1000" idx="2"/>
          </p:cNvCxnSpPr>
          <p:nvPr/>
        </p:nvCxnSpPr>
        <p:spPr>
          <a:xfrm flipH="1"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009" name="Google Shape;1009;p38"/>
          <p:cNvCxnSpPr>
            <a:stCxn id="982" idx="0"/>
            <a:endCxn id="996" idx="2"/>
          </p:cNvCxnSpPr>
          <p:nvPr/>
        </p:nvCxnSpPr>
        <p:spPr>
          <a:xfrm rot="10800000">
            <a:off x="2897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010" name="Google Shape;1010;p38"/>
          <p:cNvCxnSpPr>
            <a:stCxn id="987" idx="0"/>
            <a:endCxn id="1000" idx="2"/>
          </p:cNvCxnSpPr>
          <p:nvPr/>
        </p:nvCxnSpPr>
        <p:spPr>
          <a:xfrm rot="10800000">
            <a:off x="3354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011" name="Google Shape;1011;p38"/>
          <p:cNvCxnSpPr>
            <a:stCxn id="987" idx="0"/>
            <a:endCxn id="996" idx="2"/>
          </p:cNvCxnSpPr>
          <p:nvPr/>
        </p:nvCxnSpPr>
        <p:spPr>
          <a:xfrm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012" name="Google Shape;1012;p38"/>
          <p:cNvCxnSpPr>
            <a:stCxn id="982" idx="0"/>
            <a:endCxn id="1000" idx="2"/>
          </p:cNvCxnSpPr>
          <p:nvPr/>
        </p:nvCxnSpPr>
        <p:spPr>
          <a:xfrm flipH="1"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1013" name="Google Shape;1013;p38"/>
          <p:cNvGrpSpPr/>
          <p:nvPr/>
        </p:nvGrpSpPr>
        <p:grpSpPr>
          <a:xfrm>
            <a:off x="2283203" y="3201599"/>
            <a:ext cx="313273" cy="74585"/>
            <a:chOff x="3655625" y="914400"/>
            <a:chExt cx="2743200" cy="690600"/>
          </a:xfrm>
        </p:grpSpPr>
        <p:sp>
          <p:nvSpPr>
            <p:cNvPr id="1014" name="Google Shape;1014;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15" name="Google Shape;1015;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16" name="Google Shape;1016;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017" name="Google Shape;1017;p38"/>
          <p:cNvGrpSpPr/>
          <p:nvPr/>
        </p:nvGrpSpPr>
        <p:grpSpPr>
          <a:xfrm>
            <a:off x="2740403" y="3201599"/>
            <a:ext cx="313273" cy="74585"/>
            <a:chOff x="3655625" y="914400"/>
            <a:chExt cx="2743200" cy="690600"/>
          </a:xfrm>
        </p:grpSpPr>
        <p:sp>
          <p:nvSpPr>
            <p:cNvPr id="1018" name="Google Shape;1018;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19" name="Google Shape;1019;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20" name="Google Shape;1020;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021" name="Google Shape;1021;p38"/>
          <p:cNvGrpSpPr/>
          <p:nvPr/>
        </p:nvGrpSpPr>
        <p:grpSpPr>
          <a:xfrm>
            <a:off x="3197603" y="3201599"/>
            <a:ext cx="313273" cy="74585"/>
            <a:chOff x="3655625" y="914400"/>
            <a:chExt cx="2743200" cy="690600"/>
          </a:xfrm>
        </p:grpSpPr>
        <p:sp>
          <p:nvSpPr>
            <p:cNvPr id="1022" name="Google Shape;1022;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23" name="Google Shape;1023;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24" name="Google Shape;1024;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025" name="Google Shape;1025;p38"/>
          <p:cNvGrpSpPr/>
          <p:nvPr/>
        </p:nvGrpSpPr>
        <p:grpSpPr>
          <a:xfrm>
            <a:off x="2283203" y="2980147"/>
            <a:ext cx="313273" cy="74585"/>
            <a:chOff x="3655625" y="914400"/>
            <a:chExt cx="2743200" cy="690600"/>
          </a:xfrm>
        </p:grpSpPr>
        <p:sp>
          <p:nvSpPr>
            <p:cNvPr id="1026" name="Google Shape;1026;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27" name="Google Shape;1027;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28" name="Google Shape;1028;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029" name="Google Shape;1029;p38"/>
          <p:cNvGrpSpPr/>
          <p:nvPr/>
        </p:nvGrpSpPr>
        <p:grpSpPr>
          <a:xfrm>
            <a:off x="2740403" y="2980147"/>
            <a:ext cx="313273" cy="74585"/>
            <a:chOff x="3655625" y="914400"/>
            <a:chExt cx="2743200" cy="690600"/>
          </a:xfrm>
        </p:grpSpPr>
        <p:sp>
          <p:nvSpPr>
            <p:cNvPr id="1030" name="Google Shape;1030;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31" name="Google Shape;1031;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32" name="Google Shape;1032;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033" name="Google Shape;1033;p38"/>
          <p:cNvGrpSpPr/>
          <p:nvPr/>
        </p:nvGrpSpPr>
        <p:grpSpPr>
          <a:xfrm>
            <a:off x="3197603" y="2980147"/>
            <a:ext cx="313273" cy="74585"/>
            <a:chOff x="3655625" y="914400"/>
            <a:chExt cx="2743200" cy="690600"/>
          </a:xfrm>
        </p:grpSpPr>
        <p:sp>
          <p:nvSpPr>
            <p:cNvPr id="1034" name="Google Shape;1034;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35" name="Google Shape;1035;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36" name="Google Shape;1036;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037" name="Google Shape;1037;p38"/>
          <p:cNvCxnSpPr>
            <a:stCxn id="1014" idx="0"/>
            <a:endCxn id="1026" idx="2"/>
          </p:cNvCxnSpPr>
          <p:nvPr/>
        </p:nvCxnSpPr>
        <p:spPr>
          <a:xfrm rot="10800000">
            <a:off x="2439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038" name="Google Shape;1038;p38"/>
          <p:cNvCxnSpPr>
            <a:stCxn id="1022" idx="0"/>
            <a:endCxn id="1034" idx="2"/>
          </p:cNvCxnSpPr>
          <p:nvPr/>
        </p:nvCxnSpPr>
        <p:spPr>
          <a:xfrm rot="10800000">
            <a:off x="3354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039" name="Google Shape;1039;p38"/>
          <p:cNvCxnSpPr>
            <a:stCxn id="1018" idx="0"/>
            <a:endCxn id="1030" idx="2"/>
          </p:cNvCxnSpPr>
          <p:nvPr/>
        </p:nvCxnSpPr>
        <p:spPr>
          <a:xfrm rot="10800000">
            <a:off x="2897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1040" name="Google Shape;1040;p38"/>
          <p:cNvSpPr/>
          <p:nvPr/>
        </p:nvSpPr>
        <p:spPr>
          <a:xfrm>
            <a:off x="2206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1041" name="Google Shape;1041;p38"/>
          <p:cNvSpPr/>
          <p:nvPr/>
        </p:nvSpPr>
        <p:spPr>
          <a:xfrm>
            <a:off x="2309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1042" name="Google Shape;1042;p38"/>
          <p:cNvSpPr/>
          <p:nvPr/>
        </p:nvSpPr>
        <p:spPr>
          <a:xfrm>
            <a:off x="2309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1043" name="Google Shape;1043;p38"/>
          <p:cNvSpPr/>
          <p:nvPr/>
        </p:nvSpPr>
        <p:spPr>
          <a:xfrm>
            <a:off x="4721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1044" name="Google Shape;1044;p38"/>
          <p:cNvSpPr/>
          <p:nvPr/>
        </p:nvSpPr>
        <p:spPr>
          <a:xfrm>
            <a:off x="4761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045" name="Google Shape;1045;p38"/>
          <p:cNvGrpSpPr/>
          <p:nvPr/>
        </p:nvGrpSpPr>
        <p:grpSpPr>
          <a:xfrm>
            <a:off x="4797803" y="3955308"/>
            <a:ext cx="313273" cy="74585"/>
            <a:chOff x="3655625" y="914400"/>
            <a:chExt cx="2743200" cy="690600"/>
          </a:xfrm>
        </p:grpSpPr>
        <p:sp>
          <p:nvSpPr>
            <p:cNvPr id="1046" name="Google Shape;1046;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47" name="Google Shape;1047;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48" name="Google Shape;1048;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049" name="Google Shape;1049;p38"/>
          <p:cNvSpPr txBox="1"/>
          <p:nvPr/>
        </p:nvSpPr>
        <p:spPr>
          <a:xfrm>
            <a:off x="5176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1050" name="Google Shape;1050;p38"/>
          <p:cNvGrpSpPr/>
          <p:nvPr/>
        </p:nvGrpSpPr>
        <p:grpSpPr>
          <a:xfrm>
            <a:off x="5255003" y="3955308"/>
            <a:ext cx="313273" cy="74585"/>
            <a:chOff x="3655625" y="914400"/>
            <a:chExt cx="2743200" cy="690600"/>
          </a:xfrm>
        </p:grpSpPr>
        <p:sp>
          <p:nvSpPr>
            <p:cNvPr id="1051" name="Google Shape;1051;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52" name="Google Shape;1052;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53" name="Google Shape;1053;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054" name="Google Shape;1054;p38"/>
          <p:cNvSpPr txBox="1"/>
          <p:nvPr/>
        </p:nvSpPr>
        <p:spPr>
          <a:xfrm>
            <a:off x="5702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1055" name="Google Shape;1055;p38"/>
          <p:cNvGrpSpPr/>
          <p:nvPr/>
        </p:nvGrpSpPr>
        <p:grpSpPr>
          <a:xfrm>
            <a:off x="5712203" y="3955308"/>
            <a:ext cx="313273" cy="74585"/>
            <a:chOff x="3655625" y="914400"/>
            <a:chExt cx="2743200" cy="690600"/>
          </a:xfrm>
        </p:grpSpPr>
        <p:sp>
          <p:nvSpPr>
            <p:cNvPr id="1056" name="Google Shape;1056;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57" name="Google Shape;1057;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58" name="Google Shape;1058;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059" name="Google Shape;1059;p38"/>
          <p:cNvSpPr txBox="1"/>
          <p:nvPr/>
        </p:nvSpPr>
        <p:spPr>
          <a:xfrm>
            <a:off x="6116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1060" name="Google Shape;1060;p38"/>
          <p:cNvGrpSpPr/>
          <p:nvPr/>
        </p:nvGrpSpPr>
        <p:grpSpPr>
          <a:xfrm>
            <a:off x="4797803" y="3498108"/>
            <a:ext cx="313273" cy="74585"/>
            <a:chOff x="3655625" y="914400"/>
            <a:chExt cx="2743200" cy="690600"/>
          </a:xfrm>
        </p:grpSpPr>
        <p:sp>
          <p:nvSpPr>
            <p:cNvPr id="1061" name="Google Shape;1061;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62" name="Google Shape;1062;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63" name="Google Shape;1063;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064" name="Google Shape;1064;p38"/>
          <p:cNvGrpSpPr/>
          <p:nvPr/>
        </p:nvGrpSpPr>
        <p:grpSpPr>
          <a:xfrm>
            <a:off x="5255003" y="3498108"/>
            <a:ext cx="313273" cy="74585"/>
            <a:chOff x="3655625" y="914400"/>
            <a:chExt cx="2743200" cy="690600"/>
          </a:xfrm>
        </p:grpSpPr>
        <p:sp>
          <p:nvSpPr>
            <p:cNvPr id="1065" name="Google Shape;1065;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66" name="Google Shape;1066;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67" name="Google Shape;1067;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068" name="Google Shape;1068;p38"/>
          <p:cNvGrpSpPr/>
          <p:nvPr/>
        </p:nvGrpSpPr>
        <p:grpSpPr>
          <a:xfrm>
            <a:off x="5712203" y="3498108"/>
            <a:ext cx="313273" cy="74585"/>
            <a:chOff x="3655625" y="914400"/>
            <a:chExt cx="2743200" cy="690600"/>
          </a:xfrm>
        </p:grpSpPr>
        <p:sp>
          <p:nvSpPr>
            <p:cNvPr id="1069" name="Google Shape;1069;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70" name="Google Shape;1070;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71" name="Google Shape;1071;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072" name="Google Shape;1072;p38"/>
          <p:cNvCxnSpPr>
            <a:stCxn id="1046" idx="0"/>
          </p:cNvCxnSpPr>
          <p:nvPr/>
        </p:nvCxnSpPr>
        <p:spPr>
          <a:xfrm rot="10800000">
            <a:off x="4954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073" name="Google Shape;1073;p38"/>
          <p:cNvCxnSpPr>
            <a:stCxn id="1046" idx="0"/>
            <a:endCxn id="1065" idx="2"/>
          </p:cNvCxnSpPr>
          <p:nvPr/>
        </p:nvCxnSpPr>
        <p:spPr>
          <a:xfrm flipH="1" rot="10800000">
            <a:off x="4954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074" name="Google Shape;1074;p38"/>
          <p:cNvCxnSpPr>
            <a:stCxn id="1046" idx="0"/>
            <a:endCxn id="1069" idx="2"/>
          </p:cNvCxnSpPr>
          <p:nvPr/>
        </p:nvCxnSpPr>
        <p:spPr>
          <a:xfrm flipH="1" rot="10800000">
            <a:off x="4954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075" name="Google Shape;1075;p38"/>
          <p:cNvCxnSpPr>
            <a:stCxn id="1051" idx="0"/>
            <a:endCxn id="1065" idx="2"/>
          </p:cNvCxnSpPr>
          <p:nvPr/>
        </p:nvCxnSpPr>
        <p:spPr>
          <a:xfrm rot="10800000">
            <a:off x="5411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076" name="Google Shape;1076;p38"/>
          <p:cNvCxnSpPr>
            <a:stCxn id="1056" idx="0"/>
            <a:endCxn id="1069" idx="2"/>
          </p:cNvCxnSpPr>
          <p:nvPr/>
        </p:nvCxnSpPr>
        <p:spPr>
          <a:xfrm rot="10800000">
            <a:off x="5868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077" name="Google Shape;1077;p38"/>
          <p:cNvCxnSpPr>
            <a:stCxn id="1051" idx="0"/>
            <a:endCxn id="1069" idx="2"/>
          </p:cNvCxnSpPr>
          <p:nvPr/>
        </p:nvCxnSpPr>
        <p:spPr>
          <a:xfrm flipH="1" rot="10800000">
            <a:off x="5411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1078" name="Google Shape;1078;p38"/>
          <p:cNvGrpSpPr/>
          <p:nvPr/>
        </p:nvGrpSpPr>
        <p:grpSpPr>
          <a:xfrm rot="-5400000">
            <a:off x="5629796" y="2328825"/>
            <a:ext cx="109798" cy="26302"/>
            <a:chOff x="4885225" y="945750"/>
            <a:chExt cx="311926" cy="74700"/>
          </a:xfrm>
        </p:grpSpPr>
        <p:sp>
          <p:nvSpPr>
            <p:cNvPr id="1079" name="Google Shape;1079;p38"/>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80" name="Google Shape;1080;p38"/>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81" name="Google Shape;1081;p38"/>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082" name="Google Shape;1082;p38"/>
          <p:cNvSpPr/>
          <p:nvPr/>
        </p:nvSpPr>
        <p:spPr>
          <a:xfrm>
            <a:off x="4721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1083" name="Google Shape;1083;p38"/>
          <p:cNvSpPr/>
          <p:nvPr/>
        </p:nvSpPr>
        <p:spPr>
          <a:xfrm>
            <a:off x="4761872" y="1204438"/>
            <a:ext cx="1798200" cy="4650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1084" name="Google Shape;1084;p38"/>
          <p:cNvSpPr/>
          <p:nvPr/>
        </p:nvSpPr>
        <p:spPr>
          <a:xfrm>
            <a:off x="4775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1085" name="Google Shape;1085;p38"/>
          <p:cNvSpPr/>
          <p:nvPr/>
        </p:nvSpPr>
        <p:spPr>
          <a:xfrm>
            <a:off x="4761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1086" name="Google Shape;1086;p38"/>
          <p:cNvGrpSpPr/>
          <p:nvPr/>
        </p:nvGrpSpPr>
        <p:grpSpPr>
          <a:xfrm>
            <a:off x="4797678" y="1380708"/>
            <a:ext cx="313273" cy="74585"/>
            <a:chOff x="3655625" y="914400"/>
            <a:chExt cx="2743200" cy="690600"/>
          </a:xfrm>
        </p:grpSpPr>
        <p:sp>
          <p:nvSpPr>
            <p:cNvPr id="1087" name="Google Shape;1087;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88" name="Google Shape;1088;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89" name="Google Shape;1089;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090" name="Google Shape;1090;p38"/>
          <p:cNvGrpSpPr/>
          <p:nvPr/>
        </p:nvGrpSpPr>
        <p:grpSpPr>
          <a:xfrm>
            <a:off x="5254878" y="1373704"/>
            <a:ext cx="313273" cy="74585"/>
            <a:chOff x="3655625" y="914400"/>
            <a:chExt cx="2743200" cy="690600"/>
          </a:xfrm>
        </p:grpSpPr>
        <p:sp>
          <p:nvSpPr>
            <p:cNvPr id="1091" name="Google Shape;1091;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92" name="Google Shape;1092;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93" name="Google Shape;1093;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094" name="Google Shape;1094;p38"/>
          <p:cNvGrpSpPr/>
          <p:nvPr/>
        </p:nvGrpSpPr>
        <p:grpSpPr>
          <a:xfrm>
            <a:off x="5712078" y="1373704"/>
            <a:ext cx="313273" cy="74585"/>
            <a:chOff x="3655625" y="914400"/>
            <a:chExt cx="2743200" cy="690600"/>
          </a:xfrm>
        </p:grpSpPr>
        <p:sp>
          <p:nvSpPr>
            <p:cNvPr id="1095" name="Google Shape;1095;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96" name="Google Shape;1096;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097" name="Google Shape;1097;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098" name="Google Shape;1098;p38"/>
          <p:cNvGrpSpPr/>
          <p:nvPr/>
        </p:nvGrpSpPr>
        <p:grpSpPr>
          <a:xfrm>
            <a:off x="2300215" y="1858996"/>
            <a:ext cx="313273" cy="74585"/>
            <a:chOff x="3655625" y="914400"/>
            <a:chExt cx="2743200" cy="690600"/>
          </a:xfrm>
        </p:grpSpPr>
        <p:sp>
          <p:nvSpPr>
            <p:cNvPr id="1099" name="Google Shape;1099;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00" name="Google Shape;1100;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01" name="Google Shape;1101;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02" name="Google Shape;1102;p38"/>
          <p:cNvGrpSpPr/>
          <p:nvPr/>
        </p:nvGrpSpPr>
        <p:grpSpPr>
          <a:xfrm>
            <a:off x="2757415" y="1858996"/>
            <a:ext cx="313273" cy="74585"/>
            <a:chOff x="3655625" y="914400"/>
            <a:chExt cx="2743200" cy="690600"/>
          </a:xfrm>
        </p:grpSpPr>
        <p:sp>
          <p:nvSpPr>
            <p:cNvPr id="1103" name="Google Shape;1103;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04" name="Google Shape;1104;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05" name="Google Shape;1105;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06" name="Google Shape;1106;p38"/>
          <p:cNvGrpSpPr/>
          <p:nvPr/>
        </p:nvGrpSpPr>
        <p:grpSpPr>
          <a:xfrm>
            <a:off x="3214615" y="1858996"/>
            <a:ext cx="313273" cy="74585"/>
            <a:chOff x="3655625" y="914400"/>
            <a:chExt cx="2743200" cy="690600"/>
          </a:xfrm>
        </p:grpSpPr>
        <p:sp>
          <p:nvSpPr>
            <p:cNvPr id="1107" name="Google Shape;1107;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08" name="Google Shape;1108;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09" name="Google Shape;1109;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10" name="Google Shape;1110;p38"/>
          <p:cNvGrpSpPr/>
          <p:nvPr/>
        </p:nvGrpSpPr>
        <p:grpSpPr>
          <a:xfrm rot="-5400000">
            <a:off x="2844981" y="2771949"/>
            <a:ext cx="109798" cy="26302"/>
            <a:chOff x="4885225" y="945750"/>
            <a:chExt cx="311926" cy="74700"/>
          </a:xfrm>
        </p:grpSpPr>
        <p:sp>
          <p:nvSpPr>
            <p:cNvPr id="1111" name="Google Shape;1111;p38"/>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12" name="Google Shape;1112;p38"/>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13" name="Google Shape;1113;p38"/>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1114" name="Google Shape;1114;p38"/>
          <p:cNvGrpSpPr/>
          <p:nvPr/>
        </p:nvGrpSpPr>
        <p:grpSpPr>
          <a:xfrm>
            <a:off x="6169403" y="3955308"/>
            <a:ext cx="313273" cy="74585"/>
            <a:chOff x="3655625" y="914400"/>
            <a:chExt cx="2743200" cy="690600"/>
          </a:xfrm>
        </p:grpSpPr>
        <p:sp>
          <p:nvSpPr>
            <p:cNvPr id="1115" name="Google Shape;1115;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16" name="Google Shape;1116;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17" name="Google Shape;1117;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18" name="Google Shape;1118;p38"/>
          <p:cNvGrpSpPr/>
          <p:nvPr/>
        </p:nvGrpSpPr>
        <p:grpSpPr>
          <a:xfrm>
            <a:off x="6169403" y="3498108"/>
            <a:ext cx="313273" cy="74585"/>
            <a:chOff x="3655625" y="914400"/>
            <a:chExt cx="2743200" cy="690600"/>
          </a:xfrm>
        </p:grpSpPr>
        <p:sp>
          <p:nvSpPr>
            <p:cNvPr id="1119" name="Google Shape;1119;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20" name="Google Shape;1120;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21" name="Google Shape;1121;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122" name="Google Shape;1122;p38"/>
          <p:cNvCxnSpPr>
            <a:stCxn id="1046" idx="0"/>
            <a:endCxn id="1119" idx="2"/>
          </p:cNvCxnSpPr>
          <p:nvPr/>
        </p:nvCxnSpPr>
        <p:spPr>
          <a:xfrm flipH="1" rot="10800000">
            <a:off x="4954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1123" name="Google Shape;1123;p38"/>
          <p:cNvCxnSpPr>
            <a:stCxn id="1051" idx="0"/>
            <a:endCxn id="1119" idx="2"/>
          </p:cNvCxnSpPr>
          <p:nvPr/>
        </p:nvCxnSpPr>
        <p:spPr>
          <a:xfrm flipH="1" rot="10800000">
            <a:off x="5411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124" name="Google Shape;1124;p38"/>
          <p:cNvCxnSpPr>
            <a:stCxn id="1056" idx="0"/>
            <a:endCxn id="1119" idx="2"/>
          </p:cNvCxnSpPr>
          <p:nvPr/>
        </p:nvCxnSpPr>
        <p:spPr>
          <a:xfrm flipH="1" rot="10800000">
            <a:off x="5868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125" name="Google Shape;1125;p38"/>
          <p:cNvCxnSpPr>
            <a:stCxn id="1115" idx="0"/>
            <a:endCxn id="1119" idx="2"/>
          </p:cNvCxnSpPr>
          <p:nvPr/>
        </p:nvCxnSpPr>
        <p:spPr>
          <a:xfrm rot="10800000">
            <a:off x="6326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1126" name="Google Shape;1126;p38"/>
          <p:cNvSpPr/>
          <p:nvPr/>
        </p:nvSpPr>
        <p:spPr>
          <a:xfrm>
            <a:off x="4744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1127" name="Google Shape;1127;p38"/>
          <p:cNvGrpSpPr/>
          <p:nvPr/>
        </p:nvGrpSpPr>
        <p:grpSpPr>
          <a:xfrm>
            <a:off x="4801103" y="2801514"/>
            <a:ext cx="313273" cy="74585"/>
            <a:chOff x="3655625" y="914400"/>
            <a:chExt cx="2743200" cy="690600"/>
          </a:xfrm>
        </p:grpSpPr>
        <p:sp>
          <p:nvSpPr>
            <p:cNvPr id="1128" name="Google Shape;1128;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29" name="Google Shape;1129;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30" name="Google Shape;1130;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31" name="Google Shape;1131;p38"/>
          <p:cNvGrpSpPr/>
          <p:nvPr/>
        </p:nvGrpSpPr>
        <p:grpSpPr>
          <a:xfrm>
            <a:off x="5258303" y="2801514"/>
            <a:ext cx="313273" cy="74585"/>
            <a:chOff x="3655625" y="914400"/>
            <a:chExt cx="2743200" cy="690600"/>
          </a:xfrm>
        </p:grpSpPr>
        <p:sp>
          <p:nvSpPr>
            <p:cNvPr id="1132" name="Google Shape;1132;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33" name="Google Shape;1133;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34" name="Google Shape;1134;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35" name="Google Shape;1135;p38"/>
          <p:cNvGrpSpPr/>
          <p:nvPr/>
        </p:nvGrpSpPr>
        <p:grpSpPr>
          <a:xfrm>
            <a:off x="5715503" y="2801514"/>
            <a:ext cx="313273" cy="74585"/>
            <a:chOff x="3655625" y="914400"/>
            <a:chExt cx="2743200" cy="690600"/>
          </a:xfrm>
        </p:grpSpPr>
        <p:sp>
          <p:nvSpPr>
            <p:cNvPr id="1136" name="Google Shape;1136;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37" name="Google Shape;1137;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38" name="Google Shape;1138;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39" name="Google Shape;1139;p38"/>
          <p:cNvGrpSpPr/>
          <p:nvPr/>
        </p:nvGrpSpPr>
        <p:grpSpPr>
          <a:xfrm>
            <a:off x="4801103" y="2580063"/>
            <a:ext cx="313273" cy="74585"/>
            <a:chOff x="3655625" y="914400"/>
            <a:chExt cx="2743200" cy="690600"/>
          </a:xfrm>
        </p:grpSpPr>
        <p:sp>
          <p:nvSpPr>
            <p:cNvPr id="1140" name="Google Shape;1140;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41" name="Google Shape;1141;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42" name="Google Shape;1142;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43" name="Google Shape;1143;p38"/>
          <p:cNvGrpSpPr/>
          <p:nvPr/>
        </p:nvGrpSpPr>
        <p:grpSpPr>
          <a:xfrm>
            <a:off x="5258303" y="2580063"/>
            <a:ext cx="313273" cy="74585"/>
            <a:chOff x="3655625" y="914400"/>
            <a:chExt cx="2743200" cy="690600"/>
          </a:xfrm>
        </p:grpSpPr>
        <p:sp>
          <p:nvSpPr>
            <p:cNvPr id="1144" name="Google Shape;1144;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45" name="Google Shape;1145;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46" name="Google Shape;1146;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47" name="Google Shape;1147;p38"/>
          <p:cNvGrpSpPr/>
          <p:nvPr/>
        </p:nvGrpSpPr>
        <p:grpSpPr>
          <a:xfrm>
            <a:off x="5715503" y="2580063"/>
            <a:ext cx="313273" cy="74585"/>
            <a:chOff x="3655625" y="914400"/>
            <a:chExt cx="2743200" cy="690600"/>
          </a:xfrm>
        </p:grpSpPr>
        <p:sp>
          <p:nvSpPr>
            <p:cNvPr id="1148" name="Google Shape;1148;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49" name="Google Shape;1149;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50" name="Google Shape;1150;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151" name="Google Shape;1151;p38"/>
          <p:cNvCxnSpPr>
            <a:stCxn id="1128" idx="0"/>
            <a:endCxn id="1140" idx="2"/>
          </p:cNvCxnSpPr>
          <p:nvPr/>
        </p:nvCxnSpPr>
        <p:spPr>
          <a:xfrm rot="10800000">
            <a:off x="4957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152" name="Google Shape;1152;p38"/>
          <p:cNvCxnSpPr>
            <a:stCxn id="1136" idx="0"/>
            <a:endCxn id="1148" idx="2"/>
          </p:cNvCxnSpPr>
          <p:nvPr/>
        </p:nvCxnSpPr>
        <p:spPr>
          <a:xfrm rot="10800000">
            <a:off x="5872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153" name="Google Shape;1153;p38"/>
          <p:cNvCxnSpPr>
            <a:stCxn id="1132" idx="0"/>
            <a:endCxn id="1144" idx="2"/>
          </p:cNvCxnSpPr>
          <p:nvPr/>
        </p:nvCxnSpPr>
        <p:spPr>
          <a:xfrm rot="10800000">
            <a:off x="5414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1154" name="Google Shape;1154;p38"/>
          <p:cNvGrpSpPr/>
          <p:nvPr/>
        </p:nvGrpSpPr>
        <p:grpSpPr>
          <a:xfrm>
            <a:off x="6172703" y="2804397"/>
            <a:ext cx="313273" cy="74585"/>
            <a:chOff x="3655625" y="914400"/>
            <a:chExt cx="2743200" cy="690600"/>
          </a:xfrm>
        </p:grpSpPr>
        <p:sp>
          <p:nvSpPr>
            <p:cNvPr id="1155" name="Google Shape;1155;p3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56" name="Google Shape;1156;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57" name="Google Shape;1157;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58" name="Google Shape;1158;p38"/>
          <p:cNvGrpSpPr/>
          <p:nvPr/>
        </p:nvGrpSpPr>
        <p:grpSpPr>
          <a:xfrm>
            <a:off x="6172703" y="2576499"/>
            <a:ext cx="313273" cy="74585"/>
            <a:chOff x="3655625" y="914400"/>
            <a:chExt cx="2743200" cy="690600"/>
          </a:xfrm>
        </p:grpSpPr>
        <p:sp>
          <p:nvSpPr>
            <p:cNvPr id="1159" name="Google Shape;1159;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60" name="Google Shape;1160;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61" name="Google Shape;1161;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162" name="Google Shape;1162;p38"/>
          <p:cNvCxnSpPr>
            <a:stCxn id="1155" idx="0"/>
            <a:endCxn id="1159" idx="2"/>
          </p:cNvCxnSpPr>
          <p:nvPr/>
        </p:nvCxnSpPr>
        <p:spPr>
          <a:xfrm rot="10800000">
            <a:off x="6329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1163" name="Google Shape;1163;p38"/>
          <p:cNvSpPr txBox="1"/>
          <p:nvPr/>
        </p:nvSpPr>
        <p:spPr>
          <a:xfrm>
            <a:off x="4658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1164" name="Google Shape;1164;p38"/>
          <p:cNvGrpSpPr/>
          <p:nvPr/>
        </p:nvGrpSpPr>
        <p:grpSpPr>
          <a:xfrm>
            <a:off x="6169278" y="1373704"/>
            <a:ext cx="313273" cy="74585"/>
            <a:chOff x="3655625" y="914400"/>
            <a:chExt cx="2743200" cy="690600"/>
          </a:xfrm>
        </p:grpSpPr>
        <p:sp>
          <p:nvSpPr>
            <p:cNvPr id="1165" name="Google Shape;1165;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66" name="Google Shape;1166;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67" name="Google Shape;1167;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168" name="Google Shape;1168;p38"/>
          <p:cNvSpPr/>
          <p:nvPr/>
        </p:nvSpPr>
        <p:spPr>
          <a:xfrm>
            <a:off x="4761897" y="3189900"/>
            <a:ext cx="1798200" cy="1917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1169" name="Google Shape;1169;p38"/>
          <p:cNvGrpSpPr/>
          <p:nvPr/>
        </p:nvGrpSpPr>
        <p:grpSpPr>
          <a:xfrm>
            <a:off x="5268678" y="3253799"/>
            <a:ext cx="313273" cy="74585"/>
            <a:chOff x="3655625" y="914400"/>
            <a:chExt cx="2743200" cy="690600"/>
          </a:xfrm>
        </p:grpSpPr>
        <p:sp>
          <p:nvSpPr>
            <p:cNvPr id="1170" name="Google Shape;1170;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71" name="Google Shape;1171;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72" name="Google Shape;1172;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73" name="Google Shape;1173;p38"/>
          <p:cNvGrpSpPr/>
          <p:nvPr/>
        </p:nvGrpSpPr>
        <p:grpSpPr>
          <a:xfrm>
            <a:off x="5725878" y="3253799"/>
            <a:ext cx="313273" cy="74585"/>
            <a:chOff x="3655625" y="914400"/>
            <a:chExt cx="2743200" cy="690600"/>
          </a:xfrm>
        </p:grpSpPr>
        <p:sp>
          <p:nvSpPr>
            <p:cNvPr id="1174" name="Google Shape;1174;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75" name="Google Shape;1175;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76" name="Google Shape;1176;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77" name="Google Shape;1177;p38"/>
          <p:cNvGrpSpPr/>
          <p:nvPr/>
        </p:nvGrpSpPr>
        <p:grpSpPr>
          <a:xfrm>
            <a:off x="6183078" y="3253799"/>
            <a:ext cx="313273" cy="74585"/>
            <a:chOff x="3655625" y="914400"/>
            <a:chExt cx="2743200" cy="690600"/>
          </a:xfrm>
        </p:grpSpPr>
        <p:sp>
          <p:nvSpPr>
            <p:cNvPr id="1178" name="Google Shape;1178;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79" name="Google Shape;1179;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80" name="Google Shape;1180;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81" name="Google Shape;1181;p38"/>
          <p:cNvGrpSpPr/>
          <p:nvPr/>
        </p:nvGrpSpPr>
        <p:grpSpPr>
          <a:xfrm>
            <a:off x="4811478" y="3253799"/>
            <a:ext cx="313200" cy="74700"/>
            <a:chOff x="5335131" y="2757062"/>
            <a:chExt cx="313200" cy="74700"/>
          </a:xfrm>
        </p:grpSpPr>
        <p:sp>
          <p:nvSpPr>
            <p:cNvPr id="1182" name="Google Shape;1182;p38"/>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83" name="Google Shape;1183;p38"/>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1184" name="Google Shape;1184;p38"/>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sp>
        <p:nvSpPr>
          <p:cNvPr id="1185" name="Google Shape;118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186" name="Google Shape;1186;p38"/>
          <p:cNvGrpSpPr/>
          <p:nvPr/>
        </p:nvGrpSpPr>
        <p:grpSpPr>
          <a:xfrm>
            <a:off x="4801103" y="722118"/>
            <a:ext cx="313273" cy="74585"/>
            <a:chOff x="3655625" y="914400"/>
            <a:chExt cx="2743200" cy="690600"/>
          </a:xfrm>
        </p:grpSpPr>
        <p:sp>
          <p:nvSpPr>
            <p:cNvPr id="1187" name="Google Shape;1187;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88" name="Google Shape;1188;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89" name="Google Shape;1189;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90" name="Google Shape;1190;p38"/>
          <p:cNvGrpSpPr/>
          <p:nvPr/>
        </p:nvGrpSpPr>
        <p:grpSpPr>
          <a:xfrm>
            <a:off x="5258303" y="722118"/>
            <a:ext cx="313273" cy="74585"/>
            <a:chOff x="3655625" y="914400"/>
            <a:chExt cx="2743200" cy="690600"/>
          </a:xfrm>
        </p:grpSpPr>
        <p:sp>
          <p:nvSpPr>
            <p:cNvPr id="1191" name="Google Shape;1191;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92" name="Google Shape;1192;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93" name="Google Shape;1193;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194" name="Google Shape;1194;p38"/>
          <p:cNvGrpSpPr/>
          <p:nvPr/>
        </p:nvGrpSpPr>
        <p:grpSpPr>
          <a:xfrm>
            <a:off x="5715503" y="722118"/>
            <a:ext cx="313273" cy="74585"/>
            <a:chOff x="3655625" y="914400"/>
            <a:chExt cx="2743200" cy="690600"/>
          </a:xfrm>
        </p:grpSpPr>
        <p:sp>
          <p:nvSpPr>
            <p:cNvPr id="1195" name="Google Shape;1195;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96" name="Google Shape;1196;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197" name="Google Shape;1197;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198" name="Google Shape;1198;p38"/>
          <p:cNvSpPr txBox="1"/>
          <p:nvPr/>
        </p:nvSpPr>
        <p:spPr>
          <a:xfrm>
            <a:off x="6756797" y="737334"/>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Output is a sequence</a:t>
            </a:r>
            <a:endParaRPr i="1">
              <a:solidFill>
                <a:srgbClr val="A61C00"/>
              </a:solidFill>
              <a:latin typeface="Roboto"/>
              <a:ea typeface="Roboto"/>
              <a:cs typeface="Roboto"/>
              <a:sym typeface="Roboto"/>
            </a:endParaRPr>
          </a:p>
        </p:txBody>
      </p:sp>
      <p:cxnSp>
        <p:nvCxnSpPr>
          <p:cNvPr id="1199" name="Google Shape;1199;p38"/>
          <p:cNvCxnSpPr>
            <a:stCxn id="1198" idx="0"/>
            <a:endCxn id="1200" idx="3"/>
          </p:cNvCxnSpPr>
          <p:nvPr/>
        </p:nvCxnSpPr>
        <p:spPr>
          <a:xfrm rot="10800000">
            <a:off x="6656597" y="550134"/>
            <a:ext cx="1120200" cy="187200"/>
          </a:xfrm>
          <a:prstGeom prst="straightConnector1">
            <a:avLst/>
          </a:prstGeom>
          <a:noFill/>
          <a:ln cap="flat" cmpd="sng" w="9525">
            <a:solidFill>
              <a:schemeClr val="dk2"/>
            </a:solidFill>
            <a:prstDash val="solid"/>
            <a:round/>
            <a:headEnd len="med" w="med" type="none"/>
            <a:tailEnd len="med" w="med" type="triangle"/>
          </a:ln>
        </p:spPr>
      </p:cxnSp>
      <p:sp>
        <p:nvSpPr>
          <p:cNvPr id="1201" name="Google Shape;1201;p38"/>
          <p:cNvSpPr txBox="1"/>
          <p:nvPr/>
        </p:nvSpPr>
        <p:spPr>
          <a:xfrm>
            <a:off x="4719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1202" name="Google Shape;1202;p38"/>
          <p:cNvSpPr txBox="1"/>
          <p:nvPr/>
        </p:nvSpPr>
        <p:spPr>
          <a:xfrm>
            <a:off x="5244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1203" name="Google Shape;1203;p38"/>
          <p:cNvSpPr txBox="1"/>
          <p:nvPr/>
        </p:nvSpPr>
        <p:spPr>
          <a:xfrm>
            <a:off x="5659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1204" name="Google Shape;1204;p38"/>
          <p:cNvGrpSpPr/>
          <p:nvPr/>
        </p:nvGrpSpPr>
        <p:grpSpPr>
          <a:xfrm>
            <a:off x="6169266" y="722118"/>
            <a:ext cx="313273" cy="74585"/>
            <a:chOff x="3655625" y="914400"/>
            <a:chExt cx="2743200" cy="690600"/>
          </a:xfrm>
        </p:grpSpPr>
        <p:sp>
          <p:nvSpPr>
            <p:cNvPr id="1205" name="Google Shape;1205;p3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06" name="Google Shape;1206;p3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07" name="Google Shape;1207;p3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200" name="Google Shape;1200;p38"/>
          <p:cNvSpPr txBox="1"/>
          <p:nvPr/>
        </p:nvSpPr>
        <p:spPr>
          <a:xfrm>
            <a:off x="6084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sp>
        <p:nvSpPr>
          <p:cNvPr id="1208" name="Google Shape;1208;p38"/>
          <p:cNvSpPr txBox="1"/>
          <p:nvPr/>
        </p:nvSpPr>
        <p:spPr>
          <a:xfrm>
            <a:off x="580075" y="3043525"/>
            <a:ext cx="1333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Bidirectional self-attention</a:t>
            </a:r>
            <a:endParaRPr i="1">
              <a:solidFill>
                <a:srgbClr val="A61C00"/>
              </a:solidFill>
              <a:latin typeface="Roboto"/>
              <a:ea typeface="Roboto"/>
              <a:cs typeface="Roboto"/>
              <a:sym typeface="Roboto"/>
            </a:endParaRPr>
          </a:p>
        </p:txBody>
      </p:sp>
      <p:cxnSp>
        <p:nvCxnSpPr>
          <p:cNvPr id="1209" name="Google Shape;1209;p38"/>
          <p:cNvCxnSpPr>
            <a:stCxn id="1208" idx="3"/>
          </p:cNvCxnSpPr>
          <p:nvPr/>
        </p:nvCxnSpPr>
        <p:spPr>
          <a:xfrm>
            <a:off x="1913575" y="3329875"/>
            <a:ext cx="333600" cy="382200"/>
          </a:xfrm>
          <a:prstGeom prst="straightConnector1">
            <a:avLst/>
          </a:prstGeom>
          <a:noFill/>
          <a:ln cap="flat" cmpd="sng" w="9525">
            <a:solidFill>
              <a:schemeClr val="dk2"/>
            </a:solidFill>
            <a:prstDash val="solid"/>
            <a:round/>
            <a:headEnd len="med" w="med" type="none"/>
            <a:tailEnd len="med" w="med" type="triangle"/>
          </a:ln>
        </p:spPr>
      </p:cxnSp>
      <p:sp>
        <p:nvSpPr>
          <p:cNvPr id="1210" name="Google Shape;1210;p38"/>
          <p:cNvSpPr txBox="1"/>
          <p:nvPr/>
        </p:nvSpPr>
        <p:spPr>
          <a:xfrm>
            <a:off x="6852847" y="3796056"/>
            <a:ext cx="18882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Causal self-attention</a:t>
            </a:r>
            <a:endParaRPr i="1">
              <a:solidFill>
                <a:srgbClr val="A61C00"/>
              </a:solidFill>
              <a:latin typeface="Roboto"/>
              <a:ea typeface="Roboto"/>
              <a:cs typeface="Roboto"/>
              <a:sym typeface="Roboto"/>
            </a:endParaRPr>
          </a:p>
        </p:txBody>
      </p:sp>
      <p:cxnSp>
        <p:nvCxnSpPr>
          <p:cNvPr id="1211" name="Google Shape;1211;p38"/>
          <p:cNvCxnSpPr>
            <a:stCxn id="1210" idx="1"/>
          </p:cNvCxnSpPr>
          <p:nvPr/>
        </p:nvCxnSpPr>
        <p:spPr>
          <a:xfrm rot="10800000">
            <a:off x="6560047" y="3763356"/>
            <a:ext cx="292800" cy="234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39"/>
          <p:cNvSpPr/>
          <p:nvPr/>
        </p:nvSpPr>
        <p:spPr>
          <a:xfrm>
            <a:off x="4633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1217" name="Google Shape;1217;p39"/>
          <p:cNvSpPr/>
          <p:nvPr/>
        </p:nvSpPr>
        <p:spPr>
          <a:xfrm>
            <a:off x="2063272" y="1948750"/>
            <a:ext cx="1676100" cy="26493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1218" name="Google Shape;1218;p39"/>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Encoder-decoder</a:t>
            </a:r>
            <a:endParaRPr/>
          </a:p>
        </p:txBody>
      </p:sp>
      <p:sp>
        <p:nvSpPr>
          <p:cNvPr id="1219" name="Google Shape;1219;p39"/>
          <p:cNvSpPr/>
          <p:nvPr/>
        </p:nvSpPr>
        <p:spPr>
          <a:xfrm>
            <a:off x="2159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1220" name="Google Shape;1220;p39"/>
          <p:cNvSpPr/>
          <p:nvPr/>
        </p:nvSpPr>
        <p:spPr>
          <a:xfrm>
            <a:off x="2226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1221" name="Google Shape;1221;p39"/>
          <p:cNvSpPr/>
          <p:nvPr/>
        </p:nvSpPr>
        <p:spPr>
          <a:xfrm>
            <a:off x="2247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222" name="Google Shape;1222;p39"/>
          <p:cNvGrpSpPr/>
          <p:nvPr/>
        </p:nvGrpSpPr>
        <p:grpSpPr>
          <a:xfrm>
            <a:off x="2283203" y="3903853"/>
            <a:ext cx="313273" cy="74585"/>
            <a:chOff x="3655625" y="914400"/>
            <a:chExt cx="2743200" cy="690600"/>
          </a:xfrm>
        </p:grpSpPr>
        <p:sp>
          <p:nvSpPr>
            <p:cNvPr id="1223" name="Google Shape;1223;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24" name="Google Shape;1224;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25" name="Google Shape;1225;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226" name="Google Shape;1226;p39"/>
          <p:cNvSpPr txBox="1"/>
          <p:nvPr/>
        </p:nvSpPr>
        <p:spPr>
          <a:xfrm>
            <a:off x="2204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1227" name="Google Shape;1227;p39"/>
          <p:cNvGrpSpPr/>
          <p:nvPr/>
        </p:nvGrpSpPr>
        <p:grpSpPr>
          <a:xfrm>
            <a:off x="2740403" y="3903853"/>
            <a:ext cx="313273" cy="74585"/>
            <a:chOff x="3655625" y="914400"/>
            <a:chExt cx="2743200" cy="690600"/>
          </a:xfrm>
        </p:grpSpPr>
        <p:sp>
          <p:nvSpPr>
            <p:cNvPr id="1228" name="Google Shape;1228;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29" name="Google Shape;1229;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30" name="Google Shape;1230;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231" name="Google Shape;1231;p39"/>
          <p:cNvSpPr txBox="1"/>
          <p:nvPr/>
        </p:nvSpPr>
        <p:spPr>
          <a:xfrm>
            <a:off x="2737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1232" name="Google Shape;1232;p39"/>
          <p:cNvGrpSpPr/>
          <p:nvPr/>
        </p:nvGrpSpPr>
        <p:grpSpPr>
          <a:xfrm>
            <a:off x="3197603" y="3903853"/>
            <a:ext cx="313273" cy="74585"/>
            <a:chOff x="3655625" y="914400"/>
            <a:chExt cx="2743200" cy="690600"/>
          </a:xfrm>
        </p:grpSpPr>
        <p:sp>
          <p:nvSpPr>
            <p:cNvPr id="1233" name="Google Shape;1233;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34" name="Google Shape;1234;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35" name="Google Shape;1235;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236" name="Google Shape;1236;p39"/>
          <p:cNvSpPr txBox="1"/>
          <p:nvPr/>
        </p:nvSpPr>
        <p:spPr>
          <a:xfrm>
            <a:off x="3113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1237" name="Google Shape;1237;p39"/>
          <p:cNvGrpSpPr/>
          <p:nvPr/>
        </p:nvGrpSpPr>
        <p:grpSpPr>
          <a:xfrm>
            <a:off x="2283203" y="3446653"/>
            <a:ext cx="313273" cy="74585"/>
            <a:chOff x="3655625" y="914400"/>
            <a:chExt cx="2743200" cy="690600"/>
          </a:xfrm>
        </p:grpSpPr>
        <p:sp>
          <p:nvSpPr>
            <p:cNvPr id="1238" name="Google Shape;1238;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39" name="Google Shape;1239;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40" name="Google Shape;1240;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241" name="Google Shape;1241;p39"/>
          <p:cNvGrpSpPr/>
          <p:nvPr/>
        </p:nvGrpSpPr>
        <p:grpSpPr>
          <a:xfrm>
            <a:off x="2740403" y="3446653"/>
            <a:ext cx="313273" cy="74585"/>
            <a:chOff x="3655625" y="914400"/>
            <a:chExt cx="2743200" cy="690600"/>
          </a:xfrm>
        </p:grpSpPr>
        <p:sp>
          <p:nvSpPr>
            <p:cNvPr id="1242" name="Google Shape;1242;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43" name="Google Shape;1243;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44" name="Google Shape;1244;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245" name="Google Shape;1245;p39"/>
          <p:cNvGrpSpPr/>
          <p:nvPr/>
        </p:nvGrpSpPr>
        <p:grpSpPr>
          <a:xfrm>
            <a:off x="3197603" y="3446653"/>
            <a:ext cx="313273" cy="74585"/>
            <a:chOff x="3655625" y="914400"/>
            <a:chExt cx="2743200" cy="690600"/>
          </a:xfrm>
        </p:grpSpPr>
        <p:sp>
          <p:nvSpPr>
            <p:cNvPr id="1246" name="Google Shape;1246;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47" name="Google Shape;1247;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48" name="Google Shape;1248;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249" name="Google Shape;1249;p39"/>
          <p:cNvCxnSpPr>
            <a:stCxn id="1228" idx="0"/>
            <a:endCxn id="1238" idx="2"/>
          </p:cNvCxnSpPr>
          <p:nvPr/>
        </p:nvCxnSpPr>
        <p:spPr>
          <a:xfrm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250" name="Google Shape;1250;p39"/>
          <p:cNvCxnSpPr>
            <a:stCxn id="1233" idx="0"/>
          </p:cNvCxnSpPr>
          <p:nvPr/>
        </p:nvCxnSpPr>
        <p:spPr>
          <a:xfrm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251" name="Google Shape;1251;p39"/>
          <p:cNvCxnSpPr>
            <a:stCxn id="1223" idx="0"/>
          </p:cNvCxnSpPr>
          <p:nvPr/>
        </p:nvCxnSpPr>
        <p:spPr>
          <a:xfrm rot="10800000">
            <a:off x="2439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252" name="Google Shape;1252;p39"/>
          <p:cNvCxnSpPr>
            <a:stCxn id="1223" idx="0"/>
            <a:endCxn id="1242" idx="2"/>
          </p:cNvCxnSpPr>
          <p:nvPr/>
        </p:nvCxnSpPr>
        <p:spPr>
          <a:xfrm flipH="1"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253" name="Google Shape;1253;p39"/>
          <p:cNvCxnSpPr>
            <a:stCxn id="1223" idx="0"/>
            <a:endCxn id="1246" idx="2"/>
          </p:cNvCxnSpPr>
          <p:nvPr/>
        </p:nvCxnSpPr>
        <p:spPr>
          <a:xfrm flipH="1"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254" name="Google Shape;1254;p39"/>
          <p:cNvCxnSpPr>
            <a:stCxn id="1228" idx="0"/>
            <a:endCxn id="1242" idx="2"/>
          </p:cNvCxnSpPr>
          <p:nvPr/>
        </p:nvCxnSpPr>
        <p:spPr>
          <a:xfrm rot="10800000">
            <a:off x="2897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255" name="Google Shape;1255;p39"/>
          <p:cNvCxnSpPr>
            <a:stCxn id="1233" idx="0"/>
            <a:endCxn id="1246" idx="2"/>
          </p:cNvCxnSpPr>
          <p:nvPr/>
        </p:nvCxnSpPr>
        <p:spPr>
          <a:xfrm rot="10800000">
            <a:off x="3354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256" name="Google Shape;1256;p39"/>
          <p:cNvCxnSpPr>
            <a:stCxn id="1233" idx="0"/>
            <a:endCxn id="1242" idx="2"/>
          </p:cNvCxnSpPr>
          <p:nvPr/>
        </p:nvCxnSpPr>
        <p:spPr>
          <a:xfrm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257" name="Google Shape;1257;p39"/>
          <p:cNvCxnSpPr>
            <a:stCxn id="1228" idx="0"/>
            <a:endCxn id="1246" idx="2"/>
          </p:cNvCxnSpPr>
          <p:nvPr/>
        </p:nvCxnSpPr>
        <p:spPr>
          <a:xfrm flipH="1"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1258" name="Google Shape;1258;p39"/>
          <p:cNvGrpSpPr/>
          <p:nvPr/>
        </p:nvGrpSpPr>
        <p:grpSpPr>
          <a:xfrm>
            <a:off x="2283203" y="3201599"/>
            <a:ext cx="313273" cy="74585"/>
            <a:chOff x="3655625" y="914400"/>
            <a:chExt cx="2743200" cy="690600"/>
          </a:xfrm>
        </p:grpSpPr>
        <p:sp>
          <p:nvSpPr>
            <p:cNvPr id="1259" name="Google Shape;1259;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60" name="Google Shape;1260;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61" name="Google Shape;1261;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262" name="Google Shape;1262;p39"/>
          <p:cNvGrpSpPr/>
          <p:nvPr/>
        </p:nvGrpSpPr>
        <p:grpSpPr>
          <a:xfrm>
            <a:off x="2740403" y="3201599"/>
            <a:ext cx="313273" cy="74585"/>
            <a:chOff x="3655625" y="914400"/>
            <a:chExt cx="2743200" cy="690600"/>
          </a:xfrm>
        </p:grpSpPr>
        <p:sp>
          <p:nvSpPr>
            <p:cNvPr id="1263" name="Google Shape;1263;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64" name="Google Shape;1264;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65" name="Google Shape;1265;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266" name="Google Shape;1266;p39"/>
          <p:cNvGrpSpPr/>
          <p:nvPr/>
        </p:nvGrpSpPr>
        <p:grpSpPr>
          <a:xfrm>
            <a:off x="3197603" y="3201599"/>
            <a:ext cx="313273" cy="74585"/>
            <a:chOff x="3655625" y="914400"/>
            <a:chExt cx="2743200" cy="690600"/>
          </a:xfrm>
        </p:grpSpPr>
        <p:sp>
          <p:nvSpPr>
            <p:cNvPr id="1267" name="Google Shape;1267;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68" name="Google Shape;1268;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69" name="Google Shape;1269;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270" name="Google Shape;1270;p39"/>
          <p:cNvGrpSpPr/>
          <p:nvPr/>
        </p:nvGrpSpPr>
        <p:grpSpPr>
          <a:xfrm>
            <a:off x="2283203" y="2980147"/>
            <a:ext cx="313273" cy="74585"/>
            <a:chOff x="3655625" y="914400"/>
            <a:chExt cx="2743200" cy="690600"/>
          </a:xfrm>
        </p:grpSpPr>
        <p:sp>
          <p:nvSpPr>
            <p:cNvPr id="1271" name="Google Shape;1271;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72" name="Google Shape;1272;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73" name="Google Shape;1273;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274" name="Google Shape;1274;p39"/>
          <p:cNvGrpSpPr/>
          <p:nvPr/>
        </p:nvGrpSpPr>
        <p:grpSpPr>
          <a:xfrm>
            <a:off x="2740403" y="2980147"/>
            <a:ext cx="313273" cy="74585"/>
            <a:chOff x="3655625" y="914400"/>
            <a:chExt cx="2743200" cy="690600"/>
          </a:xfrm>
        </p:grpSpPr>
        <p:sp>
          <p:nvSpPr>
            <p:cNvPr id="1275" name="Google Shape;1275;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76" name="Google Shape;1276;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77" name="Google Shape;1277;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278" name="Google Shape;1278;p39"/>
          <p:cNvGrpSpPr/>
          <p:nvPr/>
        </p:nvGrpSpPr>
        <p:grpSpPr>
          <a:xfrm>
            <a:off x="3197603" y="2980147"/>
            <a:ext cx="313273" cy="74585"/>
            <a:chOff x="3655625" y="914400"/>
            <a:chExt cx="2743200" cy="690600"/>
          </a:xfrm>
        </p:grpSpPr>
        <p:sp>
          <p:nvSpPr>
            <p:cNvPr id="1279" name="Google Shape;1279;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80" name="Google Shape;1280;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81" name="Google Shape;1281;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282" name="Google Shape;1282;p39"/>
          <p:cNvCxnSpPr>
            <a:stCxn id="1259" idx="0"/>
            <a:endCxn id="1271" idx="2"/>
          </p:cNvCxnSpPr>
          <p:nvPr/>
        </p:nvCxnSpPr>
        <p:spPr>
          <a:xfrm rot="10800000">
            <a:off x="2439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283" name="Google Shape;1283;p39"/>
          <p:cNvCxnSpPr>
            <a:stCxn id="1267" idx="0"/>
            <a:endCxn id="1279" idx="2"/>
          </p:cNvCxnSpPr>
          <p:nvPr/>
        </p:nvCxnSpPr>
        <p:spPr>
          <a:xfrm rot="10800000">
            <a:off x="3354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284" name="Google Shape;1284;p39"/>
          <p:cNvCxnSpPr>
            <a:stCxn id="1263" idx="0"/>
            <a:endCxn id="1275" idx="2"/>
          </p:cNvCxnSpPr>
          <p:nvPr/>
        </p:nvCxnSpPr>
        <p:spPr>
          <a:xfrm rot="10800000">
            <a:off x="2897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1285" name="Google Shape;1285;p39"/>
          <p:cNvSpPr/>
          <p:nvPr/>
        </p:nvSpPr>
        <p:spPr>
          <a:xfrm>
            <a:off x="2206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1286" name="Google Shape;1286;p39"/>
          <p:cNvSpPr/>
          <p:nvPr/>
        </p:nvSpPr>
        <p:spPr>
          <a:xfrm>
            <a:off x="2309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1287" name="Google Shape;1287;p39"/>
          <p:cNvSpPr/>
          <p:nvPr/>
        </p:nvSpPr>
        <p:spPr>
          <a:xfrm>
            <a:off x="2309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1288" name="Google Shape;1288;p39"/>
          <p:cNvSpPr/>
          <p:nvPr/>
        </p:nvSpPr>
        <p:spPr>
          <a:xfrm>
            <a:off x="4721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1289" name="Google Shape;1289;p39"/>
          <p:cNvSpPr/>
          <p:nvPr/>
        </p:nvSpPr>
        <p:spPr>
          <a:xfrm>
            <a:off x="4761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290" name="Google Shape;1290;p39"/>
          <p:cNvGrpSpPr/>
          <p:nvPr/>
        </p:nvGrpSpPr>
        <p:grpSpPr>
          <a:xfrm>
            <a:off x="4797803" y="3955308"/>
            <a:ext cx="313273" cy="74585"/>
            <a:chOff x="3655625" y="914400"/>
            <a:chExt cx="2743200" cy="690600"/>
          </a:xfrm>
        </p:grpSpPr>
        <p:sp>
          <p:nvSpPr>
            <p:cNvPr id="1291" name="Google Shape;1291;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92" name="Google Shape;1292;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93" name="Google Shape;1293;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294" name="Google Shape;1294;p39"/>
          <p:cNvSpPr txBox="1"/>
          <p:nvPr/>
        </p:nvSpPr>
        <p:spPr>
          <a:xfrm>
            <a:off x="5176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1295" name="Google Shape;1295;p39"/>
          <p:cNvGrpSpPr/>
          <p:nvPr/>
        </p:nvGrpSpPr>
        <p:grpSpPr>
          <a:xfrm>
            <a:off x="5255003" y="3955308"/>
            <a:ext cx="313273" cy="74585"/>
            <a:chOff x="3655625" y="914400"/>
            <a:chExt cx="2743200" cy="690600"/>
          </a:xfrm>
        </p:grpSpPr>
        <p:sp>
          <p:nvSpPr>
            <p:cNvPr id="1296" name="Google Shape;1296;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97" name="Google Shape;1297;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298" name="Google Shape;1298;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299" name="Google Shape;1299;p39"/>
          <p:cNvSpPr txBox="1"/>
          <p:nvPr/>
        </p:nvSpPr>
        <p:spPr>
          <a:xfrm>
            <a:off x="5702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1300" name="Google Shape;1300;p39"/>
          <p:cNvGrpSpPr/>
          <p:nvPr/>
        </p:nvGrpSpPr>
        <p:grpSpPr>
          <a:xfrm>
            <a:off x="5712203" y="3955308"/>
            <a:ext cx="313273" cy="74585"/>
            <a:chOff x="3655625" y="914400"/>
            <a:chExt cx="2743200" cy="690600"/>
          </a:xfrm>
        </p:grpSpPr>
        <p:sp>
          <p:nvSpPr>
            <p:cNvPr id="1301" name="Google Shape;1301;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02" name="Google Shape;1302;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03" name="Google Shape;1303;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304" name="Google Shape;1304;p39"/>
          <p:cNvSpPr txBox="1"/>
          <p:nvPr/>
        </p:nvSpPr>
        <p:spPr>
          <a:xfrm>
            <a:off x="6116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1305" name="Google Shape;1305;p39"/>
          <p:cNvGrpSpPr/>
          <p:nvPr/>
        </p:nvGrpSpPr>
        <p:grpSpPr>
          <a:xfrm>
            <a:off x="4797803" y="3498108"/>
            <a:ext cx="313273" cy="74585"/>
            <a:chOff x="3655625" y="914400"/>
            <a:chExt cx="2743200" cy="690600"/>
          </a:xfrm>
        </p:grpSpPr>
        <p:sp>
          <p:nvSpPr>
            <p:cNvPr id="1306" name="Google Shape;1306;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07" name="Google Shape;1307;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08" name="Google Shape;1308;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309" name="Google Shape;1309;p39"/>
          <p:cNvGrpSpPr/>
          <p:nvPr/>
        </p:nvGrpSpPr>
        <p:grpSpPr>
          <a:xfrm>
            <a:off x="5255003" y="3498108"/>
            <a:ext cx="313273" cy="74585"/>
            <a:chOff x="3655625" y="914400"/>
            <a:chExt cx="2743200" cy="690600"/>
          </a:xfrm>
        </p:grpSpPr>
        <p:sp>
          <p:nvSpPr>
            <p:cNvPr id="1310" name="Google Shape;1310;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11" name="Google Shape;1311;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12" name="Google Shape;1312;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313" name="Google Shape;1313;p39"/>
          <p:cNvGrpSpPr/>
          <p:nvPr/>
        </p:nvGrpSpPr>
        <p:grpSpPr>
          <a:xfrm>
            <a:off x="5712203" y="3498108"/>
            <a:ext cx="313273" cy="74585"/>
            <a:chOff x="3655625" y="914400"/>
            <a:chExt cx="2743200" cy="690600"/>
          </a:xfrm>
        </p:grpSpPr>
        <p:sp>
          <p:nvSpPr>
            <p:cNvPr id="1314" name="Google Shape;1314;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15" name="Google Shape;1315;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16" name="Google Shape;1316;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317" name="Google Shape;1317;p39"/>
          <p:cNvCxnSpPr>
            <a:stCxn id="1291" idx="0"/>
          </p:cNvCxnSpPr>
          <p:nvPr/>
        </p:nvCxnSpPr>
        <p:spPr>
          <a:xfrm rot="10800000">
            <a:off x="4954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318" name="Google Shape;1318;p39"/>
          <p:cNvCxnSpPr>
            <a:stCxn id="1291" idx="0"/>
            <a:endCxn id="1310" idx="2"/>
          </p:cNvCxnSpPr>
          <p:nvPr/>
        </p:nvCxnSpPr>
        <p:spPr>
          <a:xfrm flipH="1" rot="10800000">
            <a:off x="4954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319" name="Google Shape;1319;p39"/>
          <p:cNvCxnSpPr>
            <a:stCxn id="1291" idx="0"/>
            <a:endCxn id="1314" idx="2"/>
          </p:cNvCxnSpPr>
          <p:nvPr/>
        </p:nvCxnSpPr>
        <p:spPr>
          <a:xfrm flipH="1" rot="10800000">
            <a:off x="4954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320" name="Google Shape;1320;p39"/>
          <p:cNvCxnSpPr>
            <a:stCxn id="1296" idx="0"/>
            <a:endCxn id="1310" idx="2"/>
          </p:cNvCxnSpPr>
          <p:nvPr/>
        </p:nvCxnSpPr>
        <p:spPr>
          <a:xfrm rot="10800000">
            <a:off x="5411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321" name="Google Shape;1321;p39"/>
          <p:cNvCxnSpPr>
            <a:stCxn id="1301" idx="0"/>
            <a:endCxn id="1314" idx="2"/>
          </p:cNvCxnSpPr>
          <p:nvPr/>
        </p:nvCxnSpPr>
        <p:spPr>
          <a:xfrm rot="10800000">
            <a:off x="5868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322" name="Google Shape;1322;p39"/>
          <p:cNvCxnSpPr>
            <a:stCxn id="1296" idx="0"/>
            <a:endCxn id="1314" idx="2"/>
          </p:cNvCxnSpPr>
          <p:nvPr/>
        </p:nvCxnSpPr>
        <p:spPr>
          <a:xfrm flipH="1" rot="10800000">
            <a:off x="5411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1323" name="Google Shape;1323;p39"/>
          <p:cNvGrpSpPr/>
          <p:nvPr/>
        </p:nvGrpSpPr>
        <p:grpSpPr>
          <a:xfrm rot="-5400000">
            <a:off x="5629796" y="2328825"/>
            <a:ext cx="109798" cy="26302"/>
            <a:chOff x="4885225" y="945750"/>
            <a:chExt cx="311926" cy="74700"/>
          </a:xfrm>
        </p:grpSpPr>
        <p:sp>
          <p:nvSpPr>
            <p:cNvPr id="1324" name="Google Shape;1324;p39"/>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25" name="Google Shape;1325;p39"/>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26" name="Google Shape;1326;p39"/>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327" name="Google Shape;1327;p39"/>
          <p:cNvSpPr/>
          <p:nvPr/>
        </p:nvSpPr>
        <p:spPr>
          <a:xfrm>
            <a:off x="4721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1328" name="Google Shape;1328;p39"/>
          <p:cNvSpPr/>
          <p:nvPr/>
        </p:nvSpPr>
        <p:spPr>
          <a:xfrm>
            <a:off x="4761872" y="1204438"/>
            <a:ext cx="1798200" cy="4650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1329" name="Google Shape;1329;p39"/>
          <p:cNvSpPr/>
          <p:nvPr/>
        </p:nvSpPr>
        <p:spPr>
          <a:xfrm>
            <a:off x="4775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1330" name="Google Shape;1330;p39"/>
          <p:cNvSpPr/>
          <p:nvPr/>
        </p:nvSpPr>
        <p:spPr>
          <a:xfrm>
            <a:off x="4761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1331" name="Google Shape;1331;p39"/>
          <p:cNvGrpSpPr/>
          <p:nvPr/>
        </p:nvGrpSpPr>
        <p:grpSpPr>
          <a:xfrm>
            <a:off x="4797678" y="1380708"/>
            <a:ext cx="313273" cy="74585"/>
            <a:chOff x="3655625" y="914400"/>
            <a:chExt cx="2743200" cy="690600"/>
          </a:xfrm>
        </p:grpSpPr>
        <p:sp>
          <p:nvSpPr>
            <p:cNvPr id="1332" name="Google Shape;1332;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33" name="Google Shape;1333;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34" name="Google Shape;1334;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335" name="Google Shape;1335;p39"/>
          <p:cNvGrpSpPr/>
          <p:nvPr/>
        </p:nvGrpSpPr>
        <p:grpSpPr>
          <a:xfrm>
            <a:off x="5254878" y="1373704"/>
            <a:ext cx="313273" cy="74585"/>
            <a:chOff x="3655625" y="914400"/>
            <a:chExt cx="2743200" cy="690600"/>
          </a:xfrm>
        </p:grpSpPr>
        <p:sp>
          <p:nvSpPr>
            <p:cNvPr id="1336" name="Google Shape;1336;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37" name="Google Shape;1337;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38" name="Google Shape;1338;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339" name="Google Shape;1339;p39"/>
          <p:cNvGrpSpPr/>
          <p:nvPr/>
        </p:nvGrpSpPr>
        <p:grpSpPr>
          <a:xfrm>
            <a:off x="5712078" y="1373704"/>
            <a:ext cx="313273" cy="74585"/>
            <a:chOff x="3655625" y="914400"/>
            <a:chExt cx="2743200" cy="690600"/>
          </a:xfrm>
        </p:grpSpPr>
        <p:sp>
          <p:nvSpPr>
            <p:cNvPr id="1340" name="Google Shape;1340;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41" name="Google Shape;1341;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42" name="Google Shape;1342;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343" name="Google Shape;1343;p39"/>
          <p:cNvGrpSpPr/>
          <p:nvPr/>
        </p:nvGrpSpPr>
        <p:grpSpPr>
          <a:xfrm>
            <a:off x="2300215" y="1858996"/>
            <a:ext cx="313273" cy="74585"/>
            <a:chOff x="3655625" y="914400"/>
            <a:chExt cx="2743200" cy="690600"/>
          </a:xfrm>
        </p:grpSpPr>
        <p:sp>
          <p:nvSpPr>
            <p:cNvPr id="1344" name="Google Shape;1344;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45" name="Google Shape;1345;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46" name="Google Shape;1346;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347" name="Google Shape;1347;p39"/>
          <p:cNvGrpSpPr/>
          <p:nvPr/>
        </p:nvGrpSpPr>
        <p:grpSpPr>
          <a:xfrm>
            <a:off x="2757415" y="1858996"/>
            <a:ext cx="313273" cy="74585"/>
            <a:chOff x="3655625" y="914400"/>
            <a:chExt cx="2743200" cy="690600"/>
          </a:xfrm>
        </p:grpSpPr>
        <p:sp>
          <p:nvSpPr>
            <p:cNvPr id="1348" name="Google Shape;1348;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49" name="Google Shape;1349;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50" name="Google Shape;1350;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351" name="Google Shape;1351;p39"/>
          <p:cNvGrpSpPr/>
          <p:nvPr/>
        </p:nvGrpSpPr>
        <p:grpSpPr>
          <a:xfrm>
            <a:off x="3214615" y="1858996"/>
            <a:ext cx="313273" cy="74585"/>
            <a:chOff x="3655625" y="914400"/>
            <a:chExt cx="2743200" cy="690600"/>
          </a:xfrm>
        </p:grpSpPr>
        <p:sp>
          <p:nvSpPr>
            <p:cNvPr id="1352" name="Google Shape;1352;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53" name="Google Shape;1353;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54" name="Google Shape;1354;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355" name="Google Shape;1355;p39"/>
          <p:cNvCxnSpPr>
            <a:stCxn id="1348" idx="0"/>
          </p:cNvCxnSpPr>
          <p:nvPr/>
        </p:nvCxnSpPr>
        <p:spPr>
          <a:xfrm rot="10800000">
            <a:off x="2914052" y="1686196"/>
            <a:ext cx="0" cy="172800"/>
          </a:xfrm>
          <a:prstGeom prst="straightConnector1">
            <a:avLst/>
          </a:prstGeom>
          <a:noFill/>
          <a:ln cap="flat" cmpd="sng" w="9525">
            <a:solidFill>
              <a:schemeClr val="dk2"/>
            </a:solidFill>
            <a:prstDash val="solid"/>
            <a:round/>
            <a:headEnd len="med" w="med" type="none"/>
            <a:tailEnd len="med" w="med" type="none"/>
          </a:ln>
        </p:spPr>
      </p:cxnSp>
      <p:cxnSp>
        <p:nvCxnSpPr>
          <p:cNvPr id="1356" name="Google Shape;1356;p39"/>
          <p:cNvCxnSpPr>
            <a:stCxn id="1352" idx="0"/>
          </p:cNvCxnSpPr>
          <p:nvPr/>
        </p:nvCxnSpPr>
        <p:spPr>
          <a:xfrm rot="10800000">
            <a:off x="3371252" y="1687696"/>
            <a:ext cx="0" cy="171300"/>
          </a:xfrm>
          <a:prstGeom prst="straightConnector1">
            <a:avLst/>
          </a:prstGeom>
          <a:noFill/>
          <a:ln cap="flat" cmpd="sng" w="9525">
            <a:solidFill>
              <a:schemeClr val="dk2"/>
            </a:solidFill>
            <a:prstDash val="solid"/>
            <a:round/>
            <a:headEnd len="med" w="med" type="none"/>
            <a:tailEnd len="med" w="med" type="none"/>
          </a:ln>
        </p:spPr>
      </p:cxnSp>
      <p:cxnSp>
        <p:nvCxnSpPr>
          <p:cNvPr id="1357" name="Google Shape;1357;p39"/>
          <p:cNvCxnSpPr>
            <a:stCxn id="1332" idx="0"/>
            <a:endCxn id="1344" idx="0"/>
          </p:cNvCxnSpPr>
          <p:nvPr/>
        </p:nvCxnSpPr>
        <p:spPr>
          <a:xfrm rot="5400000">
            <a:off x="3466465" y="371058"/>
            <a:ext cx="478200" cy="2497500"/>
          </a:xfrm>
          <a:prstGeom prst="bentConnector3">
            <a:avLst>
              <a:gd fmla="val -33802" name="adj1"/>
            </a:avLst>
          </a:prstGeom>
          <a:noFill/>
          <a:ln cap="flat" cmpd="sng" w="9525">
            <a:solidFill>
              <a:schemeClr val="dk2"/>
            </a:solidFill>
            <a:prstDash val="solid"/>
            <a:round/>
            <a:headEnd len="med" w="med" type="none"/>
            <a:tailEnd len="med" w="med" type="none"/>
          </a:ln>
        </p:spPr>
      </p:cxnSp>
      <p:cxnSp>
        <p:nvCxnSpPr>
          <p:cNvPr id="1358" name="Google Shape;1358;p39"/>
          <p:cNvCxnSpPr>
            <a:stCxn id="1336" idx="0"/>
            <a:endCxn id="1344" idx="0"/>
          </p:cNvCxnSpPr>
          <p:nvPr/>
        </p:nvCxnSpPr>
        <p:spPr>
          <a:xfrm rot="5400000">
            <a:off x="3691465" y="139054"/>
            <a:ext cx="485400" cy="2954700"/>
          </a:xfrm>
          <a:prstGeom prst="bentConnector3">
            <a:avLst>
              <a:gd fmla="val -25902" name="adj1"/>
            </a:avLst>
          </a:prstGeom>
          <a:noFill/>
          <a:ln cap="flat" cmpd="sng" w="9525">
            <a:solidFill>
              <a:schemeClr val="dk2"/>
            </a:solidFill>
            <a:prstDash val="solid"/>
            <a:round/>
            <a:headEnd len="med" w="med" type="none"/>
            <a:tailEnd len="med" w="med" type="none"/>
          </a:ln>
        </p:spPr>
      </p:cxnSp>
      <p:cxnSp>
        <p:nvCxnSpPr>
          <p:cNvPr id="1359" name="Google Shape;1359;p39"/>
          <p:cNvCxnSpPr>
            <a:stCxn id="1340" idx="0"/>
            <a:endCxn id="1344" idx="0"/>
          </p:cNvCxnSpPr>
          <p:nvPr/>
        </p:nvCxnSpPr>
        <p:spPr>
          <a:xfrm rot="5400000">
            <a:off x="3920065" y="-89546"/>
            <a:ext cx="485400" cy="3411900"/>
          </a:xfrm>
          <a:prstGeom prst="bentConnector3">
            <a:avLst>
              <a:gd fmla="val -18009" name="adj1"/>
            </a:avLst>
          </a:prstGeom>
          <a:noFill/>
          <a:ln cap="flat" cmpd="sng" w="9525">
            <a:solidFill>
              <a:schemeClr val="dk2"/>
            </a:solidFill>
            <a:prstDash val="solid"/>
            <a:round/>
            <a:headEnd len="med" w="med" type="none"/>
            <a:tailEnd len="med" w="med" type="none"/>
          </a:ln>
        </p:spPr>
      </p:cxnSp>
      <p:cxnSp>
        <p:nvCxnSpPr>
          <p:cNvPr id="1360" name="Google Shape;1360;p39"/>
          <p:cNvCxnSpPr>
            <a:stCxn id="1348" idx="0"/>
          </p:cNvCxnSpPr>
          <p:nvPr/>
        </p:nvCxnSpPr>
        <p:spPr>
          <a:xfrm rot="10800000">
            <a:off x="2914052" y="1218196"/>
            <a:ext cx="0" cy="640800"/>
          </a:xfrm>
          <a:prstGeom prst="straightConnector1">
            <a:avLst/>
          </a:prstGeom>
          <a:noFill/>
          <a:ln cap="flat" cmpd="sng" w="9525">
            <a:solidFill>
              <a:schemeClr val="dk2"/>
            </a:solidFill>
            <a:prstDash val="solid"/>
            <a:round/>
            <a:headEnd len="med" w="med" type="none"/>
            <a:tailEnd len="med" w="med" type="none"/>
          </a:ln>
        </p:spPr>
      </p:cxnSp>
      <p:cxnSp>
        <p:nvCxnSpPr>
          <p:cNvPr id="1361" name="Google Shape;1361;p39"/>
          <p:cNvCxnSpPr>
            <a:stCxn id="1352" idx="0"/>
          </p:cNvCxnSpPr>
          <p:nvPr/>
        </p:nvCxnSpPr>
        <p:spPr>
          <a:xfrm rot="10800000">
            <a:off x="3371252" y="1221796"/>
            <a:ext cx="0" cy="637200"/>
          </a:xfrm>
          <a:prstGeom prst="straightConnector1">
            <a:avLst/>
          </a:prstGeom>
          <a:noFill/>
          <a:ln cap="flat" cmpd="sng" w="9525">
            <a:solidFill>
              <a:schemeClr val="dk2"/>
            </a:solidFill>
            <a:prstDash val="solid"/>
            <a:round/>
            <a:headEnd len="med" w="med" type="none"/>
            <a:tailEnd len="med" w="med" type="none"/>
          </a:ln>
        </p:spPr>
      </p:cxnSp>
      <p:grpSp>
        <p:nvGrpSpPr>
          <p:cNvPr id="1362" name="Google Shape;1362;p39"/>
          <p:cNvGrpSpPr/>
          <p:nvPr/>
        </p:nvGrpSpPr>
        <p:grpSpPr>
          <a:xfrm rot="-5400000">
            <a:off x="2844981" y="2771949"/>
            <a:ext cx="109798" cy="26302"/>
            <a:chOff x="4885225" y="945750"/>
            <a:chExt cx="311926" cy="74700"/>
          </a:xfrm>
        </p:grpSpPr>
        <p:sp>
          <p:nvSpPr>
            <p:cNvPr id="1363" name="Google Shape;1363;p39"/>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64" name="Google Shape;1364;p39"/>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65" name="Google Shape;1365;p39"/>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1366" name="Google Shape;1366;p39"/>
          <p:cNvGrpSpPr/>
          <p:nvPr/>
        </p:nvGrpSpPr>
        <p:grpSpPr>
          <a:xfrm>
            <a:off x="4801103" y="722118"/>
            <a:ext cx="313273" cy="74585"/>
            <a:chOff x="3655625" y="914400"/>
            <a:chExt cx="2743200" cy="690600"/>
          </a:xfrm>
        </p:grpSpPr>
        <p:sp>
          <p:nvSpPr>
            <p:cNvPr id="1367" name="Google Shape;1367;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68" name="Google Shape;1368;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69" name="Google Shape;1369;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370" name="Google Shape;1370;p39"/>
          <p:cNvGrpSpPr/>
          <p:nvPr/>
        </p:nvGrpSpPr>
        <p:grpSpPr>
          <a:xfrm>
            <a:off x="5258303" y="722118"/>
            <a:ext cx="313273" cy="74585"/>
            <a:chOff x="3655625" y="914400"/>
            <a:chExt cx="2743200" cy="690600"/>
          </a:xfrm>
        </p:grpSpPr>
        <p:sp>
          <p:nvSpPr>
            <p:cNvPr id="1371" name="Google Shape;1371;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72" name="Google Shape;1372;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73" name="Google Shape;1373;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374" name="Google Shape;1374;p39"/>
          <p:cNvGrpSpPr/>
          <p:nvPr/>
        </p:nvGrpSpPr>
        <p:grpSpPr>
          <a:xfrm>
            <a:off x="5715503" y="722118"/>
            <a:ext cx="313273" cy="74585"/>
            <a:chOff x="3655625" y="914400"/>
            <a:chExt cx="2743200" cy="690600"/>
          </a:xfrm>
        </p:grpSpPr>
        <p:sp>
          <p:nvSpPr>
            <p:cNvPr id="1375" name="Google Shape;1375;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76" name="Google Shape;1376;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77" name="Google Shape;1377;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378" name="Google Shape;1378;p39"/>
          <p:cNvSpPr txBox="1"/>
          <p:nvPr/>
        </p:nvSpPr>
        <p:spPr>
          <a:xfrm>
            <a:off x="6756797" y="737334"/>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Output is a sequence</a:t>
            </a:r>
            <a:endParaRPr i="1">
              <a:solidFill>
                <a:srgbClr val="A61C00"/>
              </a:solidFill>
              <a:latin typeface="Roboto"/>
              <a:ea typeface="Roboto"/>
              <a:cs typeface="Roboto"/>
              <a:sym typeface="Roboto"/>
            </a:endParaRPr>
          </a:p>
        </p:txBody>
      </p:sp>
      <p:cxnSp>
        <p:nvCxnSpPr>
          <p:cNvPr id="1379" name="Google Shape;1379;p39"/>
          <p:cNvCxnSpPr>
            <a:stCxn id="1378" idx="0"/>
            <a:endCxn id="1380" idx="3"/>
          </p:cNvCxnSpPr>
          <p:nvPr/>
        </p:nvCxnSpPr>
        <p:spPr>
          <a:xfrm rot="10800000">
            <a:off x="6656597" y="550134"/>
            <a:ext cx="1120200" cy="187200"/>
          </a:xfrm>
          <a:prstGeom prst="straightConnector1">
            <a:avLst/>
          </a:prstGeom>
          <a:noFill/>
          <a:ln cap="flat" cmpd="sng" w="9525">
            <a:solidFill>
              <a:schemeClr val="dk2"/>
            </a:solidFill>
            <a:prstDash val="solid"/>
            <a:round/>
            <a:headEnd len="med" w="med" type="none"/>
            <a:tailEnd len="med" w="med" type="triangle"/>
          </a:ln>
        </p:spPr>
      </p:cxnSp>
      <p:sp>
        <p:nvSpPr>
          <p:cNvPr id="1381" name="Google Shape;1381;p39"/>
          <p:cNvSpPr txBox="1"/>
          <p:nvPr/>
        </p:nvSpPr>
        <p:spPr>
          <a:xfrm>
            <a:off x="4719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1382" name="Google Shape;1382;p39"/>
          <p:cNvSpPr txBox="1"/>
          <p:nvPr/>
        </p:nvSpPr>
        <p:spPr>
          <a:xfrm>
            <a:off x="5244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1383" name="Google Shape;1383;p39"/>
          <p:cNvSpPr txBox="1"/>
          <p:nvPr/>
        </p:nvSpPr>
        <p:spPr>
          <a:xfrm>
            <a:off x="5659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1384" name="Google Shape;1384;p39"/>
          <p:cNvGrpSpPr/>
          <p:nvPr/>
        </p:nvGrpSpPr>
        <p:grpSpPr>
          <a:xfrm>
            <a:off x="6169403" y="3955308"/>
            <a:ext cx="313273" cy="74585"/>
            <a:chOff x="3655625" y="914400"/>
            <a:chExt cx="2743200" cy="690600"/>
          </a:xfrm>
        </p:grpSpPr>
        <p:sp>
          <p:nvSpPr>
            <p:cNvPr id="1385" name="Google Shape;1385;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86" name="Google Shape;1386;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87" name="Google Shape;1387;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388" name="Google Shape;1388;p39"/>
          <p:cNvGrpSpPr/>
          <p:nvPr/>
        </p:nvGrpSpPr>
        <p:grpSpPr>
          <a:xfrm>
            <a:off x="6169403" y="3498108"/>
            <a:ext cx="313273" cy="74585"/>
            <a:chOff x="3655625" y="914400"/>
            <a:chExt cx="2743200" cy="690600"/>
          </a:xfrm>
        </p:grpSpPr>
        <p:sp>
          <p:nvSpPr>
            <p:cNvPr id="1389" name="Google Shape;1389;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90" name="Google Shape;1390;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391" name="Google Shape;1391;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392" name="Google Shape;1392;p39"/>
          <p:cNvCxnSpPr>
            <a:stCxn id="1291" idx="0"/>
            <a:endCxn id="1389" idx="2"/>
          </p:cNvCxnSpPr>
          <p:nvPr/>
        </p:nvCxnSpPr>
        <p:spPr>
          <a:xfrm flipH="1" rot="10800000">
            <a:off x="4954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1393" name="Google Shape;1393;p39"/>
          <p:cNvCxnSpPr>
            <a:stCxn id="1296" idx="0"/>
            <a:endCxn id="1389" idx="2"/>
          </p:cNvCxnSpPr>
          <p:nvPr/>
        </p:nvCxnSpPr>
        <p:spPr>
          <a:xfrm flipH="1" rot="10800000">
            <a:off x="5411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394" name="Google Shape;1394;p39"/>
          <p:cNvCxnSpPr>
            <a:stCxn id="1301" idx="0"/>
            <a:endCxn id="1389" idx="2"/>
          </p:cNvCxnSpPr>
          <p:nvPr/>
        </p:nvCxnSpPr>
        <p:spPr>
          <a:xfrm flipH="1" rot="10800000">
            <a:off x="5868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395" name="Google Shape;1395;p39"/>
          <p:cNvCxnSpPr>
            <a:stCxn id="1385" idx="0"/>
            <a:endCxn id="1389" idx="2"/>
          </p:cNvCxnSpPr>
          <p:nvPr/>
        </p:nvCxnSpPr>
        <p:spPr>
          <a:xfrm rot="10800000">
            <a:off x="6326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1396" name="Google Shape;1396;p39"/>
          <p:cNvSpPr/>
          <p:nvPr/>
        </p:nvSpPr>
        <p:spPr>
          <a:xfrm>
            <a:off x="4744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1397" name="Google Shape;1397;p39"/>
          <p:cNvGrpSpPr/>
          <p:nvPr/>
        </p:nvGrpSpPr>
        <p:grpSpPr>
          <a:xfrm>
            <a:off x="4801103" y="2801514"/>
            <a:ext cx="313273" cy="74585"/>
            <a:chOff x="3655625" y="914400"/>
            <a:chExt cx="2743200" cy="690600"/>
          </a:xfrm>
        </p:grpSpPr>
        <p:sp>
          <p:nvSpPr>
            <p:cNvPr id="1398" name="Google Shape;1398;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99" name="Google Shape;1399;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00" name="Google Shape;1400;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401" name="Google Shape;1401;p39"/>
          <p:cNvGrpSpPr/>
          <p:nvPr/>
        </p:nvGrpSpPr>
        <p:grpSpPr>
          <a:xfrm>
            <a:off x="5258303" y="2801514"/>
            <a:ext cx="313273" cy="74585"/>
            <a:chOff x="3655625" y="914400"/>
            <a:chExt cx="2743200" cy="690600"/>
          </a:xfrm>
        </p:grpSpPr>
        <p:sp>
          <p:nvSpPr>
            <p:cNvPr id="1402" name="Google Shape;1402;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03" name="Google Shape;1403;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04" name="Google Shape;1404;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405" name="Google Shape;1405;p39"/>
          <p:cNvGrpSpPr/>
          <p:nvPr/>
        </p:nvGrpSpPr>
        <p:grpSpPr>
          <a:xfrm>
            <a:off x="5715503" y="2801514"/>
            <a:ext cx="313273" cy="74585"/>
            <a:chOff x="3655625" y="914400"/>
            <a:chExt cx="2743200" cy="690600"/>
          </a:xfrm>
        </p:grpSpPr>
        <p:sp>
          <p:nvSpPr>
            <p:cNvPr id="1406" name="Google Shape;1406;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07" name="Google Shape;1407;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08" name="Google Shape;1408;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409" name="Google Shape;1409;p39"/>
          <p:cNvGrpSpPr/>
          <p:nvPr/>
        </p:nvGrpSpPr>
        <p:grpSpPr>
          <a:xfrm>
            <a:off x="4801103" y="2580063"/>
            <a:ext cx="313273" cy="74585"/>
            <a:chOff x="3655625" y="914400"/>
            <a:chExt cx="2743200" cy="690600"/>
          </a:xfrm>
        </p:grpSpPr>
        <p:sp>
          <p:nvSpPr>
            <p:cNvPr id="1410" name="Google Shape;1410;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11" name="Google Shape;1411;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12" name="Google Shape;1412;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413" name="Google Shape;1413;p39"/>
          <p:cNvGrpSpPr/>
          <p:nvPr/>
        </p:nvGrpSpPr>
        <p:grpSpPr>
          <a:xfrm>
            <a:off x="5258303" y="2580063"/>
            <a:ext cx="313273" cy="74585"/>
            <a:chOff x="3655625" y="914400"/>
            <a:chExt cx="2743200" cy="690600"/>
          </a:xfrm>
        </p:grpSpPr>
        <p:sp>
          <p:nvSpPr>
            <p:cNvPr id="1414" name="Google Shape;1414;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15" name="Google Shape;1415;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16" name="Google Shape;1416;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417" name="Google Shape;1417;p39"/>
          <p:cNvGrpSpPr/>
          <p:nvPr/>
        </p:nvGrpSpPr>
        <p:grpSpPr>
          <a:xfrm>
            <a:off x="5715503" y="2580063"/>
            <a:ext cx="313273" cy="74585"/>
            <a:chOff x="3655625" y="914400"/>
            <a:chExt cx="2743200" cy="690600"/>
          </a:xfrm>
        </p:grpSpPr>
        <p:sp>
          <p:nvSpPr>
            <p:cNvPr id="1418" name="Google Shape;1418;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19" name="Google Shape;1419;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20" name="Google Shape;1420;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421" name="Google Shape;1421;p39"/>
          <p:cNvCxnSpPr>
            <a:stCxn id="1398" idx="0"/>
            <a:endCxn id="1410" idx="2"/>
          </p:cNvCxnSpPr>
          <p:nvPr/>
        </p:nvCxnSpPr>
        <p:spPr>
          <a:xfrm rot="10800000">
            <a:off x="4957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422" name="Google Shape;1422;p39"/>
          <p:cNvCxnSpPr>
            <a:stCxn id="1406" idx="0"/>
            <a:endCxn id="1418" idx="2"/>
          </p:cNvCxnSpPr>
          <p:nvPr/>
        </p:nvCxnSpPr>
        <p:spPr>
          <a:xfrm rot="10800000">
            <a:off x="5872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423" name="Google Shape;1423;p39"/>
          <p:cNvCxnSpPr>
            <a:stCxn id="1402" idx="0"/>
            <a:endCxn id="1414" idx="2"/>
          </p:cNvCxnSpPr>
          <p:nvPr/>
        </p:nvCxnSpPr>
        <p:spPr>
          <a:xfrm rot="10800000">
            <a:off x="5414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1424" name="Google Shape;1424;p39"/>
          <p:cNvGrpSpPr/>
          <p:nvPr/>
        </p:nvGrpSpPr>
        <p:grpSpPr>
          <a:xfrm>
            <a:off x="6172703" y="2804397"/>
            <a:ext cx="313273" cy="74585"/>
            <a:chOff x="3655625" y="914400"/>
            <a:chExt cx="2743200" cy="690600"/>
          </a:xfrm>
        </p:grpSpPr>
        <p:sp>
          <p:nvSpPr>
            <p:cNvPr id="1425" name="Google Shape;1425;p3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26" name="Google Shape;1426;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27" name="Google Shape;1427;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428" name="Google Shape;1428;p39"/>
          <p:cNvGrpSpPr/>
          <p:nvPr/>
        </p:nvGrpSpPr>
        <p:grpSpPr>
          <a:xfrm>
            <a:off x="6172703" y="2576499"/>
            <a:ext cx="313273" cy="74585"/>
            <a:chOff x="3655625" y="914400"/>
            <a:chExt cx="2743200" cy="690600"/>
          </a:xfrm>
        </p:grpSpPr>
        <p:sp>
          <p:nvSpPr>
            <p:cNvPr id="1429" name="Google Shape;1429;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30" name="Google Shape;1430;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31" name="Google Shape;1431;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432" name="Google Shape;1432;p39"/>
          <p:cNvCxnSpPr>
            <a:stCxn id="1425" idx="0"/>
            <a:endCxn id="1429" idx="2"/>
          </p:cNvCxnSpPr>
          <p:nvPr/>
        </p:nvCxnSpPr>
        <p:spPr>
          <a:xfrm rot="10800000">
            <a:off x="6329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1433" name="Google Shape;1433;p39"/>
          <p:cNvSpPr txBox="1"/>
          <p:nvPr/>
        </p:nvSpPr>
        <p:spPr>
          <a:xfrm>
            <a:off x="4658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1434" name="Google Shape;1434;p39"/>
          <p:cNvGrpSpPr/>
          <p:nvPr/>
        </p:nvGrpSpPr>
        <p:grpSpPr>
          <a:xfrm>
            <a:off x="6169266" y="722118"/>
            <a:ext cx="313273" cy="74585"/>
            <a:chOff x="3655625" y="914400"/>
            <a:chExt cx="2743200" cy="690600"/>
          </a:xfrm>
        </p:grpSpPr>
        <p:sp>
          <p:nvSpPr>
            <p:cNvPr id="1435" name="Google Shape;1435;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36" name="Google Shape;1436;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37" name="Google Shape;1437;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380" name="Google Shape;1380;p39"/>
          <p:cNvSpPr txBox="1"/>
          <p:nvPr/>
        </p:nvSpPr>
        <p:spPr>
          <a:xfrm>
            <a:off x="6084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sp>
        <p:nvSpPr>
          <p:cNvPr id="1438" name="Google Shape;1438;p39"/>
          <p:cNvSpPr txBox="1"/>
          <p:nvPr/>
        </p:nvSpPr>
        <p:spPr>
          <a:xfrm>
            <a:off x="580075" y="3043525"/>
            <a:ext cx="1333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Bidirectional self-attention</a:t>
            </a:r>
            <a:endParaRPr i="1">
              <a:solidFill>
                <a:srgbClr val="A61C00"/>
              </a:solidFill>
              <a:latin typeface="Roboto"/>
              <a:ea typeface="Roboto"/>
              <a:cs typeface="Roboto"/>
              <a:sym typeface="Roboto"/>
            </a:endParaRPr>
          </a:p>
        </p:txBody>
      </p:sp>
      <p:cxnSp>
        <p:nvCxnSpPr>
          <p:cNvPr id="1439" name="Google Shape;1439;p39"/>
          <p:cNvCxnSpPr>
            <a:stCxn id="1438" idx="3"/>
            <a:endCxn id="1221" idx="1"/>
          </p:cNvCxnSpPr>
          <p:nvPr/>
        </p:nvCxnSpPr>
        <p:spPr>
          <a:xfrm>
            <a:off x="1913575" y="3329875"/>
            <a:ext cx="333600" cy="382200"/>
          </a:xfrm>
          <a:prstGeom prst="straightConnector1">
            <a:avLst/>
          </a:prstGeom>
          <a:noFill/>
          <a:ln cap="flat" cmpd="sng" w="9525">
            <a:solidFill>
              <a:schemeClr val="dk2"/>
            </a:solidFill>
            <a:prstDash val="solid"/>
            <a:round/>
            <a:headEnd len="med" w="med" type="none"/>
            <a:tailEnd len="med" w="med" type="triangle"/>
          </a:ln>
        </p:spPr>
      </p:cxnSp>
      <p:sp>
        <p:nvSpPr>
          <p:cNvPr id="1440" name="Google Shape;1440;p39"/>
          <p:cNvSpPr txBox="1"/>
          <p:nvPr/>
        </p:nvSpPr>
        <p:spPr>
          <a:xfrm>
            <a:off x="6852847" y="3796056"/>
            <a:ext cx="18882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Causal self-attention</a:t>
            </a:r>
            <a:endParaRPr i="1">
              <a:solidFill>
                <a:srgbClr val="A61C00"/>
              </a:solidFill>
              <a:latin typeface="Roboto"/>
              <a:ea typeface="Roboto"/>
              <a:cs typeface="Roboto"/>
              <a:sym typeface="Roboto"/>
            </a:endParaRPr>
          </a:p>
        </p:txBody>
      </p:sp>
      <p:cxnSp>
        <p:nvCxnSpPr>
          <p:cNvPr id="1441" name="Google Shape;1441;p39"/>
          <p:cNvCxnSpPr>
            <a:stCxn id="1440" idx="1"/>
            <a:endCxn id="1289" idx="3"/>
          </p:cNvCxnSpPr>
          <p:nvPr/>
        </p:nvCxnSpPr>
        <p:spPr>
          <a:xfrm rot="10800000">
            <a:off x="6560047" y="3763356"/>
            <a:ext cx="292800" cy="234000"/>
          </a:xfrm>
          <a:prstGeom prst="straightConnector1">
            <a:avLst/>
          </a:prstGeom>
          <a:noFill/>
          <a:ln cap="flat" cmpd="sng" w="9525">
            <a:solidFill>
              <a:schemeClr val="dk2"/>
            </a:solidFill>
            <a:prstDash val="solid"/>
            <a:round/>
            <a:headEnd len="med" w="med" type="none"/>
            <a:tailEnd len="med" w="med" type="triangle"/>
          </a:ln>
        </p:spPr>
      </p:cxnSp>
      <p:grpSp>
        <p:nvGrpSpPr>
          <p:cNvPr id="1442" name="Google Shape;1442;p39"/>
          <p:cNvGrpSpPr/>
          <p:nvPr/>
        </p:nvGrpSpPr>
        <p:grpSpPr>
          <a:xfrm>
            <a:off x="6169278" y="1373704"/>
            <a:ext cx="313273" cy="74585"/>
            <a:chOff x="3655625" y="914400"/>
            <a:chExt cx="2743200" cy="690600"/>
          </a:xfrm>
        </p:grpSpPr>
        <p:sp>
          <p:nvSpPr>
            <p:cNvPr id="1443" name="Google Shape;1443;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44" name="Google Shape;1444;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45" name="Google Shape;1445;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446" name="Google Shape;1446;p39"/>
          <p:cNvCxnSpPr>
            <a:stCxn id="1443" idx="0"/>
            <a:endCxn id="1344" idx="0"/>
          </p:cNvCxnSpPr>
          <p:nvPr/>
        </p:nvCxnSpPr>
        <p:spPr>
          <a:xfrm rot="5400000">
            <a:off x="4148665" y="-318146"/>
            <a:ext cx="485400" cy="3869100"/>
          </a:xfrm>
          <a:prstGeom prst="bentConnector3">
            <a:avLst>
              <a:gd fmla="val -11875" name="adj1"/>
            </a:avLst>
          </a:prstGeom>
          <a:noFill/>
          <a:ln cap="flat" cmpd="sng" w="9525">
            <a:solidFill>
              <a:schemeClr val="dk2"/>
            </a:solidFill>
            <a:prstDash val="solid"/>
            <a:round/>
            <a:headEnd len="med" w="med" type="none"/>
            <a:tailEnd len="med" w="med" type="none"/>
          </a:ln>
        </p:spPr>
      </p:cxnSp>
      <p:sp>
        <p:nvSpPr>
          <p:cNvPr id="1447" name="Google Shape;1447;p39"/>
          <p:cNvSpPr/>
          <p:nvPr/>
        </p:nvSpPr>
        <p:spPr>
          <a:xfrm>
            <a:off x="4761897" y="3189900"/>
            <a:ext cx="1798200" cy="1917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1448" name="Google Shape;1448;p39"/>
          <p:cNvGrpSpPr/>
          <p:nvPr/>
        </p:nvGrpSpPr>
        <p:grpSpPr>
          <a:xfrm>
            <a:off x="5268678" y="3253799"/>
            <a:ext cx="313273" cy="74585"/>
            <a:chOff x="3655625" y="914400"/>
            <a:chExt cx="2743200" cy="690600"/>
          </a:xfrm>
        </p:grpSpPr>
        <p:sp>
          <p:nvSpPr>
            <p:cNvPr id="1449" name="Google Shape;1449;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50" name="Google Shape;1450;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51" name="Google Shape;1451;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452" name="Google Shape;1452;p39"/>
          <p:cNvGrpSpPr/>
          <p:nvPr/>
        </p:nvGrpSpPr>
        <p:grpSpPr>
          <a:xfrm>
            <a:off x="5725878" y="3253799"/>
            <a:ext cx="313273" cy="74585"/>
            <a:chOff x="3655625" y="914400"/>
            <a:chExt cx="2743200" cy="690600"/>
          </a:xfrm>
        </p:grpSpPr>
        <p:sp>
          <p:nvSpPr>
            <p:cNvPr id="1453" name="Google Shape;1453;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54" name="Google Shape;1454;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55" name="Google Shape;1455;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456" name="Google Shape;1456;p39"/>
          <p:cNvGrpSpPr/>
          <p:nvPr/>
        </p:nvGrpSpPr>
        <p:grpSpPr>
          <a:xfrm>
            <a:off x="6183078" y="3253799"/>
            <a:ext cx="313273" cy="74585"/>
            <a:chOff x="3655625" y="914400"/>
            <a:chExt cx="2743200" cy="690600"/>
          </a:xfrm>
        </p:grpSpPr>
        <p:sp>
          <p:nvSpPr>
            <p:cNvPr id="1457" name="Google Shape;1457;p3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58" name="Google Shape;1458;p3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59" name="Google Shape;1459;p3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460" name="Google Shape;1460;p39"/>
          <p:cNvGrpSpPr/>
          <p:nvPr/>
        </p:nvGrpSpPr>
        <p:grpSpPr>
          <a:xfrm>
            <a:off x="4811478" y="3253799"/>
            <a:ext cx="313200" cy="74700"/>
            <a:chOff x="5335131" y="2757062"/>
            <a:chExt cx="313200" cy="74700"/>
          </a:xfrm>
        </p:grpSpPr>
        <p:sp>
          <p:nvSpPr>
            <p:cNvPr id="1461" name="Google Shape;1461;p39"/>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62" name="Google Shape;1462;p39"/>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1463" name="Google Shape;1463;p39"/>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sp>
        <p:nvSpPr>
          <p:cNvPr id="1464" name="Google Shape;1464;p39"/>
          <p:cNvSpPr/>
          <p:nvPr/>
        </p:nvSpPr>
        <p:spPr>
          <a:xfrm>
            <a:off x="2461297" y="1763100"/>
            <a:ext cx="2516450" cy="1483863"/>
          </a:xfrm>
          <a:custGeom>
            <a:rect b="b" l="l" r="r" t="t"/>
            <a:pathLst>
              <a:path extrusionOk="0" h="51407" w="100658">
                <a:moveTo>
                  <a:pt x="100658" y="51407"/>
                </a:moveTo>
                <a:lnTo>
                  <a:pt x="100658" y="47065"/>
                </a:lnTo>
                <a:lnTo>
                  <a:pt x="57655" y="47065"/>
                </a:lnTo>
                <a:lnTo>
                  <a:pt x="57655" y="0"/>
                </a:lnTo>
                <a:lnTo>
                  <a:pt x="0" y="0"/>
                </a:lnTo>
                <a:lnTo>
                  <a:pt x="0" y="4007"/>
                </a:lnTo>
              </a:path>
            </a:pathLst>
          </a:custGeom>
          <a:noFill/>
          <a:ln cap="flat" cmpd="sng" w="9525">
            <a:solidFill>
              <a:schemeClr val="dk2"/>
            </a:solidFill>
            <a:prstDash val="solid"/>
            <a:round/>
            <a:headEnd len="med" w="med" type="none"/>
            <a:tailEnd len="med" w="med" type="none"/>
          </a:ln>
        </p:spPr>
      </p:sp>
      <p:sp>
        <p:nvSpPr>
          <p:cNvPr id="1465" name="Google Shape;1465;p39"/>
          <p:cNvSpPr/>
          <p:nvPr/>
        </p:nvSpPr>
        <p:spPr>
          <a:xfrm>
            <a:off x="2463447" y="1700775"/>
            <a:ext cx="2974125" cy="1553012"/>
          </a:xfrm>
          <a:custGeom>
            <a:rect b="b" l="l" r="r" t="t"/>
            <a:pathLst>
              <a:path extrusionOk="0" h="53910" w="118965">
                <a:moveTo>
                  <a:pt x="118965" y="53910"/>
                </a:moveTo>
                <a:lnTo>
                  <a:pt x="118965" y="47430"/>
                </a:lnTo>
                <a:lnTo>
                  <a:pt x="60130" y="47430"/>
                </a:lnTo>
                <a:lnTo>
                  <a:pt x="60130" y="0"/>
                </a:lnTo>
                <a:lnTo>
                  <a:pt x="0" y="0"/>
                </a:lnTo>
              </a:path>
            </a:pathLst>
          </a:custGeom>
          <a:noFill/>
          <a:ln cap="flat" cmpd="sng" w="9525">
            <a:solidFill>
              <a:schemeClr val="dk2"/>
            </a:solidFill>
            <a:prstDash val="solid"/>
            <a:round/>
            <a:headEnd len="med" w="med" type="none"/>
            <a:tailEnd len="med" w="med" type="none"/>
          </a:ln>
        </p:spPr>
      </p:sp>
      <p:sp>
        <p:nvSpPr>
          <p:cNvPr id="1466" name="Google Shape;1466;p39"/>
          <p:cNvSpPr/>
          <p:nvPr/>
        </p:nvSpPr>
        <p:spPr>
          <a:xfrm>
            <a:off x="2469922" y="1629500"/>
            <a:ext cx="3421225" cy="1624358"/>
          </a:xfrm>
          <a:custGeom>
            <a:rect b="b" l="l" r="r" t="t"/>
            <a:pathLst>
              <a:path extrusionOk="0" h="56761" w="136849">
                <a:moveTo>
                  <a:pt x="136849" y="56761"/>
                </a:moveTo>
                <a:lnTo>
                  <a:pt x="136849" y="48726"/>
                </a:lnTo>
                <a:lnTo>
                  <a:pt x="62204" y="48726"/>
                </a:lnTo>
                <a:lnTo>
                  <a:pt x="62204" y="0"/>
                </a:lnTo>
                <a:lnTo>
                  <a:pt x="0" y="0"/>
                </a:lnTo>
              </a:path>
            </a:pathLst>
          </a:custGeom>
          <a:noFill/>
          <a:ln cap="flat" cmpd="sng" w="9525">
            <a:solidFill>
              <a:schemeClr val="dk2"/>
            </a:solidFill>
            <a:prstDash val="solid"/>
            <a:round/>
            <a:headEnd len="med" w="med" type="none"/>
            <a:tailEnd len="med" w="med" type="none"/>
          </a:ln>
        </p:spPr>
      </p:sp>
      <p:sp>
        <p:nvSpPr>
          <p:cNvPr id="1467" name="Google Shape;1467;p39"/>
          <p:cNvSpPr/>
          <p:nvPr/>
        </p:nvSpPr>
        <p:spPr>
          <a:xfrm>
            <a:off x="2463447" y="1564700"/>
            <a:ext cx="3887750" cy="1682212"/>
          </a:xfrm>
          <a:custGeom>
            <a:rect b="b" l="l" r="r" t="t"/>
            <a:pathLst>
              <a:path extrusionOk="0" h="59353" w="155510">
                <a:moveTo>
                  <a:pt x="155510" y="59353"/>
                </a:moveTo>
                <a:lnTo>
                  <a:pt x="155510" y="50281"/>
                </a:lnTo>
                <a:lnTo>
                  <a:pt x="64536" y="50281"/>
                </a:lnTo>
                <a:lnTo>
                  <a:pt x="64536" y="0"/>
                </a:lnTo>
                <a:lnTo>
                  <a:pt x="0" y="0"/>
                </a:lnTo>
              </a:path>
            </a:pathLst>
          </a:custGeom>
          <a:noFill/>
          <a:ln cap="flat" cmpd="sng" w="9525">
            <a:solidFill>
              <a:schemeClr val="dk2"/>
            </a:solidFill>
            <a:prstDash val="solid"/>
            <a:round/>
            <a:headEnd len="med" w="med" type="none"/>
            <a:tailEnd len="med" w="med" type="none"/>
          </a:ln>
        </p:spPr>
      </p:sp>
      <p:sp>
        <p:nvSpPr>
          <p:cNvPr id="1468" name="Google Shape;1468;p39"/>
          <p:cNvSpPr txBox="1"/>
          <p:nvPr/>
        </p:nvSpPr>
        <p:spPr>
          <a:xfrm>
            <a:off x="6850649" y="2487800"/>
            <a:ext cx="2185200" cy="6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Cross-attention connects encoder and decoder</a:t>
            </a:r>
            <a:endParaRPr i="1">
              <a:solidFill>
                <a:srgbClr val="A61C00"/>
              </a:solidFill>
              <a:latin typeface="Roboto"/>
              <a:ea typeface="Roboto"/>
              <a:cs typeface="Roboto"/>
              <a:sym typeface="Roboto"/>
            </a:endParaRPr>
          </a:p>
        </p:txBody>
      </p:sp>
      <p:cxnSp>
        <p:nvCxnSpPr>
          <p:cNvPr id="1469" name="Google Shape;1469;p39"/>
          <p:cNvCxnSpPr>
            <a:stCxn id="1468" idx="1"/>
            <a:endCxn id="1447" idx="3"/>
          </p:cNvCxnSpPr>
          <p:nvPr/>
        </p:nvCxnSpPr>
        <p:spPr>
          <a:xfrm flipH="1">
            <a:off x="6559949" y="2810300"/>
            <a:ext cx="290700" cy="475500"/>
          </a:xfrm>
          <a:prstGeom prst="straightConnector1">
            <a:avLst/>
          </a:prstGeom>
          <a:noFill/>
          <a:ln cap="flat" cmpd="sng" w="9525">
            <a:solidFill>
              <a:schemeClr val="dk2"/>
            </a:solidFill>
            <a:prstDash val="solid"/>
            <a:round/>
            <a:headEnd len="med" w="med" type="none"/>
            <a:tailEnd len="med" w="med" type="triangle"/>
          </a:ln>
        </p:spPr>
      </p:cxnSp>
      <p:sp>
        <p:nvSpPr>
          <p:cNvPr id="1470" name="Google Shape;1470;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p40"/>
          <p:cNvSpPr/>
          <p:nvPr/>
        </p:nvSpPr>
        <p:spPr>
          <a:xfrm>
            <a:off x="4633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1476" name="Google Shape;1476;p40"/>
          <p:cNvSpPr/>
          <p:nvPr/>
        </p:nvSpPr>
        <p:spPr>
          <a:xfrm>
            <a:off x="2063272" y="1948750"/>
            <a:ext cx="1676100" cy="26493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1477" name="Google Shape;1477;p40"/>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Encoder-decoder</a:t>
            </a:r>
            <a:endParaRPr/>
          </a:p>
        </p:txBody>
      </p:sp>
      <p:sp>
        <p:nvSpPr>
          <p:cNvPr id="1478" name="Google Shape;1478;p40"/>
          <p:cNvSpPr/>
          <p:nvPr/>
        </p:nvSpPr>
        <p:spPr>
          <a:xfrm>
            <a:off x="2159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1479" name="Google Shape;1479;p40"/>
          <p:cNvSpPr/>
          <p:nvPr/>
        </p:nvSpPr>
        <p:spPr>
          <a:xfrm>
            <a:off x="2226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1480" name="Google Shape;1480;p40"/>
          <p:cNvSpPr/>
          <p:nvPr/>
        </p:nvSpPr>
        <p:spPr>
          <a:xfrm>
            <a:off x="2247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81" name="Google Shape;1481;p40"/>
          <p:cNvGrpSpPr/>
          <p:nvPr/>
        </p:nvGrpSpPr>
        <p:grpSpPr>
          <a:xfrm>
            <a:off x="2283203" y="3903853"/>
            <a:ext cx="313273" cy="74585"/>
            <a:chOff x="3655625" y="914400"/>
            <a:chExt cx="2743200" cy="690600"/>
          </a:xfrm>
        </p:grpSpPr>
        <p:sp>
          <p:nvSpPr>
            <p:cNvPr id="1482" name="Google Shape;1482;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83" name="Google Shape;1483;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84" name="Google Shape;1484;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485" name="Google Shape;1485;p40"/>
          <p:cNvSpPr txBox="1"/>
          <p:nvPr/>
        </p:nvSpPr>
        <p:spPr>
          <a:xfrm>
            <a:off x="2204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1486" name="Google Shape;1486;p40"/>
          <p:cNvGrpSpPr/>
          <p:nvPr/>
        </p:nvGrpSpPr>
        <p:grpSpPr>
          <a:xfrm>
            <a:off x="2740403" y="3903853"/>
            <a:ext cx="313273" cy="74585"/>
            <a:chOff x="3655625" y="914400"/>
            <a:chExt cx="2743200" cy="690600"/>
          </a:xfrm>
        </p:grpSpPr>
        <p:sp>
          <p:nvSpPr>
            <p:cNvPr id="1487" name="Google Shape;1487;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88" name="Google Shape;1488;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89" name="Google Shape;1489;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490" name="Google Shape;1490;p40"/>
          <p:cNvSpPr txBox="1"/>
          <p:nvPr/>
        </p:nvSpPr>
        <p:spPr>
          <a:xfrm>
            <a:off x="2737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1491" name="Google Shape;1491;p40"/>
          <p:cNvGrpSpPr/>
          <p:nvPr/>
        </p:nvGrpSpPr>
        <p:grpSpPr>
          <a:xfrm>
            <a:off x="3197603" y="3903853"/>
            <a:ext cx="313273" cy="74585"/>
            <a:chOff x="3655625" y="914400"/>
            <a:chExt cx="2743200" cy="690600"/>
          </a:xfrm>
        </p:grpSpPr>
        <p:sp>
          <p:nvSpPr>
            <p:cNvPr id="1492" name="Google Shape;1492;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93" name="Google Shape;1493;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94" name="Google Shape;1494;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495" name="Google Shape;1495;p40"/>
          <p:cNvSpPr txBox="1"/>
          <p:nvPr/>
        </p:nvSpPr>
        <p:spPr>
          <a:xfrm>
            <a:off x="3113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1496" name="Google Shape;1496;p40"/>
          <p:cNvGrpSpPr/>
          <p:nvPr/>
        </p:nvGrpSpPr>
        <p:grpSpPr>
          <a:xfrm>
            <a:off x="2283203" y="3446653"/>
            <a:ext cx="313273" cy="74585"/>
            <a:chOff x="3655625" y="914400"/>
            <a:chExt cx="2743200" cy="690600"/>
          </a:xfrm>
        </p:grpSpPr>
        <p:sp>
          <p:nvSpPr>
            <p:cNvPr id="1497" name="Google Shape;1497;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98" name="Google Shape;1498;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499" name="Google Shape;1499;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500" name="Google Shape;1500;p40"/>
          <p:cNvGrpSpPr/>
          <p:nvPr/>
        </p:nvGrpSpPr>
        <p:grpSpPr>
          <a:xfrm>
            <a:off x="2740403" y="3446653"/>
            <a:ext cx="313273" cy="74585"/>
            <a:chOff x="3655625" y="914400"/>
            <a:chExt cx="2743200" cy="690600"/>
          </a:xfrm>
        </p:grpSpPr>
        <p:sp>
          <p:nvSpPr>
            <p:cNvPr id="1501" name="Google Shape;1501;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02" name="Google Shape;1502;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03" name="Google Shape;1503;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504" name="Google Shape;1504;p40"/>
          <p:cNvGrpSpPr/>
          <p:nvPr/>
        </p:nvGrpSpPr>
        <p:grpSpPr>
          <a:xfrm>
            <a:off x="3197603" y="3446653"/>
            <a:ext cx="313273" cy="74585"/>
            <a:chOff x="3655625" y="914400"/>
            <a:chExt cx="2743200" cy="690600"/>
          </a:xfrm>
        </p:grpSpPr>
        <p:sp>
          <p:nvSpPr>
            <p:cNvPr id="1505" name="Google Shape;1505;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06" name="Google Shape;1506;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07" name="Google Shape;1507;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508" name="Google Shape;1508;p40"/>
          <p:cNvCxnSpPr>
            <a:stCxn id="1487" idx="0"/>
            <a:endCxn id="1497" idx="2"/>
          </p:cNvCxnSpPr>
          <p:nvPr/>
        </p:nvCxnSpPr>
        <p:spPr>
          <a:xfrm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509" name="Google Shape;1509;p40"/>
          <p:cNvCxnSpPr>
            <a:stCxn id="1492" idx="0"/>
          </p:cNvCxnSpPr>
          <p:nvPr/>
        </p:nvCxnSpPr>
        <p:spPr>
          <a:xfrm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510" name="Google Shape;1510;p40"/>
          <p:cNvCxnSpPr>
            <a:stCxn id="1482" idx="0"/>
          </p:cNvCxnSpPr>
          <p:nvPr/>
        </p:nvCxnSpPr>
        <p:spPr>
          <a:xfrm rot="10800000">
            <a:off x="2439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511" name="Google Shape;1511;p40"/>
          <p:cNvCxnSpPr>
            <a:stCxn id="1482" idx="0"/>
            <a:endCxn id="1501" idx="2"/>
          </p:cNvCxnSpPr>
          <p:nvPr/>
        </p:nvCxnSpPr>
        <p:spPr>
          <a:xfrm flipH="1" rot="10800000">
            <a:off x="2439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512" name="Google Shape;1512;p40"/>
          <p:cNvCxnSpPr>
            <a:stCxn id="1482" idx="0"/>
            <a:endCxn id="1505" idx="2"/>
          </p:cNvCxnSpPr>
          <p:nvPr/>
        </p:nvCxnSpPr>
        <p:spPr>
          <a:xfrm flipH="1" rot="10800000">
            <a:off x="2439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513" name="Google Shape;1513;p40"/>
          <p:cNvCxnSpPr>
            <a:stCxn id="1487" idx="0"/>
            <a:endCxn id="1501" idx="2"/>
          </p:cNvCxnSpPr>
          <p:nvPr/>
        </p:nvCxnSpPr>
        <p:spPr>
          <a:xfrm rot="10800000">
            <a:off x="2897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514" name="Google Shape;1514;p40"/>
          <p:cNvCxnSpPr>
            <a:stCxn id="1492" idx="0"/>
            <a:endCxn id="1505" idx="2"/>
          </p:cNvCxnSpPr>
          <p:nvPr/>
        </p:nvCxnSpPr>
        <p:spPr>
          <a:xfrm rot="10800000">
            <a:off x="3354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515" name="Google Shape;1515;p40"/>
          <p:cNvCxnSpPr>
            <a:stCxn id="1492" idx="0"/>
            <a:endCxn id="1501" idx="2"/>
          </p:cNvCxnSpPr>
          <p:nvPr/>
        </p:nvCxnSpPr>
        <p:spPr>
          <a:xfrm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516" name="Google Shape;1516;p40"/>
          <p:cNvCxnSpPr>
            <a:stCxn id="1487" idx="0"/>
            <a:endCxn id="1505" idx="2"/>
          </p:cNvCxnSpPr>
          <p:nvPr/>
        </p:nvCxnSpPr>
        <p:spPr>
          <a:xfrm flipH="1" rot="10800000">
            <a:off x="2897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1517" name="Google Shape;1517;p40"/>
          <p:cNvGrpSpPr/>
          <p:nvPr/>
        </p:nvGrpSpPr>
        <p:grpSpPr>
          <a:xfrm>
            <a:off x="2283203" y="3201599"/>
            <a:ext cx="313273" cy="74585"/>
            <a:chOff x="3655625" y="914400"/>
            <a:chExt cx="2743200" cy="690600"/>
          </a:xfrm>
        </p:grpSpPr>
        <p:sp>
          <p:nvSpPr>
            <p:cNvPr id="1518" name="Google Shape;1518;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19" name="Google Shape;1519;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20" name="Google Shape;1520;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521" name="Google Shape;1521;p40"/>
          <p:cNvGrpSpPr/>
          <p:nvPr/>
        </p:nvGrpSpPr>
        <p:grpSpPr>
          <a:xfrm>
            <a:off x="2740403" y="3201599"/>
            <a:ext cx="313273" cy="74585"/>
            <a:chOff x="3655625" y="914400"/>
            <a:chExt cx="2743200" cy="690600"/>
          </a:xfrm>
        </p:grpSpPr>
        <p:sp>
          <p:nvSpPr>
            <p:cNvPr id="1522" name="Google Shape;1522;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23" name="Google Shape;1523;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24" name="Google Shape;1524;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525" name="Google Shape;1525;p40"/>
          <p:cNvGrpSpPr/>
          <p:nvPr/>
        </p:nvGrpSpPr>
        <p:grpSpPr>
          <a:xfrm>
            <a:off x="3197603" y="3201599"/>
            <a:ext cx="313273" cy="74585"/>
            <a:chOff x="3655625" y="914400"/>
            <a:chExt cx="2743200" cy="690600"/>
          </a:xfrm>
        </p:grpSpPr>
        <p:sp>
          <p:nvSpPr>
            <p:cNvPr id="1526" name="Google Shape;1526;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27" name="Google Shape;1527;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28" name="Google Shape;1528;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529" name="Google Shape;1529;p40"/>
          <p:cNvGrpSpPr/>
          <p:nvPr/>
        </p:nvGrpSpPr>
        <p:grpSpPr>
          <a:xfrm>
            <a:off x="2283203" y="2980147"/>
            <a:ext cx="313273" cy="74585"/>
            <a:chOff x="3655625" y="914400"/>
            <a:chExt cx="2743200" cy="690600"/>
          </a:xfrm>
        </p:grpSpPr>
        <p:sp>
          <p:nvSpPr>
            <p:cNvPr id="1530" name="Google Shape;1530;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31" name="Google Shape;1531;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32" name="Google Shape;1532;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533" name="Google Shape;1533;p40"/>
          <p:cNvGrpSpPr/>
          <p:nvPr/>
        </p:nvGrpSpPr>
        <p:grpSpPr>
          <a:xfrm>
            <a:off x="2740403" y="2980147"/>
            <a:ext cx="313273" cy="74585"/>
            <a:chOff x="3655625" y="914400"/>
            <a:chExt cx="2743200" cy="690600"/>
          </a:xfrm>
        </p:grpSpPr>
        <p:sp>
          <p:nvSpPr>
            <p:cNvPr id="1534" name="Google Shape;1534;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35" name="Google Shape;1535;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36" name="Google Shape;1536;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537" name="Google Shape;1537;p40"/>
          <p:cNvGrpSpPr/>
          <p:nvPr/>
        </p:nvGrpSpPr>
        <p:grpSpPr>
          <a:xfrm>
            <a:off x="3197603" y="2980147"/>
            <a:ext cx="313273" cy="74585"/>
            <a:chOff x="3655625" y="914400"/>
            <a:chExt cx="2743200" cy="690600"/>
          </a:xfrm>
        </p:grpSpPr>
        <p:sp>
          <p:nvSpPr>
            <p:cNvPr id="1538" name="Google Shape;1538;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39" name="Google Shape;1539;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40" name="Google Shape;1540;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541" name="Google Shape;1541;p40"/>
          <p:cNvCxnSpPr>
            <a:stCxn id="1518" idx="0"/>
            <a:endCxn id="1530" idx="2"/>
          </p:cNvCxnSpPr>
          <p:nvPr/>
        </p:nvCxnSpPr>
        <p:spPr>
          <a:xfrm rot="10800000">
            <a:off x="2439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542" name="Google Shape;1542;p40"/>
          <p:cNvCxnSpPr>
            <a:stCxn id="1526" idx="0"/>
            <a:endCxn id="1538" idx="2"/>
          </p:cNvCxnSpPr>
          <p:nvPr/>
        </p:nvCxnSpPr>
        <p:spPr>
          <a:xfrm rot="10800000">
            <a:off x="3354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543" name="Google Shape;1543;p40"/>
          <p:cNvCxnSpPr>
            <a:stCxn id="1522" idx="0"/>
            <a:endCxn id="1534" idx="2"/>
          </p:cNvCxnSpPr>
          <p:nvPr/>
        </p:nvCxnSpPr>
        <p:spPr>
          <a:xfrm rot="10800000">
            <a:off x="2897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1544" name="Google Shape;1544;p40"/>
          <p:cNvSpPr/>
          <p:nvPr/>
        </p:nvSpPr>
        <p:spPr>
          <a:xfrm>
            <a:off x="2206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1545" name="Google Shape;1545;p40"/>
          <p:cNvSpPr/>
          <p:nvPr/>
        </p:nvSpPr>
        <p:spPr>
          <a:xfrm>
            <a:off x="2309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1546" name="Google Shape;1546;p40"/>
          <p:cNvSpPr/>
          <p:nvPr/>
        </p:nvSpPr>
        <p:spPr>
          <a:xfrm>
            <a:off x="2309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1547" name="Google Shape;1547;p40"/>
          <p:cNvSpPr/>
          <p:nvPr/>
        </p:nvSpPr>
        <p:spPr>
          <a:xfrm>
            <a:off x="4721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1548" name="Google Shape;1548;p40"/>
          <p:cNvSpPr/>
          <p:nvPr/>
        </p:nvSpPr>
        <p:spPr>
          <a:xfrm>
            <a:off x="4761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549" name="Google Shape;1549;p40"/>
          <p:cNvGrpSpPr/>
          <p:nvPr/>
        </p:nvGrpSpPr>
        <p:grpSpPr>
          <a:xfrm>
            <a:off x="4797803" y="3955308"/>
            <a:ext cx="313273" cy="74585"/>
            <a:chOff x="3655625" y="914400"/>
            <a:chExt cx="2743200" cy="690600"/>
          </a:xfrm>
        </p:grpSpPr>
        <p:sp>
          <p:nvSpPr>
            <p:cNvPr id="1550" name="Google Shape;1550;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51" name="Google Shape;1551;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52" name="Google Shape;1552;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553" name="Google Shape;1553;p40"/>
          <p:cNvSpPr txBox="1"/>
          <p:nvPr/>
        </p:nvSpPr>
        <p:spPr>
          <a:xfrm>
            <a:off x="5176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1554" name="Google Shape;1554;p40"/>
          <p:cNvGrpSpPr/>
          <p:nvPr/>
        </p:nvGrpSpPr>
        <p:grpSpPr>
          <a:xfrm>
            <a:off x="5255003" y="3955308"/>
            <a:ext cx="313273" cy="74585"/>
            <a:chOff x="3655625" y="914400"/>
            <a:chExt cx="2743200" cy="690600"/>
          </a:xfrm>
        </p:grpSpPr>
        <p:sp>
          <p:nvSpPr>
            <p:cNvPr id="1555" name="Google Shape;1555;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56" name="Google Shape;1556;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57" name="Google Shape;1557;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558" name="Google Shape;1558;p40"/>
          <p:cNvSpPr txBox="1"/>
          <p:nvPr/>
        </p:nvSpPr>
        <p:spPr>
          <a:xfrm>
            <a:off x="5702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1559" name="Google Shape;1559;p40"/>
          <p:cNvGrpSpPr/>
          <p:nvPr/>
        </p:nvGrpSpPr>
        <p:grpSpPr>
          <a:xfrm>
            <a:off x="5712203" y="3955308"/>
            <a:ext cx="313273" cy="74585"/>
            <a:chOff x="3655625" y="914400"/>
            <a:chExt cx="2743200" cy="690600"/>
          </a:xfrm>
        </p:grpSpPr>
        <p:sp>
          <p:nvSpPr>
            <p:cNvPr id="1560" name="Google Shape;1560;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61" name="Google Shape;1561;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62" name="Google Shape;1562;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563" name="Google Shape;1563;p40"/>
          <p:cNvSpPr txBox="1"/>
          <p:nvPr/>
        </p:nvSpPr>
        <p:spPr>
          <a:xfrm>
            <a:off x="6116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1564" name="Google Shape;1564;p40"/>
          <p:cNvGrpSpPr/>
          <p:nvPr/>
        </p:nvGrpSpPr>
        <p:grpSpPr>
          <a:xfrm>
            <a:off x="4797803" y="3498108"/>
            <a:ext cx="313273" cy="74585"/>
            <a:chOff x="3655625" y="914400"/>
            <a:chExt cx="2743200" cy="690600"/>
          </a:xfrm>
        </p:grpSpPr>
        <p:sp>
          <p:nvSpPr>
            <p:cNvPr id="1565" name="Google Shape;1565;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66" name="Google Shape;1566;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67" name="Google Shape;1567;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568" name="Google Shape;1568;p40"/>
          <p:cNvGrpSpPr/>
          <p:nvPr/>
        </p:nvGrpSpPr>
        <p:grpSpPr>
          <a:xfrm>
            <a:off x="5255003" y="3498108"/>
            <a:ext cx="313273" cy="74585"/>
            <a:chOff x="3655625" y="914400"/>
            <a:chExt cx="2743200" cy="690600"/>
          </a:xfrm>
        </p:grpSpPr>
        <p:sp>
          <p:nvSpPr>
            <p:cNvPr id="1569" name="Google Shape;1569;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70" name="Google Shape;1570;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71" name="Google Shape;1571;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572" name="Google Shape;1572;p40"/>
          <p:cNvGrpSpPr/>
          <p:nvPr/>
        </p:nvGrpSpPr>
        <p:grpSpPr>
          <a:xfrm>
            <a:off x="5712203" y="3498108"/>
            <a:ext cx="313273" cy="74585"/>
            <a:chOff x="3655625" y="914400"/>
            <a:chExt cx="2743200" cy="690600"/>
          </a:xfrm>
        </p:grpSpPr>
        <p:sp>
          <p:nvSpPr>
            <p:cNvPr id="1573" name="Google Shape;1573;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74" name="Google Shape;1574;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75" name="Google Shape;1575;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576" name="Google Shape;1576;p40"/>
          <p:cNvCxnSpPr>
            <a:stCxn id="1550" idx="0"/>
          </p:cNvCxnSpPr>
          <p:nvPr/>
        </p:nvCxnSpPr>
        <p:spPr>
          <a:xfrm rot="10800000">
            <a:off x="4954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577" name="Google Shape;1577;p40"/>
          <p:cNvCxnSpPr>
            <a:stCxn id="1550" idx="0"/>
            <a:endCxn id="1569" idx="2"/>
          </p:cNvCxnSpPr>
          <p:nvPr/>
        </p:nvCxnSpPr>
        <p:spPr>
          <a:xfrm flipH="1" rot="10800000">
            <a:off x="4954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578" name="Google Shape;1578;p40"/>
          <p:cNvCxnSpPr>
            <a:stCxn id="1550" idx="0"/>
            <a:endCxn id="1573" idx="2"/>
          </p:cNvCxnSpPr>
          <p:nvPr/>
        </p:nvCxnSpPr>
        <p:spPr>
          <a:xfrm flipH="1" rot="10800000">
            <a:off x="4954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579" name="Google Shape;1579;p40"/>
          <p:cNvCxnSpPr>
            <a:stCxn id="1555" idx="0"/>
            <a:endCxn id="1569" idx="2"/>
          </p:cNvCxnSpPr>
          <p:nvPr/>
        </p:nvCxnSpPr>
        <p:spPr>
          <a:xfrm rot="10800000">
            <a:off x="5411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580" name="Google Shape;1580;p40"/>
          <p:cNvCxnSpPr>
            <a:stCxn id="1560" idx="0"/>
            <a:endCxn id="1573" idx="2"/>
          </p:cNvCxnSpPr>
          <p:nvPr/>
        </p:nvCxnSpPr>
        <p:spPr>
          <a:xfrm rot="10800000">
            <a:off x="5868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581" name="Google Shape;1581;p40"/>
          <p:cNvCxnSpPr>
            <a:stCxn id="1555" idx="0"/>
            <a:endCxn id="1573" idx="2"/>
          </p:cNvCxnSpPr>
          <p:nvPr/>
        </p:nvCxnSpPr>
        <p:spPr>
          <a:xfrm flipH="1" rot="10800000">
            <a:off x="5411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1582" name="Google Shape;1582;p40"/>
          <p:cNvGrpSpPr/>
          <p:nvPr/>
        </p:nvGrpSpPr>
        <p:grpSpPr>
          <a:xfrm rot="-5400000">
            <a:off x="5629796" y="2328825"/>
            <a:ext cx="109798" cy="26302"/>
            <a:chOff x="4885225" y="945750"/>
            <a:chExt cx="311926" cy="74700"/>
          </a:xfrm>
        </p:grpSpPr>
        <p:sp>
          <p:nvSpPr>
            <p:cNvPr id="1583" name="Google Shape;1583;p40"/>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84" name="Google Shape;1584;p40"/>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85" name="Google Shape;1585;p40"/>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586" name="Google Shape;1586;p40"/>
          <p:cNvSpPr/>
          <p:nvPr/>
        </p:nvSpPr>
        <p:spPr>
          <a:xfrm>
            <a:off x="4721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1587" name="Google Shape;1587;p40"/>
          <p:cNvSpPr/>
          <p:nvPr/>
        </p:nvSpPr>
        <p:spPr>
          <a:xfrm>
            <a:off x="4761872" y="1204438"/>
            <a:ext cx="1798200" cy="4650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1588" name="Google Shape;1588;p40"/>
          <p:cNvSpPr/>
          <p:nvPr/>
        </p:nvSpPr>
        <p:spPr>
          <a:xfrm>
            <a:off x="4775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1589" name="Google Shape;1589;p40"/>
          <p:cNvSpPr/>
          <p:nvPr/>
        </p:nvSpPr>
        <p:spPr>
          <a:xfrm>
            <a:off x="4761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1590" name="Google Shape;1590;p40"/>
          <p:cNvGrpSpPr/>
          <p:nvPr/>
        </p:nvGrpSpPr>
        <p:grpSpPr>
          <a:xfrm>
            <a:off x="4797678" y="1380708"/>
            <a:ext cx="313273" cy="74585"/>
            <a:chOff x="3655625" y="914400"/>
            <a:chExt cx="2743200" cy="690600"/>
          </a:xfrm>
        </p:grpSpPr>
        <p:sp>
          <p:nvSpPr>
            <p:cNvPr id="1591" name="Google Shape;1591;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92" name="Google Shape;1592;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93" name="Google Shape;1593;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594" name="Google Shape;1594;p40"/>
          <p:cNvGrpSpPr/>
          <p:nvPr/>
        </p:nvGrpSpPr>
        <p:grpSpPr>
          <a:xfrm>
            <a:off x="5254878" y="1373704"/>
            <a:ext cx="313273" cy="74585"/>
            <a:chOff x="3655625" y="914400"/>
            <a:chExt cx="2743200" cy="690600"/>
          </a:xfrm>
        </p:grpSpPr>
        <p:sp>
          <p:nvSpPr>
            <p:cNvPr id="1595" name="Google Shape;1595;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96" name="Google Shape;1596;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597" name="Google Shape;1597;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598" name="Google Shape;1598;p40"/>
          <p:cNvGrpSpPr/>
          <p:nvPr/>
        </p:nvGrpSpPr>
        <p:grpSpPr>
          <a:xfrm>
            <a:off x="5712078" y="1373704"/>
            <a:ext cx="313273" cy="74585"/>
            <a:chOff x="3655625" y="914400"/>
            <a:chExt cx="2743200" cy="690600"/>
          </a:xfrm>
        </p:grpSpPr>
        <p:sp>
          <p:nvSpPr>
            <p:cNvPr id="1599" name="Google Shape;1599;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00" name="Google Shape;1600;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01" name="Google Shape;1601;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602" name="Google Shape;1602;p40"/>
          <p:cNvGrpSpPr/>
          <p:nvPr/>
        </p:nvGrpSpPr>
        <p:grpSpPr>
          <a:xfrm>
            <a:off x="2300215" y="1858996"/>
            <a:ext cx="313273" cy="74585"/>
            <a:chOff x="3655625" y="914400"/>
            <a:chExt cx="2743200" cy="690600"/>
          </a:xfrm>
        </p:grpSpPr>
        <p:sp>
          <p:nvSpPr>
            <p:cNvPr id="1603" name="Google Shape;1603;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04" name="Google Shape;1604;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05" name="Google Shape;1605;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606" name="Google Shape;1606;p40"/>
          <p:cNvGrpSpPr/>
          <p:nvPr/>
        </p:nvGrpSpPr>
        <p:grpSpPr>
          <a:xfrm>
            <a:off x="2757415" y="1858996"/>
            <a:ext cx="313273" cy="74585"/>
            <a:chOff x="3655625" y="914400"/>
            <a:chExt cx="2743200" cy="690600"/>
          </a:xfrm>
        </p:grpSpPr>
        <p:sp>
          <p:nvSpPr>
            <p:cNvPr id="1607" name="Google Shape;1607;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08" name="Google Shape;1608;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09" name="Google Shape;1609;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610" name="Google Shape;1610;p40"/>
          <p:cNvGrpSpPr/>
          <p:nvPr/>
        </p:nvGrpSpPr>
        <p:grpSpPr>
          <a:xfrm>
            <a:off x="3214615" y="1858996"/>
            <a:ext cx="313273" cy="74585"/>
            <a:chOff x="3655625" y="914400"/>
            <a:chExt cx="2743200" cy="690600"/>
          </a:xfrm>
        </p:grpSpPr>
        <p:sp>
          <p:nvSpPr>
            <p:cNvPr id="1611" name="Google Shape;1611;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12" name="Google Shape;1612;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13" name="Google Shape;1613;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614" name="Google Shape;1614;p40"/>
          <p:cNvCxnSpPr>
            <a:stCxn id="1607" idx="0"/>
          </p:cNvCxnSpPr>
          <p:nvPr/>
        </p:nvCxnSpPr>
        <p:spPr>
          <a:xfrm rot="10800000">
            <a:off x="2914052" y="1686196"/>
            <a:ext cx="0" cy="172800"/>
          </a:xfrm>
          <a:prstGeom prst="straightConnector1">
            <a:avLst/>
          </a:prstGeom>
          <a:noFill/>
          <a:ln cap="flat" cmpd="sng" w="9525">
            <a:solidFill>
              <a:schemeClr val="dk2"/>
            </a:solidFill>
            <a:prstDash val="solid"/>
            <a:round/>
            <a:headEnd len="med" w="med" type="none"/>
            <a:tailEnd len="med" w="med" type="none"/>
          </a:ln>
        </p:spPr>
      </p:cxnSp>
      <p:cxnSp>
        <p:nvCxnSpPr>
          <p:cNvPr id="1615" name="Google Shape;1615;p40"/>
          <p:cNvCxnSpPr>
            <a:stCxn id="1611" idx="0"/>
          </p:cNvCxnSpPr>
          <p:nvPr/>
        </p:nvCxnSpPr>
        <p:spPr>
          <a:xfrm rot="10800000">
            <a:off x="3371252" y="1687696"/>
            <a:ext cx="0" cy="171300"/>
          </a:xfrm>
          <a:prstGeom prst="straightConnector1">
            <a:avLst/>
          </a:prstGeom>
          <a:noFill/>
          <a:ln cap="flat" cmpd="sng" w="9525">
            <a:solidFill>
              <a:schemeClr val="dk2"/>
            </a:solidFill>
            <a:prstDash val="solid"/>
            <a:round/>
            <a:headEnd len="med" w="med" type="none"/>
            <a:tailEnd len="med" w="med" type="none"/>
          </a:ln>
        </p:spPr>
      </p:cxnSp>
      <p:cxnSp>
        <p:nvCxnSpPr>
          <p:cNvPr id="1616" name="Google Shape;1616;p40"/>
          <p:cNvCxnSpPr>
            <a:stCxn id="1591" idx="0"/>
            <a:endCxn id="1603" idx="0"/>
          </p:cNvCxnSpPr>
          <p:nvPr/>
        </p:nvCxnSpPr>
        <p:spPr>
          <a:xfrm rot="5400000">
            <a:off x="3466465" y="371058"/>
            <a:ext cx="478200" cy="2497500"/>
          </a:xfrm>
          <a:prstGeom prst="bentConnector3">
            <a:avLst>
              <a:gd fmla="val -33802" name="adj1"/>
            </a:avLst>
          </a:prstGeom>
          <a:noFill/>
          <a:ln cap="flat" cmpd="sng" w="9525">
            <a:solidFill>
              <a:schemeClr val="dk2"/>
            </a:solidFill>
            <a:prstDash val="solid"/>
            <a:round/>
            <a:headEnd len="med" w="med" type="none"/>
            <a:tailEnd len="med" w="med" type="none"/>
          </a:ln>
        </p:spPr>
      </p:cxnSp>
      <p:cxnSp>
        <p:nvCxnSpPr>
          <p:cNvPr id="1617" name="Google Shape;1617;p40"/>
          <p:cNvCxnSpPr>
            <a:stCxn id="1595" idx="0"/>
            <a:endCxn id="1603" idx="0"/>
          </p:cNvCxnSpPr>
          <p:nvPr/>
        </p:nvCxnSpPr>
        <p:spPr>
          <a:xfrm rot="5400000">
            <a:off x="3691465" y="139054"/>
            <a:ext cx="485400" cy="2954700"/>
          </a:xfrm>
          <a:prstGeom prst="bentConnector3">
            <a:avLst>
              <a:gd fmla="val -25902" name="adj1"/>
            </a:avLst>
          </a:prstGeom>
          <a:noFill/>
          <a:ln cap="flat" cmpd="sng" w="9525">
            <a:solidFill>
              <a:schemeClr val="dk2"/>
            </a:solidFill>
            <a:prstDash val="solid"/>
            <a:round/>
            <a:headEnd len="med" w="med" type="none"/>
            <a:tailEnd len="med" w="med" type="none"/>
          </a:ln>
        </p:spPr>
      </p:cxnSp>
      <p:cxnSp>
        <p:nvCxnSpPr>
          <p:cNvPr id="1618" name="Google Shape;1618;p40"/>
          <p:cNvCxnSpPr>
            <a:stCxn id="1599" idx="0"/>
            <a:endCxn id="1603" idx="0"/>
          </p:cNvCxnSpPr>
          <p:nvPr/>
        </p:nvCxnSpPr>
        <p:spPr>
          <a:xfrm rot="5400000">
            <a:off x="3920065" y="-89546"/>
            <a:ext cx="485400" cy="3411900"/>
          </a:xfrm>
          <a:prstGeom prst="bentConnector3">
            <a:avLst>
              <a:gd fmla="val -18009" name="adj1"/>
            </a:avLst>
          </a:prstGeom>
          <a:noFill/>
          <a:ln cap="flat" cmpd="sng" w="9525">
            <a:solidFill>
              <a:schemeClr val="dk2"/>
            </a:solidFill>
            <a:prstDash val="solid"/>
            <a:round/>
            <a:headEnd len="med" w="med" type="none"/>
            <a:tailEnd len="med" w="med" type="none"/>
          </a:ln>
        </p:spPr>
      </p:cxnSp>
      <p:cxnSp>
        <p:nvCxnSpPr>
          <p:cNvPr id="1619" name="Google Shape;1619;p40"/>
          <p:cNvCxnSpPr>
            <a:stCxn id="1607" idx="0"/>
          </p:cNvCxnSpPr>
          <p:nvPr/>
        </p:nvCxnSpPr>
        <p:spPr>
          <a:xfrm rot="10800000">
            <a:off x="2914052" y="1218196"/>
            <a:ext cx="0" cy="640800"/>
          </a:xfrm>
          <a:prstGeom prst="straightConnector1">
            <a:avLst/>
          </a:prstGeom>
          <a:noFill/>
          <a:ln cap="flat" cmpd="sng" w="9525">
            <a:solidFill>
              <a:schemeClr val="dk2"/>
            </a:solidFill>
            <a:prstDash val="solid"/>
            <a:round/>
            <a:headEnd len="med" w="med" type="none"/>
            <a:tailEnd len="med" w="med" type="none"/>
          </a:ln>
        </p:spPr>
      </p:cxnSp>
      <p:cxnSp>
        <p:nvCxnSpPr>
          <p:cNvPr id="1620" name="Google Shape;1620;p40"/>
          <p:cNvCxnSpPr>
            <a:stCxn id="1611" idx="0"/>
          </p:cNvCxnSpPr>
          <p:nvPr/>
        </p:nvCxnSpPr>
        <p:spPr>
          <a:xfrm rot="10800000">
            <a:off x="3371252" y="1221796"/>
            <a:ext cx="0" cy="637200"/>
          </a:xfrm>
          <a:prstGeom prst="straightConnector1">
            <a:avLst/>
          </a:prstGeom>
          <a:noFill/>
          <a:ln cap="flat" cmpd="sng" w="9525">
            <a:solidFill>
              <a:schemeClr val="dk2"/>
            </a:solidFill>
            <a:prstDash val="solid"/>
            <a:round/>
            <a:headEnd len="med" w="med" type="none"/>
            <a:tailEnd len="med" w="med" type="none"/>
          </a:ln>
        </p:spPr>
      </p:cxnSp>
      <p:grpSp>
        <p:nvGrpSpPr>
          <p:cNvPr id="1621" name="Google Shape;1621;p40"/>
          <p:cNvGrpSpPr/>
          <p:nvPr/>
        </p:nvGrpSpPr>
        <p:grpSpPr>
          <a:xfrm rot="-5400000">
            <a:off x="2844981" y="2771949"/>
            <a:ext cx="109798" cy="26302"/>
            <a:chOff x="4885225" y="945750"/>
            <a:chExt cx="311926" cy="74700"/>
          </a:xfrm>
        </p:grpSpPr>
        <p:sp>
          <p:nvSpPr>
            <p:cNvPr id="1622" name="Google Shape;1622;p40"/>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23" name="Google Shape;1623;p40"/>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24" name="Google Shape;1624;p40"/>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1625" name="Google Shape;1625;p40"/>
          <p:cNvGrpSpPr/>
          <p:nvPr/>
        </p:nvGrpSpPr>
        <p:grpSpPr>
          <a:xfrm>
            <a:off x="4801103" y="722118"/>
            <a:ext cx="313273" cy="74585"/>
            <a:chOff x="3655625" y="914400"/>
            <a:chExt cx="2743200" cy="690600"/>
          </a:xfrm>
        </p:grpSpPr>
        <p:sp>
          <p:nvSpPr>
            <p:cNvPr id="1626" name="Google Shape;1626;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27" name="Google Shape;1627;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28" name="Google Shape;1628;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629" name="Google Shape;1629;p40"/>
          <p:cNvGrpSpPr/>
          <p:nvPr/>
        </p:nvGrpSpPr>
        <p:grpSpPr>
          <a:xfrm>
            <a:off x="5258303" y="722118"/>
            <a:ext cx="313273" cy="74585"/>
            <a:chOff x="3655625" y="914400"/>
            <a:chExt cx="2743200" cy="690600"/>
          </a:xfrm>
        </p:grpSpPr>
        <p:sp>
          <p:nvSpPr>
            <p:cNvPr id="1630" name="Google Shape;1630;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31" name="Google Shape;1631;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32" name="Google Shape;1632;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633" name="Google Shape;1633;p40"/>
          <p:cNvGrpSpPr/>
          <p:nvPr/>
        </p:nvGrpSpPr>
        <p:grpSpPr>
          <a:xfrm>
            <a:off x="5715503" y="722118"/>
            <a:ext cx="313273" cy="74585"/>
            <a:chOff x="3655625" y="914400"/>
            <a:chExt cx="2743200" cy="690600"/>
          </a:xfrm>
        </p:grpSpPr>
        <p:sp>
          <p:nvSpPr>
            <p:cNvPr id="1634" name="Google Shape;1634;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35" name="Google Shape;1635;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36" name="Google Shape;1636;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637" name="Google Shape;1637;p40"/>
          <p:cNvSpPr txBox="1"/>
          <p:nvPr/>
        </p:nvSpPr>
        <p:spPr>
          <a:xfrm>
            <a:off x="6756797" y="737334"/>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Output is a sequence</a:t>
            </a:r>
            <a:endParaRPr i="1">
              <a:solidFill>
                <a:srgbClr val="A61C00"/>
              </a:solidFill>
              <a:latin typeface="Roboto"/>
              <a:ea typeface="Roboto"/>
              <a:cs typeface="Roboto"/>
              <a:sym typeface="Roboto"/>
            </a:endParaRPr>
          </a:p>
        </p:txBody>
      </p:sp>
      <p:cxnSp>
        <p:nvCxnSpPr>
          <p:cNvPr id="1638" name="Google Shape;1638;p40"/>
          <p:cNvCxnSpPr>
            <a:stCxn id="1637" idx="0"/>
            <a:endCxn id="1639" idx="3"/>
          </p:cNvCxnSpPr>
          <p:nvPr/>
        </p:nvCxnSpPr>
        <p:spPr>
          <a:xfrm rot="10800000">
            <a:off x="6656597" y="550134"/>
            <a:ext cx="1120200" cy="187200"/>
          </a:xfrm>
          <a:prstGeom prst="straightConnector1">
            <a:avLst/>
          </a:prstGeom>
          <a:noFill/>
          <a:ln cap="flat" cmpd="sng" w="9525">
            <a:solidFill>
              <a:schemeClr val="dk2"/>
            </a:solidFill>
            <a:prstDash val="solid"/>
            <a:round/>
            <a:headEnd len="med" w="med" type="none"/>
            <a:tailEnd len="med" w="med" type="triangle"/>
          </a:ln>
        </p:spPr>
      </p:cxnSp>
      <p:sp>
        <p:nvSpPr>
          <p:cNvPr id="1640" name="Google Shape;1640;p40"/>
          <p:cNvSpPr txBox="1"/>
          <p:nvPr/>
        </p:nvSpPr>
        <p:spPr>
          <a:xfrm>
            <a:off x="4719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1641" name="Google Shape;1641;p40"/>
          <p:cNvSpPr txBox="1"/>
          <p:nvPr/>
        </p:nvSpPr>
        <p:spPr>
          <a:xfrm>
            <a:off x="5244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1642" name="Google Shape;1642;p40"/>
          <p:cNvSpPr txBox="1"/>
          <p:nvPr/>
        </p:nvSpPr>
        <p:spPr>
          <a:xfrm>
            <a:off x="5659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sp>
        <p:nvSpPr>
          <p:cNvPr id="1643" name="Google Shape;1643;p40"/>
          <p:cNvSpPr txBox="1"/>
          <p:nvPr/>
        </p:nvSpPr>
        <p:spPr>
          <a:xfrm>
            <a:off x="226472" y="751990"/>
            <a:ext cx="2592900" cy="5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Cross attention only attends to the final layer activation</a:t>
            </a:r>
            <a:endParaRPr i="1">
              <a:solidFill>
                <a:srgbClr val="A61C00"/>
              </a:solidFill>
              <a:latin typeface="Roboto"/>
              <a:ea typeface="Roboto"/>
              <a:cs typeface="Roboto"/>
              <a:sym typeface="Roboto"/>
            </a:endParaRPr>
          </a:p>
        </p:txBody>
      </p:sp>
      <p:cxnSp>
        <p:nvCxnSpPr>
          <p:cNvPr id="1644" name="Google Shape;1644;p40"/>
          <p:cNvCxnSpPr>
            <a:stCxn id="1643" idx="2"/>
          </p:cNvCxnSpPr>
          <p:nvPr/>
        </p:nvCxnSpPr>
        <p:spPr>
          <a:xfrm>
            <a:off x="1522922" y="1269790"/>
            <a:ext cx="812400" cy="247500"/>
          </a:xfrm>
          <a:prstGeom prst="straightConnector1">
            <a:avLst/>
          </a:prstGeom>
          <a:noFill/>
          <a:ln cap="flat" cmpd="sng" w="9525">
            <a:solidFill>
              <a:schemeClr val="dk2"/>
            </a:solidFill>
            <a:prstDash val="solid"/>
            <a:round/>
            <a:headEnd len="med" w="med" type="none"/>
            <a:tailEnd len="med" w="med" type="triangle"/>
          </a:ln>
        </p:spPr>
      </p:cxnSp>
      <p:grpSp>
        <p:nvGrpSpPr>
          <p:cNvPr id="1645" name="Google Shape;1645;p40"/>
          <p:cNvGrpSpPr/>
          <p:nvPr/>
        </p:nvGrpSpPr>
        <p:grpSpPr>
          <a:xfrm>
            <a:off x="6169403" y="3955308"/>
            <a:ext cx="313273" cy="74585"/>
            <a:chOff x="3655625" y="914400"/>
            <a:chExt cx="2743200" cy="690600"/>
          </a:xfrm>
        </p:grpSpPr>
        <p:sp>
          <p:nvSpPr>
            <p:cNvPr id="1646" name="Google Shape;1646;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47" name="Google Shape;1647;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48" name="Google Shape;1648;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649" name="Google Shape;1649;p40"/>
          <p:cNvGrpSpPr/>
          <p:nvPr/>
        </p:nvGrpSpPr>
        <p:grpSpPr>
          <a:xfrm>
            <a:off x="6169403" y="3498108"/>
            <a:ext cx="313273" cy="74585"/>
            <a:chOff x="3655625" y="914400"/>
            <a:chExt cx="2743200" cy="690600"/>
          </a:xfrm>
        </p:grpSpPr>
        <p:sp>
          <p:nvSpPr>
            <p:cNvPr id="1650" name="Google Shape;1650;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51" name="Google Shape;1651;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52" name="Google Shape;1652;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653" name="Google Shape;1653;p40"/>
          <p:cNvCxnSpPr>
            <a:stCxn id="1550" idx="0"/>
            <a:endCxn id="1650" idx="2"/>
          </p:cNvCxnSpPr>
          <p:nvPr/>
        </p:nvCxnSpPr>
        <p:spPr>
          <a:xfrm flipH="1" rot="10800000">
            <a:off x="4954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1654" name="Google Shape;1654;p40"/>
          <p:cNvCxnSpPr>
            <a:stCxn id="1555" idx="0"/>
            <a:endCxn id="1650" idx="2"/>
          </p:cNvCxnSpPr>
          <p:nvPr/>
        </p:nvCxnSpPr>
        <p:spPr>
          <a:xfrm flipH="1" rot="10800000">
            <a:off x="5411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655" name="Google Shape;1655;p40"/>
          <p:cNvCxnSpPr>
            <a:stCxn id="1560" idx="0"/>
            <a:endCxn id="1650" idx="2"/>
          </p:cNvCxnSpPr>
          <p:nvPr/>
        </p:nvCxnSpPr>
        <p:spPr>
          <a:xfrm flipH="1" rot="10800000">
            <a:off x="5868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656" name="Google Shape;1656;p40"/>
          <p:cNvCxnSpPr>
            <a:stCxn id="1646" idx="0"/>
            <a:endCxn id="1650" idx="2"/>
          </p:cNvCxnSpPr>
          <p:nvPr/>
        </p:nvCxnSpPr>
        <p:spPr>
          <a:xfrm rot="10800000">
            <a:off x="6326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1657" name="Google Shape;1657;p40"/>
          <p:cNvSpPr/>
          <p:nvPr/>
        </p:nvSpPr>
        <p:spPr>
          <a:xfrm>
            <a:off x="4744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1658" name="Google Shape;1658;p40"/>
          <p:cNvGrpSpPr/>
          <p:nvPr/>
        </p:nvGrpSpPr>
        <p:grpSpPr>
          <a:xfrm>
            <a:off x="4801103" y="2801514"/>
            <a:ext cx="313273" cy="74585"/>
            <a:chOff x="3655625" y="914400"/>
            <a:chExt cx="2743200" cy="690600"/>
          </a:xfrm>
        </p:grpSpPr>
        <p:sp>
          <p:nvSpPr>
            <p:cNvPr id="1659" name="Google Shape;1659;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60" name="Google Shape;1660;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61" name="Google Shape;1661;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662" name="Google Shape;1662;p40"/>
          <p:cNvGrpSpPr/>
          <p:nvPr/>
        </p:nvGrpSpPr>
        <p:grpSpPr>
          <a:xfrm>
            <a:off x="5258303" y="2801514"/>
            <a:ext cx="313273" cy="74585"/>
            <a:chOff x="3655625" y="914400"/>
            <a:chExt cx="2743200" cy="690600"/>
          </a:xfrm>
        </p:grpSpPr>
        <p:sp>
          <p:nvSpPr>
            <p:cNvPr id="1663" name="Google Shape;1663;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64" name="Google Shape;1664;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65" name="Google Shape;1665;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666" name="Google Shape;1666;p40"/>
          <p:cNvGrpSpPr/>
          <p:nvPr/>
        </p:nvGrpSpPr>
        <p:grpSpPr>
          <a:xfrm>
            <a:off x="5715503" y="2801514"/>
            <a:ext cx="313273" cy="74585"/>
            <a:chOff x="3655625" y="914400"/>
            <a:chExt cx="2743200" cy="690600"/>
          </a:xfrm>
        </p:grpSpPr>
        <p:sp>
          <p:nvSpPr>
            <p:cNvPr id="1667" name="Google Shape;1667;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68" name="Google Shape;1668;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69" name="Google Shape;1669;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670" name="Google Shape;1670;p40"/>
          <p:cNvGrpSpPr/>
          <p:nvPr/>
        </p:nvGrpSpPr>
        <p:grpSpPr>
          <a:xfrm>
            <a:off x="4801103" y="2580063"/>
            <a:ext cx="313273" cy="74585"/>
            <a:chOff x="3655625" y="914400"/>
            <a:chExt cx="2743200" cy="690600"/>
          </a:xfrm>
        </p:grpSpPr>
        <p:sp>
          <p:nvSpPr>
            <p:cNvPr id="1671" name="Google Shape;1671;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72" name="Google Shape;1672;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73" name="Google Shape;1673;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674" name="Google Shape;1674;p40"/>
          <p:cNvGrpSpPr/>
          <p:nvPr/>
        </p:nvGrpSpPr>
        <p:grpSpPr>
          <a:xfrm>
            <a:off x="5258303" y="2580063"/>
            <a:ext cx="313273" cy="74585"/>
            <a:chOff x="3655625" y="914400"/>
            <a:chExt cx="2743200" cy="690600"/>
          </a:xfrm>
        </p:grpSpPr>
        <p:sp>
          <p:nvSpPr>
            <p:cNvPr id="1675" name="Google Shape;1675;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76" name="Google Shape;1676;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77" name="Google Shape;1677;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678" name="Google Shape;1678;p40"/>
          <p:cNvGrpSpPr/>
          <p:nvPr/>
        </p:nvGrpSpPr>
        <p:grpSpPr>
          <a:xfrm>
            <a:off x="5715503" y="2580063"/>
            <a:ext cx="313273" cy="74585"/>
            <a:chOff x="3655625" y="914400"/>
            <a:chExt cx="2743200" cy="690600"/>
          </a:xfrm>
        </p:grpSpPr>
        <p:sp>
          <p:nvSpPr>
            <p:cNvPr id="1679" name="Google Shape;1679;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80" name="Google Shape;1680;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81" name="Google Shape;1681;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682" name="Google Shape;1682;p40"/>
          <p:cNvCxnSpPr>
            <a:stCxn id="1659" idx="0"/>
            <a:endCxn id="1671" idx="2"/>
          </p:cNvCxnSpPr>
          <p:nvPr/>
        </p:nvCxnSpPr>
        <p:spPr>
          <a:xfrm rot="10800000">
            <a:off x="4957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683" name="Google Shape;1683;p40"/>
          <p:cNvCxnSpPr>
            <a:stCxn id="1667" idx="0"/>
            <a:endCxn id="1679" idx="2"/>
          </p:cNvCxnSpPr>
          <p:nvPr/>
        </p:nvCxnSpPr>
        <p:spPr>
          <a:xfrm rot="10800000">
            <a:off x="5872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684" name="Google Shape;1684;p40"/>
          <p:cNvCxnSpPr>
            <a:stCxn id="1663" idx="0"/>
            <a:endCxn id="1675" idx="2"/>
          </p:cNvCxnSpPr>
          <p:nvPr/>
        </p:nvCxnSpPr>
        <p:spPr>
          <a:xfrm rot="10800000">
            <a:off x="5414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1685" name="Google Shape;1685;p40"/>
          <p:cNvGrpSpPr/>
          <p:nvPr/>
        </p:nvGrpSpPr>
        <p:grpSpPr>
          <a:xfrm>
            <a:off x="6172703" y="2804397"/>
            <a:ext cx="313273" cy="74585"/>
            <a:chOff x="3655625" y="914400"/>
            <a:chExt cx="2743200" cy="690600"/>
          </a:xfrm>
        </p:grpSpPr>
        <p:sp>
          <p:nvSpPr>
            <p:cNvPr id="1686" name="Google Shape;1686;p40"/>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87" name="Google Shape;1687;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88" name="Google Shape;1688;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689" name="Google Shape;1689;p40"/>
          <p:cNvGrpSpPr/>
          <p:nvPr/>
        </p:nvGrpSpPr>
        <p:grpSpPr>
          <a:xfrm>
            <a:off x="6172703" y="2576499"/>
            <a:ext cx="313273" cy="74585"/>
            <a:chOff x="3655625" y="914400"/>
            <a:chExt cx="2743200" cy="690600"/>
          </a:xfrm>
        </p:grpSpPr>
        <p:sp>
          <p:nvSpPr>
            <p:cNvPr id="1690" name="Google Shape;1690;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91" name="Google Shape;1691;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92" name="Google Shape;1692;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693" name="Google Shape;1693;p40"/>
          <p:cNvCxnSpPr>
            <a:stCxn id="1686" idx="0"/>
            <a:endCxn id="1690" idx="2"/>
          </p:cNvCxnSpPr>
          <p:nvPr/>
        </p:nvCxnSpPr>
        <p:spPr>
          <a:xfrm rot="10800000">
            <a:off x="6329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1694" name="Google Shape;1694;p40"/>
          <p:cNvSpPr txBox="1"/>
          <p:nvPr/>
        </p:nvSpPr>
        <p:spPr>
          <a:xfrm>
            <a:off x="4658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1695" name="Google Shape;1695;p40"/>
          <p:cNvGrpSpPr/>
          <p:nvPr/>
        </p:nvGrpSpPr>
        <p:grpSpPr>
          <a:xfrm>
            <a:off x="6169266" y="722118"/>
            <a:ext cx="313273" cy="74585"/>
            <a:chOff x="3655625" y="914400"/>
            <a:chExt cx="2743200" cy="690600"/>
          </a:xfrm>
        </p:grpSpPr>
        <p:sp>
          <p:nvSpPr>
            <p:cNvPr id="1696" name="Google Shape;1696;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97" name="Google Shape;1697;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698" name="Google Shape;1698;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639" name="Google Shape;1639;p40"/>
          <p:cNvSpPr txBox="1"/>
          <p:nvPr/>
        </p:nvSpPr>
        <p:spPr>
          <a:xfrm>
            <a:off x="6084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sp>
        <p:nvSpPr>
          <p:cNvPr id="1699" name="Google Shape;1699;p40"/>
          <p:cNvSpPr txBox="1"/>
          <p:nvPr/>
        </p:nvSpPr>
        <p:spPr>
          <a:xfrm>
            <a:off x="580075" y="3043525"/>
            <a:ext cx="1333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Bidirectional self-attention</a:t>
            </a:r>
            <a:endParaRPr i="1">
              <a:solidFill>
                <a:srgbClr val="A61C00"/>
              </a:solidFill>
              <a:latin typeface="Roboto"/>
              <a:ea typeface="Roboto"/>
              <a:cs typeface="Roboto"/>
              <a:sym typeface="Roboto"/>
            </a:endParaRPr>
          </a:p>
        </p:txBody>
      </p:sp>
      <p:cxnSp>
        <p:nvCxnSpPr>
          <p:cNvPr id="1700" name="Google Shape;1700;p40"/>
          <p:cNvCxnSpPr>
            <a:stCxn id="1699" idx="3"/>
            <a:endCxn id="1480" idx="1"/>
          </p:cNvCxnSpPr>
          <p:nvPr/>
        </p:nvCxnSpPr>
        <p:spPr>
          <a:xfrm>
            <a:off x="1913575" y="3329875"/>
            <a:ext cx="333600" cy="382200"/>
          </a:xfrm>
          <a:prstGeom prst="straightConnector1">
            <a:avLst/>
          </a:prstGeom>
          <a:noFill/>
          <a:ln cap="flat" cmpd="sng" w="9525">
            <a:solidFill>
              <a:schemeClr val="dk2"/>
            </a:solidFill>
            <a:prstDash val="solid"/>
            <a:round/>
            <a:headEnd len="med" w="med" type="none"/>
            <a:tailEnd len="med" w="med" type="triangle"/>
          </a:ln>
        </p:spPr>
      </p:cxnSp>
      <p:sp>
        <p:nvSpPr>
          <p:cNvPr id="1701" name="Google Shape;1701;p40"/>
          <p:cNvSpPr txBox="1"/>
          <p:nvPr/>
        </p:nvSpPr>
        <p:spPr>
          <a:xfrm>
            <a:off x="6852847" y="3796056"/>
            <a:ext cx="18882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Causal self-attention</a:t>
            </a:r>
            <a:endParaRPr i="1">
              <a:solidFill>
                <a:srgbClr val="A61C00"/>
              </a:solidFill>
              <a:latin typeface="Roboto"/>
              <a:ea typeface="Roboto"/>
              <a:cs typeface="Roboto"/>
              <a:sym typeface="Roboto"/>
            </a:endParaRPr>
          </a:p>
        </p:txBody>
      </p:sp>
      <p:cxnSp>
        <p:nvCxnSpPr>
          <p:cNvPr id="1702" name="Google Shape;1702;p40"/>
          <p:cNvCxnSpPr>
            <a:stCxn id="1701" idx="1"/>
            <a:endCxn id="1548" idx="3"/>
          </p:cNvCxnSpPr>
          <p:nvPr/>
        </p:nvCxnSpPr>
        <p:spPr>
          <a:xfrm rot="10800000">
            <a:off x="6560047" y="3763356"/>
            <a:ext cx="292800" cy="234000"/>
          </a:xfrm>
          <a:prstGeom prst="straightConnector1">
            <a:avLst/>
          </a:prstGeom>
          <a:noFill/>
          <a:ln cap="flat" cmpd="sng" w="9525">
            <a:solidFill>
              <a:schemeClr val="dk2"/>
            </a:solidFill>
            <a:prstDash val="solid"/>
            <a:round/>
            <a:headEnd len="med" w="med" type="none"/>
            <a:tailEnd len="med" w="med" type="triangle"/>
          </a:ln>
        </p:spPr>
      </p:cxnSp>
      <p:grpSp>
        <p:nvGrpSpPr>
          <p:cNvPr id="1703" name="Google Shape;1703;p40"/>
          <p:cNvGrpSpPr/>
          <p:nvPr/>
        </p:nvGrpSpPr>
        <p:grpSpPr>
          <a:xfrm>
            <a:off x="6169278" y="1373704"/>
            <a:ext cx="313273" cy="74585"/>
            <a:chOff x="3655625" y="914400"/>
            <a:chExt cx="2743200" cy="690600"/>
          </a:xfrm>
        </p:grpSpPr>
        <p:sp>
          <p:nvSpPr>
            <p:cNvPr id="1704" name="Google Shape;1704;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05" name="Google Shape;1705;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06" name="Google Shape;1706;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707" name="Google Shape;1707;p40"/>
          <p:cNvCxnSpPr>
            <a:stCxn id="1704" idx="0"/>
            <a:endCxn id="1603" idx="0"/>
          </p:cNvCxnSpPr>
          <p:nvPr/>
        </p:nvCxnSpPr>
        <p:spPr>
          <a:xfrm rot="5400000">
            <a:off x="4148665" y="-318146"/>
            <a:ext cx="485400" cy="3869100"/>
          </a:xfrm>
          <a:prstGeom prst="bentConnector3">
            <a:avLst>
              <a:gd fmla="val -11875" name="adj1"/>
            </a:avLst>
          </a:prstGeom>
          <a:noFill/>
          <a:ln cap="flat" cmpd="sng" w="9525">
            <a:solidFill>
              <a:schemeClr val="dk2"/>
            </a:solidFill>
            <a:prstDash val="solid"/>
            <a:round/>
            <a:headEnd len="med" w="med" type="none"/>
            <a:tailEnd len="med" w="med" type="none"/>
          </a:ln>
        </p:spPr>
      </p:cxnSp>
      <p:sp>
        <p:nvSpPr>
          <p:cNvPr id="1708" name="Google Shape;1708;p40"/>
          <p:cNvSpPr/>
          <p:nvPr/>
        </p:nvSpPr>
        <p:spPr>
          <a:xfrm>
            <a:off x="4761897" y="3189900"/>
            <a:ext cx="1798200" cy="1917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1709" name="Google Shape;1709;p40"/>
          <p:cNvGrpSpPr/>
          <p:nvPr/>
        </p:nvGrpSpPr>
        <p:grpSpPr>
          <a:xfrm>
            <a:off x="5268678" y="3253799"/>
            <a:ext cx="313273" cy="74585"/>
            <a:chOff x="3655625" y="914400"/>
            <a:chExt cx="2743200" cy="690600"/>
          </a:xfrm>
        </p:grpSpPr>
        <p:sp>
          <p:nvSpPr>
            <p:cNvPr id="1710" name="Google Shape;1710;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11" name="Google Shape;1711;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12" name="Google Shape;1712;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713" name="Google Shape;1713;p40"/>
          <p:cNvGrpSpPr/>
          <p:nvPr/>
        </p:nvGrpSpPr>
        <p:grpSpPr>
          <a:xfrm>
            <a:off x="5725878" y="3253799"/>
            <a:ext cx="313273" cy="74585"/>
            <a:chOff x="3655625" y="914400"/>
            <a:chExt cx="2743200" cy="690600"/>
          </a:xfrm>
        </p:grpSpPr>
        <p:sp>
          <p:nvSpPr>
            <p:cNvPr id="1714" name="Google Shape;1714;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15" name="Google Shape;1715;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16" name="Google Shape;1716;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717" name="Google Shape;1717;p40"/>
          <p:cNvGrpSpPr/>
          <p:nvPr/>
        </p:nvGrpSpPr>
        <p:grpSpPr>
          <a:xfrm>
            <a:off x="6183078" y="3253799"/>
            <a:ext cx="313273" cy="74585"/>
            <a:chOff x="3655625" y="914400"/>
            <a:chExt cx="2743200" cy="690600"/>
          </a:xfrm>
        </p:grpSpPr>
        <p:sp>
          <p:nvSpPr>
            <p:cNvPr id="1718" name="Google Shape;1718;p40"/>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19" name="Google Shape;1719;p40"/>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20" name="Google Shape;1720;p40"/>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721" name="Google Shape;1721;p40"/>
          <p:cNvGrpSpPr/>
          <p:nvPr/>
        </p:nvGrpSpPr>
        <p:grpSpPr>
          <a:xfrm>
            <a:off x="4811478" y="3253799"/>
            <a:ext cx="313200" cy="74700"/>
            <a:chOff x="5335131" y="2757062"/>
            <a:chExt cx="313200" cy="74700"/>
          </a:xfrm>
        </p:grpSpPr>
        <p:sp>
          <p:nvSpPr>
            <p:cNvPr id="1722" name="Google Shape;1722;p40"/>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23" name="Google Shape;1723;p40"/>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1724" name="Google Shape;1724;p40"/>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sp>
        <p:nvSpPr>
          <p:cNvPr id="1725" name="Google Shape;1725;p40"/>
          <p:cNvSpPr/>
          <p:nvPr/>
        </p:nvSpPr>
        <p:spPr>
          <a:xfrm>
            <a:off x="2461297" y="1763100"/>
            <a:ext cx="2516450" cy="1483863"/>
          </a:xfrm>
          <a:custGeom>
            <a:rect b="b" l="l" r="r" t="t"/>
            <a:pathLst>
              <a:path extrusionOk="0" h="51407" w="100658">
                <a:moveTo>
                  <a:pt x="100658" y="51407"/>
                </a:moveTo>
                <a:lnTo>
                  <a:pt x="100658" y="47065"/>
                </a:lnTo>
                <a:lnTo>
                  <a:pt x="57655" y="47065"/>
                </a:lnTo>
                <a:lnTo>
                  <a:pt x="57655" y="0"/>
                </a:lnTo>
                <a:lnTo>
                  <a:pt x="0" y="0"/>
                </a:lnTo>
                <a:lnTo>
                  <a:pt x="0" y="4007"/>
                </a:lnTo>
              </a:path>
            </a:pathLst>
          </a:custGeom>
          <a:noFill/>
          <a:ln cap="flat" cmpd="sng" w="9525">
            <a:solidFill>
              <a:schemeClr val="dk2"/>
            </a:solidFill>
            <a:prstDash val="solid"/>
            <a:round/>
            <a:headEnd len="med" w="med" type="none"/>
            <a:tailEnd len="med" w="med" type="none"/>
          </a:ln>
        </p:spPr>
      </p:sp>
      <p:sp>
        <p:nvSpPr>
          <p:cNvPr id="1726" name="Google Shape;1726;p40"/>
          <p:cNvSpPr/>
          <p:nvPr/>
        </p:nvSpPr>
        <p:spPr>
          <a:xfrm>
            <a:off x="2463447" y="1700775"/>
            <a:ext cx="2974125" cy="1553012"/>
          </a:xfrm>
          <a:custGeom>
            <a:rect b="b" l="l" r="r" t="t"/>
            <a:pathLst>
              <a:path extrusionOk="0" h="53910" w="118965">
                <a:moveTo>
                  <a:pt x="118965" y="53910"/>
                </a:moveTo>
                <a:lnTo>
                  <a:pt x="118965" y="47430"/>
                </a:lnTo>
                <a:lnTo>
                  <a:pt x="60130" y="47430"/>
                </a:lnTo>
                <a:lnTo>
                  <a:pt x="60130" y="0"/>
                </a:lnTo>
                <a:lnTo>
                  <a:pt x="0" y="0"/>
                </a:lnTo>
              </a:path>
            </a:pathLst>
          </a:custGeom>
          <a:noFill/>
          <a:ln cap="flat" cmpd="sng" w="9525">
            <a:solidFill>
              <a:schemeClr val="dk2"/>
            </a:solidFill>
            <a:prstDash val="solid"/>
            <a:round/>
            <a:headEnd len="med" w="med" type="none"/>
            <a:tailEnd len="med" w="med" type="none"/>
          </a:ln>
        </p:spPr>
      </p:sp>
      <p:sp>
        <p:nvSpPr>
          <p:cNvPr id="1727" name="Google Shape;1727;p40"/>
          <p:cNvSpPr/>
          <p:nvPr/>
        </p:nvSpPr>
        <p:spPr>
          <a:xfrm>
            <a:off x="2469922" y="1629500"/>
            <a:ext cx="3421225" cy="1624358"/>
          </a:xfrm>
          <a:custGeom>
            <a:rect b="b" l="l" r="r" t="t"/>
            <a:pathLst>
              <a:path extrusionOk="0" h="56761" w="136849">
                <a:moveTo>
                  <a:pt x="136849" y="56761"/>
                </a:moveTo>
                <a:lnTo>
                  <a:pt x="136849" y="48726"/>
                </a:lnTo>
                <a:lnTo>
                  <a:pt x="62204" y="48726"/>
                </a:lnTo>
                <a:lnTo>
                  <a:pt x="62204" y="0"/>
                </a:lnTo>
                <a:lnTo>
                  <a:pt x="0" y="0"/>
                </a:lnTo>
              </a:path>
            </a:pathLst>
          </a:custGeom>
          <a:noFill/>
          <a:ln cap="flat" cmpd="sng" w="9525">
            <a:solidFill>
              <a:schemeClr val="dk2"/>
            </a:solidFill>
            <a:prstDash val="solid"/>
            <a:round/>
            <a:headEnd len="med" w="med" type="none"/>
            <a:tailEnd len="med" w="med" type="none"/>
          </a:ln>
        </p:spPr>
      </p:sp>
      <p:sp>
        <p:nvSpPr>
          <p:cNvPr id="1728" name="Google Shape;1728;p40"/>
          <p:cNvSpPr/>
          <p:nvPr/>
        </p:nvSpPr>
        <p:spPr>
          <a:xfrm>
            <a:off x="2463447" y="1564700"/>
            <a:ext cx="3887750" cy="1682212"/>
          </a:xfrm>
          <a:custGeom>
            <a:rect b="b" l="l" r="r" t="t"/>
            <a:pathLst>
              <a:path extrusionOk="0" h="59353" w="155510">
                <a:moveTo>
                  <a:pt x="155510" y="59353"/>
                </a:moveTo>
                <a:lnTo>
                  <a:pt x="155510" y="50281"/>
                </a:lnTo>
                <a:lnTo>
                  <a:pt x="64536" y="50281"/>
                </a:lnTo>
                <a:lnTo>
                  <a:pt x="64536" y="0"/>
                </a:lnTo>
                <a:lnTo>
                  <a:pt x="0" y="0"/>
                </a:lnTo>
              </a:path>
            </a:pathLst>
          </a:custGeom>
          <a:noFill/>
          <a:ln cap="flat" cmpd="sng" w="9525">
            <a:solidFill>
              <a:schemeClr val="dk2"/>
            </a:solidFill>
            <a:prstDash val="solid"/>
            <a:round/>
            <a:headEnd len="med" w="med" type="none"/>
            <a:tailEnd len="med" w="med" type="none"/>
          </a:ln>
        </p:spPr>
      </p:sp>
      <p:sp>
        <p:nvSpPr>
          <p:cNvPr id="1729" name="Google Shape;1729;p40"/>
          <p:cNvSpPr txBox="1"/>
          <p:nvPr/>
        </p:nvSpPr>
        <p:spPr>
          <a:xfrm>
            <a:off x="6850649" y="2487800"/>
            <a:ext cx="2185200" cy="6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Cross-attention connects encoder and decoder</a:t>
            </a:r>
            <a:endParaRPr i="1">
              <a:solidFill>
                <a:srgbClr val="A61C00"/>
              </a:solidFill>
              <a:latin typeface="Roboto"/>
              <a:ea typeface="Roboto"/>
              <a:cs typeface="Roboto"/>
              <a:sym typeface="Roboto"/>
            </a:endParaRPr>
          </a:p>
        </p:txBody>
      </p:sp>
      <p:cxnSp>
        <p:nvCxnSpPr>
          <p:cNvPr id="1730" name="Google Shape;1730;p40"/>
          <p:cNvCxnSpPr>
            <a:stCxn id="1729" idx="1"/>
            <a:endCxn id="1708" idx="3"/>
          </p:cNvCxnSpPr>
          <p:nvPr/>
        </p:nvCxnSpPr>
        <p:spPr>
          <a:xfrm flipH="1">
            <a:off x="6559949" y="2810300"/>
            <a:ext cx="290700" cy="475500"/>
          </a:xfrm>
          <a:prstGeom prst="straightConnector1">
            <a:avLst/>
          </a:prstGeom>
          <a:noFill/>
          <a:ln cap="flat" cmpd="sng" w="9525">
            <a:solidFill>
              <a:schemeClr val="dk2"/>
            </a:solidFill>
            <a:prstDash val="solid"/>
            <a:round/>
            <a:headEnd len="med" w="med" type="none"/>
            <a:tailEnd len="med" w="med" type="triangle"/>
          </a:ln>
        </p:spPr>
      </p:cxnSp>
      <p:sp>
        <p:nvSpPr>
          <p:cNvPr id="1731" name="Google Shape;173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
        <p:nvSpPr>
          <p:cNvPr id="1736" name="Google Shape;1736;p41"/>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Encoder-only</a:t>
            </a:r>
            <a:endParaRPr/>
          </a:p>
        </p:txBody>
      </p:sp>
      <p:sp>
        <p:nvSpPr>
          <p:cNvPr id="1737" name="Google Shape;1737;p41"/>
          <p:cNvSpPr/>
          <p:nvPr/>
        </p:nvSpPr>
        <p:spPr>
          <a:xfrm>
            <a:off x="3850150" y="2906025"/>
            <a:ext cx="1897800" cy="17910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200" u="sng">
                <a:latin typeface="Roboto"/>
                <a:ea typeface="Roboto"/>
                <a:cs typeface="Roboto"/>
                <a:sym typeface="Roboto"/>
              </a:rPr>
              <a:t>Layer 1</a:t>
            </a:r>
            <a:endParaRPr sz="1200" u="sng">
              <a:latin typeface="Roboto"/>
              <a:ea typeface="Roboto"/>
              <a:cs typeface="Roboto"/>
              <a:sym typeface="Roboto"/>
            </a:endParaRPr>
          </a:p>
        </p:txBody>
      </p:sp>
      <p:sp>
        <p:nvSpPr>
          <p:cNvPr id="1738" name="Google Shape;1738;p41"/>
          <p:cNvSpPr/>
          <p:nvPr/>
        </p:nvSpPr>
        <p:spPr>
          <a:xfrm>
            <a:off x="3912750" y="3501175"/>
            <a:ext cx="1791900" cy="8691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739" name="Google Shape;1739;p41"/>
          <p:cNvGrpSpPr/>
          <p:nvPr/>
        </p:nvGrpSpPr>
        <p:grpSpPr>
          <a:xfrm>
            <a:off x="4407056" y="4112382"/>
            <a:ext cx="313273" cy="74585"/>
            <a:chOff x="3655625" y="914400"/>
            <a:chExt cx="2743200" cy="690600"/>
          </a:xfrm>
        </p:grpSpPr>
        <p:sp>
          <p:nvSpPr>
            <p:cNvPr id="1740" name="Google Shape;1740;p4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41" name="Google Shape;1741;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42" name="Google Shape;1742;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743" name="Google Shape;1743;p41"/>
          <p:cNvSpPr txBox="1"/>
          <p:nvPr/>
        </p:nvSpPr>
        <p:spPr>
          <a:xfrm>
            <a:off x="4328275" y="469712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1744" name="Google Shape;1744;p41"/>
          <p:cNvGrpSpPr/>
          <p:nvPr/>
        </p:nvGrpSpPr>
        <p:grpSpPr>
          <a:xfrm>
            <a:off x="4864256" y="4112382"/>
            <a:ext cx="313273" cy="74585"/>
            <a:chOff x="3655625" y="914400"/>
            <a:chExt cx="2743200" cy="690600"/>
          </a:xfrm>
        </p:grpSpPr>
        <p:sp>
          <p:nvSpPr>
            <p:cNvPr id="1745" name="Google Shape;1745;p4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46" name="Google Shape;1746;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47" name="Google Shape;1747;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748" name="Google Shape;1748;p41"/>
          <p:cNvSpPr txBox="1"/>
          <p:nvPr/>
        </p:nvSpPr>
        <p:spPr>
          <a:xfrm>
            <a:off x="4861675" y="4697125"/>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1749" name="Google Shape;1749;p41"/>
          <p:cNvGrpSpPr/>
          <p:nvPr/>
        </p:nvGrpSpPr>
        <p:grpSpPr>
          <a:xfrm>
            <a:off x="5321456" y="4112382"/>
            <a:ext cx="313273" cy="74585"/>
            <a:chOff x="3655625" y="914400"/>
            <a:chExt cx="2743200" cy="690600"/>
          </a:xfrm>
        </p:grpSpPr>
        <p:sp>
          <p:nvSpPr>
            <p:cNvPr id="1750" name="Google Shape;1750;p4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51" name="Google Shape;1751;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52" name="Google Shape;1752;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753" name="Google Shape;1753;p41"/>
          <p:cNvSpPr txBox="1"/>
          <p:nvPr/>
        </p:nvSpPr>
        <p:spPr>
          <a:xfrm>
            <a:off x="5237275" y="469712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1754" name="Google Shape;1754;p41"/>
          <p:cNvGrpSpPr/>
          <p:nvPr/>
        </p:nvGrpSpPr>
        <p:grpSpPr>
          <a:xfrm>
            <a:off x="4407056" y="3655182"/>
            <a:ext cx="313273" cy="74585"/>
            <a:chOff x="3655625" y="914400"/>
            <a:chExt cx="2743200" cy="690600"/>
          </a:xfrm>
        </p:grpSpPr>
        <p:sp>
          <p:nvSpPr>
            <p:cNvPr id="1755" name="Google Shape;1755;p4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56" name="Google Shape;1756;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57" name="Google Shape;1757;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758" name="Google Shape;1758;p41"/>
          <p:cNvGrpSpPr/>
          <p:nvPr/>
        </p:nvGrpSpPr>
        <p:grpSpPr>
          <a:xfrm>
            <a:off x="4864256" y="3655182"/>
            <a:ext cx="313273" cy="74585"/>
            <a:chOff x="3655625" y="914400"/>
            <a:chExt cx="2743200" cy="690600"/>
          </a:xfrm>
        </p:grpSpPr>
        <p:sp>
          <p:nvSpPr>
            <p:cNvPr id="1759" name="Google Shape;1759;p4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60" name="Google Shape;1760;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61" name="Google Shape;1761;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762" name="Google Shape;1762;p41"/>
          <p:cNvGrpSpPr/>
          <p:nvPr/>
        </p:nvGrpSpPr>
        <p:grpSpPr>
          <a:xfrm>
            <a:off x="5321456" y="3655182"/>
            <a:ext cx="313273" cy="74585"/>
            <a:chOff x="3655625" y="914400"/>
            <a:chExt cx="2743200" cy="690600"/>
          </a:xfrm>
        </p:grpSpPr>
        <p:sp>
          <p:nvSpPr>
            <p:cNvPr id="1763" name="Google Shape;1763;p4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64" name="Google Shape;1764;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65" name="Google Shape;1765;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766" name="Google Shape;1766;p41"/>
          <p:cNvCxnSpPr>
            <a:stCxn id="1745" idx="0"/>
            <a:endCxn id="1755" idx="2"/>
          </p:cNvCxnSpPr>
          <p:nvPr/>
        </p:nvCxnSpPr>
        <p:spPr>
          <a:xfrm rot="10800000">
            <a:off x="45636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767" name="Google Shape;1767;p41"/>
          <p:cNvCxnSpPr>
            <a:stCxn id="1750" idx="0"/>
          </p:cNvCxnSpPr>
          <p:nvPr/>
        </p:nvCxnSpPr>
        <p:spPr>
          <a:xfrm rot="10800000">
            <a:off x="4563693" y="3729282"/>
            <a:ext cx="914400" cy="383100"/>
          </a:xfrm>
          <a:prstGeom prst="straightConnector1">
            <a:avLst/>
          </a:prstGeom>
          <a:noFill/>
          <a:ln cap="flat" cmpd="sng" w="9525">
            <a:solidFill>
              <a:schemeClr val="dk2"/>
            </a:solidFill>
            <a:prstDash val="solid"/>
            <a:round/>
            <a:headEnd len="med" w="med" type="none"/>
            <a:tailEnd len="med" w="med" type="none"/>
          </a:ln>
        </p:spPr>
      </p:cxnSp>
      <p:sp>
        <p:nvSpPr>
          <p:cNvPr id="1768" name="Google Shape;1768;p41"/>
          <p:cNvSpPr/>
          <p:nvPr/>
        </p:nvSpPr>
        <p:spPr>
          <a:xfrm>
            <a:off x="3892475" y="2946800"/>
            <a:ext cx="1791900" cy="485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cxnSp>
        <p:nvCxnSpPr>
          <p:cNvPr id="1769" name="Google Shape;1769;p41"/>
          <p:cNvCxnSpPr>
            <a:stCxn id="1740" idx="0"/>
          </p:cNvCxnSpPr>
          <p:nvPr/>
        </p:nvCxnSpPr>
        <p:spPr>
          <a:xfrm rot="10800000">
            <a:off x="45636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770" name="Google Shape;1770;p41"/>
          <p:cNvCxnSpPr>
            <a:stCxn id="1740" idx="0"/>
            <a:endCxn id="1759" idx="2"/>
          </p:cNvCxnSpPr>
          <p:nvPr/>
        </p:nvCxnSpPr>
        <p:spPr>
          <a:xfrm flipH="1" rot="10800000">
            <a:off x="45636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771" name="Google Shape;1771;p41"/>
          <p:cNvCxnSpPr>
            <a:stCxn id="1740" idx="0"/>
            <a:endCxn id="1763" idx="2"/>
          </p:cNvCxnSpPr>
          <p:nvPr/>
        </p:nvCxnSpPr>
        <p:spPr>
          <a:xfrm flipH="1" rot="10800000">
            <a:off x="4563693" y="372928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772" name="Google Shape;1772;p41"/>
          <p:cNvCxnSpPr>
            <a:stCxn id="1745" idx="0"/>
            <a:endCxn id="1759" idx="2"/>
          </p:cNvCxnSpPr>
          <p:nvPr/>
        </p:nvCxnSpPr>
        <p:spPr>
          <a:xfrm rot="10800000">
            <a:off x="50208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773" name="Google Shape;1773;p41"/>
          <p:cNvCxnSpPr>
            <a:stCxn id="1750" idx="0"/>
            <a:endCxn id="1763" idx="2"/>
          </p:cNvCxnSpPr>
          <p:nvPr/>
        </p:nvCxnSpPr>
        <p:spPr>
          <a:xfrm rot="10800000">
            <a:off x="54780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774" name="Google Shape;1774;p41"/>
          <p:cNvCxnSpPr>
            <a:stCxn id="1750" idx="0"/>
            <a:endCxn id="1759" idx="2"/>
          </p:cNvCxnSpPr>
          <p:nvPr/>
        </p:nvCxnSpPr>
        <p:spPr>
          <a:xfrm rot="10800000">
            <a:off x="50208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775" name="Google Shape;1775;p41"/>
          <p:cNvCxnSpPr>
            <a:stCxn id="1745" idx="0"/>
            <a:endCxn id="1763" idx="2"/>
          </p:cNvCxnSpPr>
          <p:nvPr/>
        </p:nvCxnSpPr>
        <p:spPr>
          <a:xfrm flipH="1" rot="10800000">
            <a:off x="5020893" y="372928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1776" name="Google Shape;1776;p41"/>
          <p:cNvGrpSpPr/>
          <p:nvPr/>
        </p:nvGrpSpPr>
        <p:grpSpPr>
          <a:xfrm>
            <a:off x="4407056" y="3255687"/>
            <a:ext cx="313273" cy="74585"/>
            <a:chOff x="3655625" y="914400"/>
            <a:chExt cx="2743200" cy="690600"/>
          </a:xfrm>
        </p:grpSpPr>
        <p:sp>
          <p:nvSpPr>
            <p:cNvPr id="1777" name="Google Shape;1777;p4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78" name="Google Shape;1778;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79" name="Google Shape;1779;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780" name="Google Shape;1780;p41"/>
          <p:cNvGrpSpPr/>
          <p:nvPr/>
        </p:nvGrpSpPr>
        <p:grpSpPr>
          <a:xfrm>
            <a:off x="4864256" y="3255687"/>
            <a:ext cx="313273" cy="74585"/>
            <a:chOff x="3655625" y="914400"/>
            <a:chExt cx="2743200" cy="690600"/>
          </a:xfrm>
        </p:grpSpPr>
        <p:sp>
          <p:nvSpPr>
            <p:cNvPr id="1781" name="Google Shape;1781;p4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82" name="Google Shape;1782;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83" name="Google Shape;1783;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784" name="Google Shape;1784;p41"/>
          <p:cNvGrpSpPr/>
          <p:nvPr/>
        </p:nvGrpSpPr>
        <p:grpSpPr>
          <a:xfrm>
            <a:off x="5321456" y="3255687"/>
            <a:ext cx="313273" cy="74585"/>
            <a:chOff x="3655625" y="914400"/>
            <a:chExt cx="2743200" cy="690600"/>
          </a:xfrm>
        </p:grpSpPr>
        <p:sp>
          <p:nvSpPr>
            <p:cNvPr id="1785" name="Google Shape;1785;p4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86" name="Google Shape;1786;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87" name="Google Shape;1787;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788" name="Google Shape;1788;p41"/>
          <p:cNvGrpSpPr/>
          <p:nvPr/>
        </p:nvGrpSpPr>
        <p:grpSpPr>
          <a:xfrm>
            <a:off x="4407056" y="3034236"/>
            <a:ext cx="313273" cy="74585"/>
            <a:chOff x="3655625" y="914400"/>
            <a:chExt cx="2743200" cy="690600"/>
          </a:xfrm>
        </p:grpSpPr>
        <p:sp>
          <p:nvSpPr>
            <p:cNvPr id="1789" name="Google Shape;1789;p4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90" name="Google Shape;1790;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91" name="Google Shape;1791;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792" name="Google Shape;1792;p41"/>
          <p:cNvGrpSpPr/>
          <p:nvPr/>
        </p:nvGrpSpPr>
        <p:grpSpPr>
          <a:xfrm>
            <a:off x="4864256" y="3034236"/>
            <a:ext cx="313273" cy="74585"/>
            <a:chOff x="3655625" y="914400"/>
            <a:chExt cx="2743200" cy="690600"/>
          </a:xfrm>
        </p:grpSpPr>
        <p:sp>
          <p:nvSpPr>
            <p:cNvPr id="1793" name="Google Shape;1793;p4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94" name="Google Shape;1794;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95" name="Google Shape;1795;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796" name="Google Shape;1796;p41"/>
          <p:cNvGrpSpPr/>
          <p:nvPr/>
        </p:nvGrpSpPr>
        <p:grpSpPr>
          <a:xfrm>
            <a:off x="5321456" y="3034236"/>
            <a:ext cx="313273" cy="74585"/>
            <a:chOff x="3655625" y="914400"/>
            <a:chExt cx="2743200" cy="690600"/>
          </a:xfrm>
        </p:grpSpPr>
        <p:sp>
          <p:nvSpPr>
            <p:cNvPr id="1797" name="Google Shape;1797;p4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98" name="Google Shape;1798;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799" name="Google Shape;1799;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800" name="Google Shape;1800;p41"/>
          <p:cNvCxnSpPr>
            <a:stCxn id="1777" idx="0"/>
            <a:endCxn id="1789" idx="2"/>
          </p:cNvCxnSpPr>
          <p:nvPr/>
        </p:nvCxnSpPr>
        <p:spPr>
          <a:xfrm rot="10800000">
            <a:off x="4563693" y="3108387"/>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801" name="Google Shape;1801;p41"/>
          <p:cNvCxnSpPr>
            <a:stCxn id="1785" idx="0"/>
            <a:endCxn id="1797" idx="2"/>
          </p:cNvCxnSpPr>
          <p:nvPr/>
        </p:nvCxnSpPr>
        <p:spPr>
          <a:xfrm rot="10800000">
            <a:off x="5478093" y="3108387"/>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802" name="Google Shape;1802;p41"/>
          <p:cNvCxnSpPr>
            <a:stCxn id="1781" idx="0"/>
            <a:endCxn id="1793" idx="2"/>
          </p:cNvCxnSpPr>
          <p:nvPr/>
        </p:nvCxnSpPr>
        <p:spPr>
          <a:xfrm rot="10800000">
            <a:off x="5020893" y="3108387"/>
            <a:ext cx="0" cy="147300"/>
          </a:xfrm>
          <a:prstGeom prst="straightConnector1">
            <a:avLst/>
          </a:prstGeom>
          <a:noFill/>
          <a:ln cap="flat" cmpd="sng" w="9525">
            <a:solidFill>
              <a:schemeClr val="dk2"/>
            </a:solidFill>
            <a:prstDash val="solid"/>
            <a:round/>
            <a:headEnd len="med" w="med" type="none"/>
            <a:tailEnd len="med" w="med" type="none"/>
          </a:ln>
        </p:spPr>
      </p:cxnSp>
      <p:grpSp>
        <p:nvGrpSpPr>
          <p:cNvPr id="1803" name="Google Shape;1803;p41"/>
          <p:cNvGrpSpPr/>
          <p:nvPr/>
        </p:nvGrpSpPr>
        <p:grpSpPr>
          <a:xfrm>
            <a:off x="3949856" y="4112382"/>
            <a:ext cx="313273" cy="74585"/>
            <a:chOff x="3655625" y="914400"/>
            <a:chExt cx="2743200" cy="690600"/>
          </a:xfrm>
        </p:grpSpPr>
        <p:sp>
          <p:nvSpPr>
            <p:cNvPr id="1804" name="Google Shape;1804;p4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05" name="Google Shape;1805;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06" name="Google Shape;1806;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807" name="Google Shape;1807;p41"/>
          <p:cNvCxnSpPr>
            <a:stCxn id="1804" idx="0"/>
            <a:endCxn id="1763" idx="2"/>
          </p:cNvCxnSpPr>
          <p:nvPr/>
        </p:nvCxnSpPr>
        <p:spPr>
          <a:xfrm flipH="1" rot="10800000">
            <a:off x="4106493" y="372928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1808" name="Google Shape;1808;p41"/>
          <p:cNvCxnSpPr>
            <a:stCxn id="1804" idx="0"/>
            <a:endCxn id="1759" idx="2"/>
          </p:cNvCxnSpPr>
          <p:nvPr/>
        </p:nvCxnSpPr>
        <p:spPr>
          <a:xfrm flipH="1" rot="10800000">
            <a:off x="4106493" y="3729282"/>
            <a:ext cx="914400" cy="383100"/>
          </a:xfrm>
          <a:prstGeom prst="straightConnector1">
            <a:avLst/>
          </a:prstGeom>
          <a:noFill/>
          <a:ln cap="flat" cmpd="sng" w="9525">
            <a:solidFill>
              <a:schemeClr val="dk2"/>
            </a:solidFill>
            <a:prstDash val="solid"/>
            <a:round/>
            <a:headEnd len="med" w="med" type="none"/>
            <a:tailEnd len="med" w="med" type="none"/>
          </a:ln>
        </p:spPr>
      </p:cxnSp>
      <p:grpSp>
        <p:nvGrpSpPr>
          <p:cNvPr id="1809" name="Google Shape;1809;p41"/>
          <p:cNvGrpSpPr/>
          <p:nvPr/>
        </p:nvGrpSpPr>
        <p:grpSpPr>
          <a:xfrm>
            <a:off x="3949856" y="3655182"/>
            <a:ext cx="313273" cy="74585"/>
            <a:chOff x="3655625" y="914400"/>
            <a:chExt cx="2743200" cy="690600"/>
          </a:xfrm>
        </p:grpSpPr>
        <p:sp>
          <p:nvSpPr>
            <p:cNvPr id="1810" name="Google Shape;1810;p4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11" name="Google Shape;1811;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12" name="Google Shape;1812;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813" name="Google Shape;1813;p41"/>
          <p:cNvCxnSpPr>
            <a:stCxn id="1804" idx="0"/>
            <a:endCxn id="1755" idx="2"/>
          </p:cNvCxnSpPr>
          <p:nvPr/>
        </p:nvCxnSpPr>
        <p:spPr>
          <a:xfrm flipH="1" rot="10800000">
            <a:off x="41064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814" name="Google Shape;1814;p41"/>
          <p:cNvCxnSpPr>
            <a:stCxn id="1804" idx="0"/>
            <a:endCxn id="1810" idx="2"/>
          </p:cNvCxnSpPr>
          <p:nvPr/>
        </p:nvCxnSpPr>
        <p:spPr>
          <a:xfrm rot="10800000">
            <a:off x="41064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815" name="Google Shape;1815;p41"/>
          <p:cNvCxnSpPr>
            <a:stCxn id="1740" idx="0"/>
            <a:endCxn id="1810" idx="2"/>
          </p:cNvCxnSpPr>
          <p:nvPr/>
        </p:nvCxnSpPr>
        <p:spPr>
          <a:xfrm rot="10800000">
            <a:off x="41064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816" name="Google Shape;1816;p41"/>
          <p:cNvCxnSpPr>
            <a:stCxn id="1745" idx="0"/>
            <a:endCxn id="1810" idx="2"/>
          </p:cNvCxnSpPr>
          <p:nvPr/>
        </p:nvCxnSpPr>
        <p:spPr>
          <a:xfrm rot="10800000">
            <a:off x="4106493" y="372928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817" name="Google Shape;1817;p41"/>
          <p:cNvCxnSpPr>
            <a:stCxn id="1750" idx="0"/>
            <a:endCxn id="1810" idx="2"/>
          </p:cNvCxnSpPr>
          <p:nvPr/>
        </p:nvCxnSpPr>
        <p:spPr>
          <a:xfrm rot="10800000">
            <a:off x="4106493" y="3729282"/>
            <a:ext cx="1371600" cy="383100"/>
          </a:xfrm>
          <a:prstGeom prst="straightConnector1">
            <a:avLst/>
          </a:prstGeom>
          <a:noFill/>
          <a:ln cap="flat" cmpd="sng" w="9525">
            <a:solidFill>
              <a:schemeClr val="dk2"/>
            </a:solidFill>
            <a:prstDash val="solid"/>
            <a:round/>
            <a:headEnd len="med" w="med" type="none"/>
            <a:tailEnd len="med" w="med" type="none"/>
          </a:ln>
        </p:spPr>
      </p:cxnSp>
      <p:sp>
        <p:nvSpPr>
          <p:cNvPr id="1818" name="Google Shape;1818;p41"/>
          <p:cNvSpPr txBox="1"/>
          <p:nvPr/>
        </p:nvSpPr>
        <p:spPr>
          <a:xfrm>
            <a:off x="3850141" y="469712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[CLS]</a:t>
            </a:r>
            <a:endParaRPr sz="1200">
              <a:solidFill>
                <a:schemeClr val="dk2"/>
              </a:solidFill>
              <a:latin typeface="Roboto"/>
              <a:ea typeface="Roboto"/>
              <a:cs typeface="Roboto"/>
              <a:sym typeface="Roboto"/>
            </a:endParaRPr>
          </a:p>
        </p:txBody>
      </p:sp>
      <p:grpSp>
        <p:nvGrpSpPr>
          <p:cNvPr id="1819" name="Google Shape;1819;p41"/>
          <p:cNvGrpSpPr/>
          <p:nvPr/>
        </p:nvGrpSpPr>
        <p:grpSpPr>
          <a:xfrm>
            <a:off x="3949856" y="3255462"/>
            <a:ext cx="313273" cy="74585"/>
            <a:chOff x="3655625" y="914400"/>
            <a:chExt cx="2743200" cy="690600"/>
          </a:xfrm>
        </p:grpSpPr>
        <p:sp>
          <p:nvSpPr>
            <p:cNvPr id="1820" name="Google Shape;1820;p4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21" name="Google Shape;1821;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22" name="Google Shape;1822;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823" name="Google Shape;1823;p41"/>
          <p:cNvGrpSpPr/>
          <p:nvPr/>
        </p:nvGrpSpPr>
        <p:grpSpPr>
          <a:xfrm>
            <a:off x="3949856" y="3034011"/>
            <a:ext cx="313273" cy="74585"/>
            <a:chOff x="3655625" y="914400"/>
            <a:chExt cx="2743200" cy="690600"/>
          </a:xfrm>
        </p:grpSpPr>
        <p:sp>
          <p:nvSpPr>
            <p:cNvPr id="1824" name="Google Shape;1824;p4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25" name="Google Shape;1825;p4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26" name="Google Shape;1826;p4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827" name="Google Shape;1827;p41"/>
          <p:cNvCxnSpPr>
            <a:stCxn id="1820" idx="0"/>
            <a:endCxn id="1824" idx="2"/>
          </p:cNvCxnSpPr>
          <p:nvPr/>
        </p:nvCxnSpPr>
        <p:spPr>
          <a:xfrm rot="10800000">
            <a:off x="4106493" y="3108162"/>
            <a:ext cx="0" cy="147300"/>
          </a:xfrm>
          <a:prstGeom prst="straightConnector1">
            <a:avLst/>
          </a:prstGeom>
          <a:noFill/>
          <a:ln cap="flat" cmpd="sng" w="9525">
            <a:solidFill>
              <a:schemeClr val="dk2"/>
            </a:solidFill>
            <a:prstDash val="solid"/>
            <a:round/>
            <a:headEnd len="med" w="med" type="none"/>
            <a:tailEnd len="med" w="med" type="none"/>
          </a:ln>
        </p:spPr>
      </p:cxnSp>
      <p:sp>
        <p:nvSpPr>
          <p:cNvPr id="1828" name="Google Shape;1828;p41"/>
          <p:cNvSpPr txBox="1"/>
          <p:nvPr/>
        </p:nvSpPr>
        <p:spPr>
          <a:xfrm>
            <a:off x="6743700" y="4415575"/>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Input is a sequence</a:t>
            </a:r>
            <a:endParaRPr i="1">
              <a:solidFill>
                <a:srgbClr val="A61C00"/>
              </a:solidFill>
              <a:latin typeface="Roboto"/>
              <a:ea typeface="Roboto"/>
              <a:cs typeface="Roboto"/>
              <a:sym typeface="Roboto"/>
            </a:endParaRPr>
          </a:p>
        </p:txBody>
      </p:sp>
      <p:cxnSp>
        <p:nvCxnSpPr>
          <p:cNvPr id="1829" name="Google Shape;1829;p41"/>
          <p:cNvCxnSpPr>
            <a:stCxn id="1828" idx="1"/>
            <a:endCxn id="1753" idx="3"/>
          </p:cNvCxnSpPr>
          <p:nvPr/>
        </p:nvCxnSpPr>
        <p:spPr>
          <a:xfrm flipH="1">
            <a:off x="5808900" y="4616875"/>
            <a:ext cx="934800" cy="237900"/>
          </a:xfrm>
          <a:prstGeom prst="straightConnector1">
            <a:avLst/>
          </a:prstGeom>
          <a:noFill/>
          <a:ln cap="flat" cmpd="sng" w="9525">
            <a:solidFill>
              <a:schemeClr val="dk2"/>
            </a:solidFill>
            <a:prstDash val="solid"/>
            <a:round/>
            <a:headEnd len="med" w="med" type="none"/>
            <a:tailEnd len="med" w="med" type="triangle"/>
          </a:ln>
        </p:spPr>
      </p:cxnSp>
      <p:sp>
        <p:nvSpPr>
          <p:cNvPr id="1830" name="Google Shape;1830;p41"/>
          <p:cNvSpPr txBox="1"/>
          <p:nvPr/>
        </p:nvSpPr>
        <p:spPr>
          <a:xfrm>
            <a:off x="1252850" y="4609825"/>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Prepend a special token</a:t>
            </a:r>
            <a:endParaRPr i="1">
              <a:solidFill>
                <a:srgbClr val="A61C00"/>
              </a:solidFill>
              <a:latin typeface="Roboto"/>
              <a:ea typeface="Roboto"/>
              <a:cs typeface="Roboto"/>
              <a:sym typeface="Roboto"/>
            </a:endParaRPr>
          </a:p>
        </p:txBody>
      </p:sp>
      <p:cxnSp>
        <p:nvCxnSpPr>
          <p:cNvPr id="1831" name="Google Shape;1831;p41"/>
          <p:cNvCxnSpPr>
            <a:stCxn id="1830" idx="3"/>
            <a:endCxn id="1818" idx="1"/>
          </p:cNvCxnSpPr>
          <p:nvPr/>
        </p:nvCxnSpPr>
        <p:spPr>
          <a:xfrm>
            <a:off x="3292850" y="4811125"/>
            <a:ext cx="557400" cy="43800"/>
          </a:xfrm>
          <a:prstGeom prst="straightConnector1">
            <a:avLst/>
          </a:prstGeom>
          <a:noFill/>
          <a:ln cap="flat" cmpd="sng" w="9525">
            <a:solidFill>
              <a:schemeClr val="dk2"/>
            </a:solidFill>
            <a:prstDash val="solid"/>
            <a:round/>
            <a:headEnd len="med" w="med" type="none"/>
            <a:tailEnd len="med" w="med" type="triangle"/>
          </a:ln>
        </p:spPr>
      </p:cxnSp>
      <p:sp>
        <p:nvSpPr>
          <p:cNvPr id="1832" name="Google Shape;1832;p41"/>
          <p:cNvSpPr txBox="1"/>
          <p:nvPr/>
        </p:nvSpPr>
        <p:spPr>
          <a:xfrm>
            <a:off x="3139100" y="2998663"/>
            <a:ext cx="86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MLP</a:t>
            </a:r>
            <a:endParaRPr sz="1200">
              <a:solidFill>
                <a:schemeClr val="dk1"/>
              </a:solidFill>
              <a:latin typeface="Roboto"/>
              <a:ea typeface="Roboto"/>
              <a:cs typeface="Roboto"/>
              <a:sym typeface="Roboto"/>
            </a:endParaRPr>
          </a:p>
        </p:txBody>
      </p:sp>
      <p:sp>
        <p:nvSpPr>
          <p:cNvPr id="1833" name="Google Shape;1833;p41"/>
          <p:cNvSpPr txBox="1"/>
          <p:nvPr/>
        </p:nvSpPr>
        <p:spPr>
          <a:xfrm>
            <a:off x="2812975" y="3804250"/>
            <a:ext cx="1099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Self-attention</a:t>
            </a:r>
            <a:endParaRPr sz="1200">
              <a:solidFill>
                <a:schemeClr val="dk1"/>
              </a:solidFill>
              <a:latin typeface="Roboto"/>
              <a:ea typeface="Roboto"/>
              <a:cs typeface="Roboto"/>
              <a:sym typeface="Roboto"/>
            </a:endParaRPr>
          </a:p>
        </p:txBody>
      </p:sp>
      <p:sp>
        <p:nvSpPr>
          <p:cNvPr id="1834" name="Google Shape;183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35" name="Google Shape;1835;p41"/>
          <p:cNvSpPr/>
          <p:nvPr/>
        </p:nvSpPr>
        <p:spPr>
          <a:xfrm>
            <a:off x="3850150" y="1900550"/>
            <a:ext cx="1854600" cy="810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200" u="sng">
                <a:latin typeface="Roboto"/>
                <a:ea typeface="Roboto"/>
                <a:cs typeface="Roboto"/>
                <a:sym typeface="Roboto"/>
              </a:rPr>
              <a:t>Layer N</a:t>
            </a:r>
            <a:endParaRPr sz="1200" u="sng">
              <a:latin typeface="Roboto"/>
              <a:ea typeface="Roboto"/>
              <a:cs typeface="Roboto"/>
              <a:sym typeface="Roboto"/>
            </a:endParaRPr>
          </a:p>
        </p:txBody>
      </p:sp>
      <p:sp>
        <p:nvSpPr>
          <p:cNvPr id="1836" name="Google Shape;1836;p41"/>
          <p:cNvSpPr/>
          <p:nvPr/>
        </p:nvSpPr>
        <p:spPr>
          <a:xfrm>
            <a:off x="3912752" y="1950282"/>
            <a:ext cx="1689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1837" name="Google Shape;1837;p41"/>
          <p:cNvSpPr/>
          <p:nvPr/>
        </p:nvSpPr>
        <p:spPr>
          <a:xfrm>
            <a:off x="3912950" y="2208832"/>
            <a:ext cx="1689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1838" name="Google Shape;1838;p41"/>
          <p:cNvGrpSpPr/>
          <p:nvPr/>
        </p:nvGrpSpPr>
        <p:grpSpPr>
          <a:xfrm rot="-5400000">
            <a:off x="4702509" y="2783515"/>
            <a:ext cx="109798" cy="26302"/>
            <a:chOff x="4885225" y="945750"/>
            <a:chExt cx="311926" cy="74700"/>
          </a:xfrm>
        </p:grpSpPr>
        <p:sp>
          <p:nvSpPr>
            <p:cNvPr id="1839" name="Google Shape;1839;p41"/>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40" name="Google Shape;1840;p41"/>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41" name="Google Shape;1841;p41"/>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5" name="Shape 1845"/>
        <p:cNvGrpSpPr/>
        <p:nvPr/>
      </p:nvGrpSpPr>
      <p:grpSpPr>
        <a:xfrm>
          <a:off x="0" y="0"/>
          <a:ext cx="0" cy="0"/>
          <a:chOff x="0" y="0"/>
          <a:chExt cx="0" cy="0"/>
        </a:xfrm>
      </p:grpSpPr>
      <p:sp>
        <p:nvSpPr>
          <p:cNvPr id="1846" name="Google Shape;1846;p42"/>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Encoder-only</a:t>
            </a:r>
            <a:endParaRPr/>
          </a:p>
        </p:txBody>
      </p:sp>
      <p:sp>
        <p:nvSpPr>
          <p:cNvPr id="1847" name="Google Shape;1847;p42"/>
          <p:cNvSpPr/>
          <p:nvPr/>
        </p:nvSpPr>
        <p:spPr>
          <a:xfrm>
            <a:off x="3850150" y="2906025"/>
            <a:ext cx="1897800" cy="17910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200" u="sng">
                <a:latin typeface="Roboto"/>
                <a:ea typeface="Roboto"/>
                <a:cs typeface="Roboto"/>
                <a:sym typeface="Roboto"/>
              </a:rPr>
              <a:t>Layer 1</a:t>
            </a:r>
            <a:endParaRPr sz="1200" u="sng">
              <a:latin typeface="Roboto"/>
              <a:ea typeface="Roboto"/>
              <a:cs typeface="Roboto"/>
              <a:sym typeface="Roboto"/>
            </a:endParaRPr>
          </a:p>
        </p:txBody>
      </p:sp>
      <p:sp>
        <p:nvSpPr>
          <p:cNvPr id="1848" name="Google Shape;1848;p42"/>
          <p:cNvSpPr/>
          <p:nvPr/>
        </p:nvSpPr>
        <p:spPr>
          <a:xfrm>
            <a:off x="3892475" y="2946800"/>
            <a:ext cx="1791900" cy="485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1849" name="Google Shape;1849;p42"/>
          <p:cNvSpPr/>
          <p:nvPr/>
        </p:nvSpPr>
        <p:spPr>
          <a:xfrm>
            <a:off x="3912750" y="3501175"/>
            <a:ext cx="1791900" cy="8691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850" name="Google Shape;1850;p42"/>
          <p:cNvGrpSpPr/>
          <p:nvPr/>
        </p:nvGrpSpPr>
        <p:grpSpPr>
          <a:xfrm>
            <a:off x="4407056" y="4112382"/>
            <a:ext cx="313273" cy="74585"/>
            <a:chOff x="3655625" y="914400"/>
            <a:chExt cx="2743200" cy="690600"/>
          </a:xfrm>
        </p:grpSpPr>
        <p:sp>
          <p:nvSpPr>
            <p:cNvPr id="1851" name="Google Shape;1851;p4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52" name="Google Shape;1852;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53" name="Google Shape;1853;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854" name="Google Shape;1854;p42"/>
          <p:cNvSpPr txBox="1"/>
          <p:nvPr/>
        </p:nvSpPr>
        <p:spPr>
          <a:xfrm>
            <a:off x="4328275" y="469712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1855" name="Google Shape;1855;p42"/>
          <p:cNvGrpSpPr/>
          <p:nvPr/>
        </p:nvGrpSpPr>
        <p:grpSpPr>
          <a:xfrm>
            <a:off x="4864256" y="4112382"/>
            <a:ext cx="313273" cy="74585"/>
            <a:chOff x="3655625" y="914400"/>
            <a:chExt cx="2743200" cy="690600"/>
          </a:xfrm>
        </p:grpSpPr>
        <p:sp>
          <p:nvSpPr>
            <p:cNvPr id="1856" name="Google Shape;1856;p4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57" name="Google Shape;1857;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58" name="Google Shape;1858;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859" name="Google Shape;1859;p42"/>
          <p:cNvSpPr txBox="1"/>
          <p:nvPr/>
        </p:nvSpPr>
        <p:spPr>
          <a:xfrm>
            <a:off x="4861675" y="4697125"/>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1860" name="Google Shape;1860;p42"/>
          <p:cNvGrpSpPr/>
          <p:nvPr/>
        </p:nvGrpSpPr>
        <p:grpSpPr>
          <a:xfrm>
            <a:off x="5321456" y="4112382"/>
            <a:ext cx="313273" cy="74585"/>
            <a:chOff x="3655625" y="914400"/>
            <a:chExt cx="2743200" cy="690600"/>
          </a:xfrm>
        </p:grpSpPr>
        <p:sp>
          <p:nvSpPr>
            <p:cNvPr id="1861" name="Google Shape;1861;p4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62" name="Google Shape;1862;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63" name="Google Shape;1863;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864" name="Google Shape;1864;p42"/>
          <p:cNvSpPr txBox="1"/>
          <p:nvPr/>
        </p:nvSpPr>
        <p:spPr>
          <a:xfrm>
            <a:off x="5237275" y="469712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1865" name="Google Shape;1865;p42"/>
          <p:cNvGrpSpPr/>
          <p:nvPr/>
        </p:nvGrpSpPr>
        <p:grpSpPr>
          <a:xfrm>
            <a:off x="4407056" y="3655182"/>
            <a:ext cx="313273" cy="74585"/>
            <a:chOff x="3655625" y="914400"/>
            <a:chExt cx="2743200" cy="690600"/>
          </a:xfrm>
        </p:grpSpPr>
        <p:sp>
          <p:nvSpPr>
            <p:cNvPr id="1866" name="Google Shape;1866;p4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67" name="Google Shape;1867;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68" name="Google Shape;1868;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869" name="Google Shape;1869;p42"/>
          <p:cNvGrpSpPr/>
          <p:nvPr/>
        </p:nvGrpSpPr>
        <p:grpSpPr>
          <a:xfrm>
            <a:off x="4864256" y="3655182"/>
            <a:ext cx="313273" cy="74585"/>
            <a:chOff x="3655625" y="914400"/>
            <a:chExt cx="2743200" cy="690600"/>
          </a:xfrm>
        </p:grpSpPr>
        <p:sp>
          <p:nvSpPr>
            <p:cNvPr id="1870" name="Google Shape;1870;p4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71" name="Google Shape;1871;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72" name="Google Shape;1872;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873" name="Google Shape;1873;p42"/>
          <p:cNvGrpSpPr/>
          <p:nvPr/>
        </p:nvGrpSpPr>
        <p:grpSpPr>
          <a:xfrm>
            <a:off x="5321456" y="3655182"/>
            <a:ext cx="313273" cy="74585"/>
            <a:chOff x="3655625" y="914400"/>
            <a:chExt cx="2743200" cy="690600"/>
          </a:xfrm>
        </p:grpSpPr>
        <p:sp>
          <p:nvSpPr>
            <p:cNvPr id="1874" name="Google Shape;1874;p4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75" name="Google Shape;1875;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76" name="Google Shape;1876;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877" name="Google Shape;1877;p42"/>
          <p:cNvCxnSpPr>
            <a:stCxn id="1856" idx="0"/>
            <a:endCxn id="1866" idx="2"/>
          </p:cNvCxnSpPr>
          <p:nvPr/>
        </p:nvCxnSpPr>
        <p:spPr>
          <a:xfrm rot="10800000">
            <a:off x="45636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878" name="Google Shape;1878;p42"/>
          <p:cNvCxnSpPr>
            <a:stCxn id="1861" idx="0"/>
          </p:cNvCxnSpPr>
          <p:nvPr/>
        </p:nvCxnSpPr>
        <p:spPr>
          <a:xfrm rot="10800000">
            <a:off x="4563693" y="372928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879" name="Google Shape;1879;p42"/>
          <p:cNvCxnSpPr>
            <a:stCxn id="1851" idx="0"/>
          </p:cNvCxnSpPr>
          <p:nvPr/>
        </p:nvCxnSpPr>
        <p:spPr>
          <a:xfrm rot="10800000">
            <a:off x="45636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880" name="Google Shape;1880;p42"/>
          <p:cNvCxnSpPr>
            <a:stCxn id="1851" idx="0"/>
            <a:endCxn id="1870" idx="2"/>
          </p:cNvCxnSpPr>
          <p:nvPr/>
        </p:nvCxnSpPr>
        <p:spPr>
          <a:xfrm flipH="1" rot="10800000">
            <a:off x="45636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881" name="Google Shape;1881;p42"/>
          <p:cNvCxnSpPr>
            <a:stCxn id="1851" idx="0"/>
            <a:endCxn id="1874" idx="2"/>
          </p:cNvCxnSpPr>
          <p:nvPr/>
        </p:nvCxnSpPr>
        <p:spPr>
          <a:xfrm flipH="1" rot="10800000">
            <a:off x="4563693" y="372928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882" name="Google Shape;1882;p42"/>
          <p:cNvCxnSpPr>
            <a:stCxn id="1856" idx="0"/>
            <a:endCxn id="1870" idx="2"/>
          </p:cNvCxnSpPr>
          <p:nvPr/>
        </p:nvCxnSpPr>
        <p:spPr>
          <a:xfrm rot="10800000">
            <a:off x="50208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883" name="Google Shape;1883;p42"/>
          <p:cNvCxnSpPr>
            <a:stCxn id="1861" idx="0"/>
            <a:endCxn id="1874" idx="2"/>
          </p:cNvCxnSpPr>
          <p:nvPr/>
        </p:nvCxnSpPr>
        <p:spPr>
          <a:xfrm rot="10800000">
            <a:off x="54780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884" name="Google Shape;1884;p42"/>
          <p:cNvCxnSpPr>
            <a:stCxn id="1861" idx="0"/>
            <a:endCxn id="1870" idx="2"/>
          </p:cNvCxnSpPr>
          <p:nvPr/>
        </p:nvCxnSpPr>
        <p:spPr>
          <a:xfrm rot="10800000">
            <a:off x="50208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885" name="Google Shape;1885;p42"/>
          <p:cNvCxnSpPr>
            <a:stCxn id="1856" idx="0"/>
            <a:endCxn id="1874" idx="2"/>
          </p:cNvCxnSpPr>
          <p:nvPr/>
        </p:nvCxnSpPr>
        <p:spPr>
          <a:xfrm flipH="1" rot="10800000">
            <a:off x="5020893" y="372928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1886" name="Google Shape;1886;p42"/>
          <p:cNvGrpSpPr/>
          <p:nvPr/>
        </p:nvGrpSpPr>
        <p:grpSpPr>
          <a:xfrm>
            <a:off x="4407056" y="3255687"/>
            <a:ext cx="313273" cy="74585"/>
            <a:chOff x="3655625" y="914400"/>
            <a:chExt cx="2743200" cy="690600"/>
          </a:xfrm>
        </p:grpSpPr>
        <p:sp>
          <p:nvSpPr>
            <p:cNvPr id="1887" name="Google Shape;1887;p4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88" name="Google Shape;1888;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89" name="Google Shape;1889;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890" name="Google Shape;1890;p42"/>
          <p:cNvGrpSpPr/>
          <p:nvPr/>
        </p:nvGrpSpPr>
        <p:grpSpPr>
          <a:xfrm>
            <a:off x="4864256" y="3255687"/>
            <a:ext cx="313273" cy="74585"/>
            <a:chOff x="3655625" y="914400"/>
            <a:chExt cx="2743200" cy="690600"/>
          </a:xfrm>
        </p:grpSpPr>
        <p:sp>
          <p:nvSpPr>
            <p:cNvPr id="1891" name="Google Shape;1891;p4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92" name="Google Shape;1892;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93" name="Google Shape;1893;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894" name="Google Shape;1894;p42"/>
          <p:cNvGrpSpPr/>
          <p:nvPr/>
        </p:nvGrpSpPr>
        <p:grpSpPr>
          <a:xfrm>
            <a:off x="5321456" y="3255687"/>
            <a:ext cx="313273" cy="74585"/>
            <a:chOff x="3655625" y="914400"/>
            <a:chExt cx="2743200" cy="690600"/>
          </a:xfrm>
        </p:grpSpPr>
        <p:sp>
          <p:nvSpPr>
            <p:cNvPr id="1895" name="Google Shape;1895;p4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96" name="Google Shape;1896;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897" name="Google Shape;1897;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898" name="Google Shape;1898;p42"/>
          <p:cNvGrpSpPr/>
          <p:nvPr/>
        </p:nvGrpSpPr>
        <p:grpSpPr>
          <a:xfrm>
            <a:off x="4407056" y="3034236"/>
            <a:ext cx="313273" cy="74585"/>
            <a:chOff x="3655625" y="914400"/>
            <a:chExt cx="2743200" cy="690600"/>
          </a:xfrm>
        </p:grpSpPr>
        <p:sp>
          <p:nvSpPr>
            <p:cNvPr id="1899" name="Google Shape;1899;p4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00" name="Google Shape;1900;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01" name="Google Shape;1901;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902" name="Google Shape;1902;p42"/>
          <p:cNvGrpSpPr/>
          <p:nvPr/>
        </p:nvGrpSpPr>
        <p:grpSpPr>
          <a:xfrm>
            <a:off x="4864256" y="3034236"/>
            <a:ext cx="313273" cy="74585"/>
            <a:chOff x="3655625" y="914400"/>
            <a:chExt cx="2743200" cy="690600"/>
          </a:xfrm>
        </p:grpSpPr>
        <p:sp>
          <p:nvSpPr>
            <p:cNvPr id="1903" name="Google Shape;1903;p4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04" name="Google Shape;1904;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05" name="Google Shape;1905;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906" name="Google Shape;1906;p42"/>
          <p:cNvGrpSpPr/>
          <p:nvPr/>
        </p:nvGrpSpPr>
        <p:grpSpPr>
          <a:xfrm>
            <a:off x="5321456" y="3034236"/>
            <a:ext cx="313273" cy="74585"/>
            <a:chOff x="3655625" y="914400"/>
            <a:chExt cx="2743200" cy="690600"/>
          </a:xfrm>
        </p:grpSpPr>
        <p:sp>
          <p:nvSpPr>
            <p:cNvPr id="1907" name="Google Shape;1907;p4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08" name="Google Shape;1908;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09" name="Google Shape;1909;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910" name="Google Shape;1910;p42"/>
          <p:cNvCxnSpPr>
            <a:stCxn id="1887" idx="0"/>
            <a:endCxn id="1899" idx="2"/>
          </p:cNvCxnSpPr>
          <p:nvPr/>
        </p:nvCxnSpPr>
        <p:spPr>
          <a:xfrm rot="10800000">
            <a:off x="4563693" y="3108387"/>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911" name="Google Shape;1911;p42"/>
          <p:cNvCxnSpPr>
            <a:stCxn id="1895" idx="0"/>
            <a:endCxn id="1907" idx="2"/>
          </p:cNvCxnSpPr>
          <p:nvPr/>
        </p:nvCxnSpPr>
        <p:spPr>
          <a:xfrm rot="10800000">
            <a:off x="5478093" y="3108387"/>
            <a:ext cx="0" cy="147300"/>
          </a:xfrm>
          <a:prstGeom prst="straightConnector1">
            <a:avLst/>
          </a:prstGeom>
          <a:noFill/>
          <a:ln cap="flat" cmpd="sng" w="9525">
            <a:solidFill>
              <a:schemeClr val="dk2"/>
            </a:solidFill>
            <a:prstDash val="solid"/>
            <a:round/>
            <a:headEnd len="med" w="med" type="none"/>
            <a:tailEnd len="med" w="med" type="none"/>
          </a:ln>
        </p:spPr>
      </p:cxnSp>
      <p:cxnSp>
        <p:nvCxnSpPr>
          <p:cNvPr id="1912" name="Google Shape;1912;p42"/>
          <p:cNvCxnSpPr>
            <a:stCxn id="1891" idx="0"/>
            <a:endCxn id="1903" idx="2"/>
          </p:cNvCxnSpPr>
          <p:nvPr/>
        </p:nvCxnSpPr>
        <p:spPr>
          <a:xfrm rot="10800000">
            <a:off x="5020893" y="3108387"/>
            <a:ext cx="0" cy="147300"/>
          </a:xfrm>
          <a:prstGeom prst="straightConnector1">
            <a:avLst/>
          </a:prstGeom>
          <a:noFill/>
          <a:ln cap="flat" cmpd="sng" w="9525">
            <a:solidFill>
              <a:schemeClr val="dk2"/>
            </a:solidFill>
            <a:prstDash val="solid"/>
            <a:round/>
            <a:headEnd len="med" w="med" type="none"/>
            <a:tailEnd len="med" w="med" type="none"/>
          </a:ln>
        </p:spPr>
      </p:cxnSp>
      <p:sp>
        <p:nvSpPr>
          <p:cNvPr id="1913" name="Google Shape;1913;p42"/>
          <p:cNvSpPr/>
          <p:nvPr/>
        </p:nvSpPr>
        <p:spPr>
          <a:xfrm>
            <a:off x="3850150" y="1900550"/>
            <a:ext cx="1854600" cy="810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200" u="sng">
                <a:latin typeface="Roboto"/>
                <a:ea typeface="Roboto"/>
                <a:cs typeface="Roboto"/>
                <a:sym typeface="Roboto"/>
              </a:rPr>
              <a:t>Layer N</a:t>
            </a:r>
            <a:endParaRPr sz="1200" u="sng">
              <a:latin typeface="Roboto"/>
              <a:ea typeface="Roboto"/>
              <a:cs typeface="Roboto"/>
              <a:sym typeface="Roboto"/>
            </a:endParaRPr>
          </a:p>
        </p:txBody>
      </p:sp>
      <p:sp>
        <p:nvSpPr>
          <p:cNvPr id="1914" name="Google Shape;1914;p42"/>
          <p:cNvSpPr/>
          <p:nvPr/>
        </p:nvSpPr>
        <p:spPr>
          <a:xfrm>
            <a:off x="3912752" y="1950282"/>
            <a:ext cx="1689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1915" name="Google Shape;1915;p42"/>
          <p:cNvSpPr/>
          <p:nvPr/>
        </p:nvSpPr>
        <p:spPr>
          <a:xfrm>
            <a:off x="3912950" y="2208832"/>
            <a:ext cx="1689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1916" name="Google Shape;1916;p42"/>
          <p:cNvGrpSpPr/>
          <p:nvPr/>
        </p:nvGrpSpPr>
        <p:grpSpPr>
          <a:xfrm>
            <a:off x="3949844" y="1675252"/>
            <a:ext cx="313273" cy="74585"/>
            <a:chOff x="3655625" y="914400"/>
            <a:chExt cx="2743200" cy="690600"/>
          </a:xfrm>
        </p:grpSpPr>
        <p:sp>
          <p:nvSpPr>
            <p:cNvPr id="1917" name="Google Shape;1917;p4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18" name="Google Shape;1918;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19" name="Google Shape;1919;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920" name="Google Shape;1920;p42"/>
          <p:cNvGrpSpPr/>
          <p:nvPr/>
        </p:nvGrpSpPr>
        <p:grpSpPr>
          <a:xfrm rot="-5400000">
            <a:off x="4702509" y="2783515"/>
            <a:ext cx="109798" cy="26302"/>
            <a:chOff x="4885225" y="945750"/>
            <a:chExt cx="311926" cy="74700"/>
          </a:xfrm>
        </p:grpSpPr>
        <p:sp>
          <p:nvSpPr>
            <p:cNvPr id="1921" name="Google Shape;1921;p42"/>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22" name="Google Shape;1922;p42"/>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23" name="Google Shape;1923;p42"/>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1924" name="Google Shape;1924;p42"/>
          <p:cNvGrpSpPr/>
          <p:nvPr/>
        </p:nvGrpSpPr>
        <p:grpSpPr>
          <a:xfrm>
            <a:off x="3949856" y="4112382"/>
            <a:ext cx="313273" cy="74585"/>
            <a:chOff x="3655625" y="914400"/>
            <a:chExt cx="2743200" cy="690600"/>
          </a:xfrm>
        </p:grpSpPr>
        <p:sp>
          <p:nvSpPr>
            <p:cNvPr id="1925" name="Google Shape;1925;p4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26" name="Google Shape;1926;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27" name="Google Shape;1927;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928" name="Google Shape;1928;p42"/>
          <p:cNvCxnSpPr>
            <a:stCxn id="1925" idx="0"/>
            <a:endCxn id="1874" idx="2"/>
          </p:cNvCxnSpPr>
          <p:nvPr/>
        </p:nvCxnSpPr>
        <p:spPr>
          <a:xfrm flipH="1" rot="10800000">
            <a:off x="4106493" y="372928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1929" name="Google Shape;1929;p42"/>
          <p:cNvCxnSpPr>
            <a:stCxn id="1925" idx="0"/>
            <a:endCxn id="1870" idx="2"/>
          </p:cNvCxnSpPr>
          <p:nvPr/>
        </p:nvCxnSpPr>
        <p:spPr>
          <a:xfrm flipH="1" rot="10800000">
            <a:off x="4106493" y="3729282"/>
            <a:ext cx="914400" cy="383100"/>
          </a:xfrm>
          <a:prstGeom prst="straightConnector1">
            <a:avLst/>
          </a:prstGeom>
          <a:noFill/>
          <a:ln cap="flat" cmpd="sng" w="9525">
            <a:solidFill>
              <a:schemeClr val="dk2"/>
            </a:solidFill>
            <a:prstDash val="solid"/>
            <a:round/>
            <a:headEnd len="med" w="med" type="none"/>
            <a:tailEnd len="med" w="med" type="none"/>
          </a:ln>
        </p:spPr>
      </p:cxnSp>
      <p:grpSp>
        <p:nvGrpSpPr>
          <p:cNvPr id="1930" name="Google Shape;1930;p42"/>
          <p:cNvGrpSpPr/>
          <p:nvPr/>
        </p:nvGrpSpPr>
        <p:grpSpPr>
          <a:xfrm>
            <a:off x="3949856" y="3655182"/>
            <a:ext cx="313273" cy="74585"/>
            <a:chOff x="3655625" y="914400"/>
            <a:chExt cx="2743200" cy="690600"/>
          </a:xfrm>
        </p:grpSpPr>
        <p:sp>
          <p:nvSpPr>
            <p:cNvPr id="1931" name="Google Shape;1931;p4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32" name="Google Shape;1932;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33" name="Google Shape;1933;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934" name="Google Shape;1934;p42"/>
          <p:cNvCxnSpPr>
            <a:stCxn id="1925" idx="0"/>
            <a:endCxn id="1866" idx="2"/>
          </p:cNvCxnSpPr>
          <p:nvPr/>
        </p:nvCxnSpPr>
        <p:spPr>
          <a:xfrm flipH="1" rot="10800000">
            <a:off x="41064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935" name="Google Shape;1935;p42"/>
          <p:cNvCxnSpPr>
            <a:stCxn id="1925" idx="0"/>
            <a:endCxn id="1931" idx="2"/>
          </p:cNvCxnSpPr>
          <p:nvPr/>
        </p:nvCxnSpPr>
        <p:spPr>
          <a:xfrm rot="10800000">
            <a:off x="41064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936" name="Google Shape;1936;p42"/>
          <p:cNvCxnSpPr>
            <a:stCxn id="1851" idx="0"/>
            <a:endCxn id="1931" idx="2"/>
          </p:cNvCxnSpPr>
          <p:nvPr/>
        </p:nvCxnSpPr>
        <p:spPr>
          <a:xfrm rot="10800000">
            <a:off x="41064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937" name="Google Shape;1937;p42"/>
          <p:cNvCxnSpPr>
            <a:stCxn id="1856" idx="0"/>
            <a:endCxn id="1931" idx="2"/>
          </p:cNvCxnSpPr>
          <p:nvPr/>
        </p:nvCxnSpPr>
        <p:spPr>
          <a:xfrm rot="10800000">
            <a:off x="4106493" y="372928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938" name="Google Shape;1938;p42"/>
          <p:cNvCxnSpPr>
            <a:stCxn id="1861" idx="0"/>
            <a:endCxn id="1931" idx="2"/>
          </p:cNvCxnSpPr>
          <p:nvPr/>
        </p:nvCxnSpPr>
        <p:spPr>
          <a:xfrm rot="10800000">
            <a:off x="4106493" y="3729282"/>
            <a:ext cx="1371600" cy="383100"/>
          </a:xfrm>
          <a:prstGeom prst="straightConnector1">
            <a:avLst/>
          </a:prstGeom>
          <a:noFill/>
          <a:ln cap="flat" cmpd="sng" w="9525">
            <a:solidFill>
              <a:schemeClr val="dk2"/>
            </a:solidFill>
            <a:prstDash val="solid"/>
            <a:round/>
            <a:headEnd len="med" w="med" type="none"/>
            <a:tailEnd len="med" w="med" type="none"/>
          </a:ln>
        </p:spPr>
      </p:cxnSp>
      <p:sp>
        <p:nvSpPr>
          <p:cNvPr id="1939" name="Google Shape;1939;p42"/>
          <p:cNvSpPr txBox="1"/>
          <p:nvPr/>
        </p:nvSpPr>
        <p:spPr>
          <a:xfrm>
            <a:off x="3850141" y="469712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[CLS]</a:t>
            </a:r>
            <a:endParaRPr sz="1200">
              <a:solidFill>
                <a:schemeClr val="dk2"/>
              </a:solidFill>
              <a:latin typeface="Roboto"/>
              <a:ea typeface="Roboto"/>
              <a:cs typeface="Roboto"/>
              <a:sym typeface="Roboto"/>
            </a:endParaRPr>
          </a:p>
        </p:txBody>
      </p:sp>
      <p:grpSp>
        <p:nvGrpSpPr>
          <p:cNvPr id="1940" name="Google Shape;1940;p42"/>
          <p:cNvGrpSpPr/>
          <p:nvPr/>
        </p:nvGrpSpPr>
        <p:grpSpPr>
          <a:xfrm>
            <a:off x="3949856" y="3255462"/>
            <a:ext cx="313273" cy="74585"/>
            <a:chOff x="3655625" y="914400"/>
            <a:chExt cx="2743200" cy="690600"/>
          </a:xfrm>
        </p:grpSpPr>
        <p:sp>
          <p:nvSpPr>
            <p:cNvPr id="1941" name="Google Shape;1941;p4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42" name="Google Shape;1942;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43" name="Google Shape;1943;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944" name="Google Shape;1944;p42"/>
          <p:cNvGrpSpPr/>
          <p:nvPr/>
        </p:nvGrpSpPr>
        <p:grpSpPr>
          <a:xfrm>
            <a:off x="3949856" y="3034011"/>
            <a:ext cx="313273" cy="74585"/>
            <a:chOff x="3655625" y="914400"/>
            <a:chExt cx="2743200" cy="690600"/>
          </a:xfrm>
        </p:grpSpPr>
        <p:sp>
          <p:nvSpPr>
            <p:cNvPr id="1945" name="Google Shape;1945;p4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46" name="Google Shape;1946;p4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47" name="Google Shape;1947;p4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948" name="Google Shape;1948;p42"/>
          <p:cNvCxnSpPr>
            <a:stCxn id="1941" idx="0"/>
            <a:endCxn id="1945" idx="2"/>
          </p:cNvCxnSpPr>
          <p:nvPr/>
        </p:nvCxnSpPr>
        <p:spPr>
          <a:xfrm rot="10800000">
            <a:off x="4106493" y="3108162"/>
            <a:ext cx="0" cy="147300"/>
          </a:xfrm>
          <a:prstGeom prst="straightConnector1">
            <a:avLst/>
          </a:prstGeom>
          <a:noFill/>
          <a:ln cap="flat" cmpd="sng" w="9525">
            <a:solidFill>
              <a:schemeClr val="dk2"/>
            </a:solidFill>
            <a:prstDash val="solid"/>
            <a:round/>
            <a:headEnd len="med" w="med" type="none"/>
            <a:tailEnd len="med" w="med" type="none"/>
          </a:ln>
        </p:spPr>
      </p:cxnSp>
      <p:sp>
        <p:nvSpPr>
          <p:cNvPr id="1949" name="Google Shape;1949;p42"/>
          <p:cNvSpPr txBox="1"/>
          <p:nvPr/>
        </p:nvSpPr>
        <p:spPr>
          <a:xfrm>
            <a:off x="6743700" y="4415575"/>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Input is a sequence</a:t>
            </a:r>
            <a:endParaRPr i="1">
              <a:solidFill>
                <a:srgbClr val="A61C00"/>
              </a:solidFill>
              <a:latin typeface="Roboto"/>
              <a:ea typeface="Roboto"/>
              <a:cs typeface="Roboto"/>
              <a:sym typeface="Roboto"/>
            </a:endParaRPr>
          </a:p>
        </p:txBody>
      </p:sp>
      <p:cxnSp>
        <p:nvCxnSpPr>
          <p:cNvPr id="1950" name="Google Shape;1950;p42"/>
          <p:cNvCxnSpPr>
            <a:stCxn id="1949" idx="1"/>
            <a:endCxn id="1864" idx="3"/>
          </p:cNvCxnSpPr>
          <p:nvPr/>
        </p:nvCxnSpPr>
        <p:spPr>
          <a:xfrm flipH="1">
            <a:off x="5808900" y="4616875"/>
            <a:ext cx="934800" cy="237900"/>
          </a:xfrm>
          <a:prstGeom prst="straightConnector1">
            <a:avLst/>
          </a:prstGeom>
          <a:noFill/>
          <a:ln cap="flat" cmpd="sng" w="9525">
            <a:solidFill>
              <a:schemeClr val="dk2"/>
            </a:solidFill>
            <a:prstDash val="solid"/>
            <a:round/>
            <a:headEnd len="med" w="med" type="none"/>
            <a:tailEnd len="med" w="med" type="triangle"/>
          </a:ln>
        </p:spPr>
      </p:cxnSp>
      <p:sp>
        <p:nvSpPr>
          <p:cNvPr id="1951" name="Google Shape;1951;p42"/>
          <p:cNvSpPr txBox="1"/>
          <p:nvPr/>
        </p:nvSpPr>
        <p:spPr>
          <a:xfrm>
            <a:off x="1252850" y="4609825"/>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Prepend a special token</a:t>
            </a:r>
            <a:endParaRPr i="1">
              <a:solidFill>
                <a:srgbClr val="A61C00"/>
              </a:solidFill>
              <a:latin typeface="Roboto"/>
              <a:ea typeface="Roboto"/>
              <a:cs typeface="Roboto"/>
              <a:sym typeface="Roboto"/>
            </a:endParaRPr>
          </a:p>
        </p:txBody>
      </p:sp>
      <p:cxnSp>
        <p:nvCxnSpPr>
          <p:cNvPr id="1952" name="Google Shape;1952;p42"/>
          <p:cNvCxnSpPr>
            <a:stCxn id="1951" idx="3"/>
            <a:endCxn id="1939" idx="1"/>
          </p:cNvCxnSpPr>
          <p:nvPr/>
        </p:nvCxnSpPr>
        <p:spPr>
          <a:xfrm>
            <a:off x="3292850" y="4811125"/>
            <a:ext cx="557400" cy="43800"/>
          </a:xfrm>
          <a:prstGeom prst="straightConnector1">
            <a:avLst/>
          </a:prstGeom>
          <a:noFill/>
          <a:ln cap="flat" cmpd="sng" w="9525">
            <a:solidFill>
              <a:schemeClr val="dk2"/>
            </a:solidFill>
            <a:prstDash val="solid"/>
            <a:round/>
            <a:headEnd len="med" w="med" type="none"/>
            <a:tailEnd len="med" w="med" type="triangle"/>
          </a:ln>
        </p:spPr>
      </p:cxnSp>
      <p:sp>
        <p:nvSpPr>
          <p:cNvPr id="1953" name="Google Shape;1953;p42"/>
          <p:cNvSpPr txBox="1"/>
          <p:nvPr/>
        </p:nvSpPr>
        <p:spPr>
          <a:xfrm>
            <a:off x="6340475" y="1389800"/>
            <a:ext cx="2610000" cy="11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Output is a single vector that </a:t>
            </a:r>
            <a:r>
              <a:rPr i="1" lang="en" u="sng">
                <a:solidFill>
                  <a:srgbClr val="A61C00"/>
                </a:solidFill>
                <a:latin typeface="Roboto"/>
                <a:ea typeface="Roboto"/>
                <a:cs typeface="Roboto"/>
                <a:sym typeface="Roboto"/>
              </a:rPr>
              <a:t>encodes</a:t>
            </a:r>
            <a:r>
              <a:rPr i="1" lang="en">
                <a:solidFill>
                  <a:srgbClr val="A61C00"/>
                </a:solidFill>
                <a:latin typeface="Roboto"/>
                <a:ea typeface="Roboto"/>
                <a:cs typeface="Roboto"/>
                <a:sym typeface="Roboto"/>
              </a:rPr>
              <a:t> the input sequence</a:t>
            </a:r>
            <a:endParaRPr i="1">
              <a:solidFill>
                <a:srgbClr val="A61C00"/>
              </a:solidFill>
              <a:latin typeface="Roboto"/>
              <a:ea typeface="Roboto"/>
              <a:cs typeface="Roboto"/>
              <a:sym typeface="Roboto"/>
            </a:endParaRPr>
          </a:p>
          <a:p>
            <a:pPr indent="0" lvl="0" marL="0" rtl="0" algn="l">
              <a:spcBef>
                <a:spcPts val="0"/>
              </a:spcBef>
              <a:spcAft>
                <a:spcPts val="0"/>
              </a:spcAft>
              <a:buNone/>
            </a:pPr>
            <a:r>
              <a:t/>
            </a:r>
            <a:endParaRPr i="1">
              <a:solidFill>
                <a:srgbClr val="A61C00"/>
              </a:solidFill>
              <a:latin typeface="Roboto"/>
              <a:ea typeface="Roboto"/>
              <a:cs typeface="Roboto"/>
              <a:sym typeface="Roboto"/>
            </a:endParaRPr>
          </a:p>
          <a:p>
            <a:pPr indent="0" lvl="0" marL="0" rtl="0" algn="l">
              <a:spcBef>
                <a:spcPts val="0"/>
              </a:spcBef>
              <a:spcAft>
                <a:spcPts val="0"/>
              </a:spcAft>
              <a:buNone/>
            </a:pPr>
            <a:r>
              <a:t/>
            </a:r>
            <a:endParaRPr i="1">
              <a:solidFill>
                <a:srgbClr val="A61C00"/>
              </a:solidFill>
              <a:latin typeface="Roboto"/>
              <a:ea typeface="Roboto"/>
              <a:cs typeface="Roboto"/>
              <a:sym typeface="Roboto"/>
            </a:endParaRPr>
          </a:p>
        </p:txBody>
      </p:sp>
      <p:cxnSp>
        <p:nvCxnSpPr>
          <p:cNvPr id="1954" name="Google Shape;1954;p42"/>
          <p:cNvCxnSpPr>
            <a:stCxn id="1953" idx="1"/>
            <a:endCxn id="1917" idx="3"/>
          </p:cNvCxnSpPr>
          <p:nvPr/>
        </p:nvCxnSpPr>
        <p:spPr>
          <a:xfrm rot="10800000">
            <a:off x="4262975" y="1712150"/>
            <a:ext cx="2077500" cy="229500"/>
          </a:xfrm>
          <a:prstGeom prst="straightConnector1">
            <a:avLst/>
          </a:prstGeom>
          <a:noFill/>
          <a:ln cap="flat" cmpd="sng" w="9525">
            <a:solidFill>
              <a:schemeClr val="dk2"/>
            </a:solidFill>
            <a:prstDash val="solid"/>
            <a:round/>
            <a:headEnd len="med" w="med" type="none"/>
            <a:tailEnd len="med" w="med" type="triangle"/>
          </a:ln>
        </p:spPr>
      </p:cxnSp>
      <p:sp>
        <p:nvSpPr>
          <p:cNvPr id="1955" name="Google Shape;1955;p42"/>
          <p:cNvSpPr txBox="1"/>
          <p:nvPr/>
        </p:nvSpPr>
        <p:spPr>
          <a:xfrm>
            <a:off x="3139100" y="2998663"/>
            <a:ext cx="86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MLP</a:t>
            </a:r>
            <a:endParaRPr sz="1200">
              <a:solidFill>
                <a:schemeClr val="dk1"/>
              </a:solidFill>
              <a:latin typeface="Roboto"/>
              <a:ea typeface="Roboto"/>
              <a:cs typeface="Roboto"/>
              <a:sym typeface="Roboto"/>
            </a:endParaRPr>
          </a:p>
        </p:txBody>
      </p:sp>
      <p:sp>
        <p:nvSpPr>
          <p:cNvPr id="1956" name="Google Shape;1956;p42"/>
          <p:cNvSpPr txBox="1"/>
          <p:nvPr/>
        </p:nvSpPr>
        <p:spPr>
          <a:xfrm>
            <a:off x="2812975" y="3804250"/>
            <a:ext cx="1099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Self-attention</a:t>
            </a:r>
            <a:endParaRPr sz="1200">
              <a:solidFill>
                <a:schemeClr val="dk1"/>
              </a:solidFill>
              <a:latin typeface="Roboto"/>
              <a:ea typeface="Roboto"/>
              <a:cs typeface="Roboto"/>
              <a:sym typeface="Roboto"/>
            </a:endParaRPr>
          </a:p>
        </p:txBody>
      </p:sp>
      <p:sp>
        <p:nvSpPr>
          <p:cNvPr id="1957" name="Google Shape;195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1" name="Shape 1961"/>
        <p:cNvGrpSpPr/>
        <p:nvPr/>
      </p:nvGrpSpPr>
      <p:grpSpPr>
        <a:xfrm>
          <a:off x="0" y="0"/>
          <a:ext cx="0" cy="0"/>
          <a:chOff x="0" y="0"/>
          <a:chExt cx="0" cy="0"/>
        </a:xfrm>
      </p:grpSpPr>
      <p:sp>
        <p:nvSpPr>
          <p:cNvPr id="1962" name="Google Shape;1962;p43"/>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Encoder-only</a:t>
            </a:r>
            <a:endParaRPr/>
          </a:p>
        </p:txBody>
      </p:sp>
      <p:sp>
        <p:nvSpPr>
          <p:cNvPr id="1963" name="Google Shape;1963;p43"/>
          <p:cNvSpPr/>
          <p:nvPr/>
        </p:nvSpPr>
        <p:spPr>
          <a:xfrm>
            <a:off x="3850150" y="2906025"/>
            <a:ext cx="1897800" cy="17910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200" u="sng">
                <a:latin typeface="Roboto"/>
                <a:ea typeface="Roboto"/>
                <a:cs typeface="Roboto"/>
                <a:sym typeface="Roboto"/>
              </a:rPr>
              <a:t>Layer 1</a:t>
            </a:r>
            <a:endParaRPr sz="1200" u="sng">
              <a:latin typeface="Roboto"/>
              <a:ea typeface="Roboto"/>
              <a:cs typeface="Roboto"/>
              <a:sym typeface="Roboto"/>
            </a:endParaRPr>
          </a:p>
        </p:txBody>
      </p:sp>
      <p:sp>
        <p:nvSpPr>
          <p:cNvPr id="1964" name="Google Shape;1964;p43"/>
          <p:cNvSpPr/>
          <p:nvPr/>
        </p:nvSpPr>
        <p:spPr>
          <a:xfrm>
            <a:off x="3892475" y="2946800"/>
            <a:ext cx="1791900" cy="485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1965" name="Google Shape;1965;p43"/>
          <p:cNvSpPr/>
          <p:nvPr/>
        </p:nvSpPr>
        <p:spPr>
          <a:xfrm>
            <a:off x="3912750" y="3501175"/>
            <a:ext cx="1791900" cy="8691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966" name="Google Shape;1966;p43"/>
          <p:cNvGrpSpPr/>
          <p:nvPr/>
        </p:nvGrpSpPr>
        <p:grpSpPr>
          <a:xfrm>
            <a:off x="4407056" y="4112382"/>
            <a:ext cx="313273" cy="74585"/>
            <a:chOff x="3655625" y="914400"/>
            <a:chExt cx="2743200" cy="690600"/>
          </a:xfrm>
        </p:grpSpPr>
        <p:sp>
          <p:nvSpPr>
            <p:cNvPr id="1967" name="Google Shape;1967;p4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68" name="Google Shape;1968;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69" name="Google Shape;1969;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970" name="Google Shape;1970;p43"/>
          <p:cNvSpPr txBox="1"/>
          <p:nvPr/>
        </p:nvSpPr>
        <p:spPr>
          <a:xfrm>
            <a:off x="4328275" y="469712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1971" name="Google Shape;1971;p43"/>
          <p:cNvGrpSpPr/>
          <p:nvPr/>
        </p:nvGrpSpPr>
        <p:grpSpPr>
          <a:xfrm>
            <a:off x="4864256" y="4112382"/>
            <a:ext cx="313273" cy="74585"/>
            <a:chOff x="3655625" y="914400"/>
            <a:chExt cx="2743200" cy="690600"/>
          </a:xfrm>
        </p:grpSpPr>
        <p:sp>
          <p:nvSpPr>
            <p:cNvPr id="1972" name="Google Shape;1972;p4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73" name="Google Shape;1973;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74" name="Google Shape;1974;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975" name="Google Shape;1975;p43"/>
          <p:cNvSpPr txBox="1"/>
          <p:nvPr/>
        </p:nvSpPr>
        <p:spPr>
          <a:xfrm>
            <a:off x="4861675" y="4697125"/>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1976" name="Google Shape;1976;p43"/>
          <p:cNvGrpSpPr/>
          <p:nvPr/>
        </p:nvGrpSpPr>
        <p:grpSpPr>
          <a:xfrm>
            <a:off x="5321456" y="4112382"/>
            <a:ext cx="313273" cy="74585"/>
            <a:chOff x="3655625" y="914400"/>
            <a:chExt cx="2743200" cy="690600"/>
          </a:xfrm>
        </p:grpSpPr>
        <p:sp>
          <p:nvSpPr>
            <p:cNvPr id="1977" name="Google Shape;1977;p4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78" name="Google Shape;1978;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79" name="Google Shape;1979;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1980" name="Google Shape;1980;p43"/>
          <p:cNvSpPr txBox="1"/>
          <p:nvPr/>
        </p:nvSpPr>
        <p:spPr>
          <a:xfrm>
            <a:off x="5237275" y="469712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1981" name="Google Shape;1981;p43"/>
          <p:cNvGrpSpPr/>
          <p:nvPr/>
        </p:nvGrpSpPr>
        <p:grpSpPr>
          <a:xfrm>
            <a:off x="4407056" y="3655182"/>
            <a:ext cx="313273" cy="74585"/>
            <a:chOff x="3655625" y="914400"/>
            <a:chExt cx="2743200" cy="690600"/>
          </a:xfrm>
        </p:grpSpPr>
        <p:sp>
          <p:nvSpPr>
            <p:cNvPr id="1982" name="Google Shape;1982;p4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83" name="Google Shape;1983;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84" name="Google Shape;1984;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985" name="Google Shape;1985;p43"/>
          <p:cNvGrpSpPr/>
          <p:nvPr/>
        </p:nvGrpSpPr>
        <p:grpSpPr>
          <a:xfrm>
            <a:off x="4864256" y="3655182"/>
            <a:ext cx="313273" cy="74585"/>
            <a:chOff x="3655625" y="914400"/>
            <a:chExt cx="2743200" cy="690600"/>
          </a:xfrm>
        </p:grpSpPr>
        <p:sp>
          <p:nvSpPr>
            <p:cNvPr id="1986" name="Google Shape;1986;p4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87" name="Google Shape;1987;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88" name="Google Shape;1988;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1989" name="Google Shape;1989;p43"/>
          <p:cNvGrpSpPr/>
          <p:nvPr/>
        </p:nvGrpSpPr>
        <p:grpSpPr>
          <a:xfrm>
            <a:off x="5321456" y="3655182"/>
            <a:ext cx="313273" cy="74585"/>
            <a:chOff x="3655625" y="914400"/>
            <a:chExt cx="2743200" cy="690600"/>
          </a:xfrm>
        </p:grpSpPr>
        <p:sp>
          <p:nvSpPr>
            <p:cNvPr id="1990" name="Google Shape;1990;p4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91" name="Google Shape;1991;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1992" name="Google Shape;1992;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1993" name="Google Shape;1993;p43"/>
          <p:cNvCxnSpPr>
            <a:stCxn id="1972" idx="0"/>
            <a:endCxn id="1982" idx="2"/>
          </p:cNvCxnSpPr>
          <p:nvPr/>
        </p:nvCxnSpPr>
        <p:spPr>
          <a:xfrm rot="10800000">
            <a:off x="45636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994" name="Google Shape;1994;p43"/>
          <p:cNvCxnSpPr>
            <a:stCxn id="1977" idx="0"/>
          </p:cNvCxnSpPr>
          <p:nvPr/>
        </p:nvCxnSpPr>
        <p:spPr>
          <a:xfrm rot="10800000">
            <a:off x="4563693" y="372928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995" name="Google Shape;1995;p43"/>
          <p:cNvCxnSpPr>
            <a:stCxn id="1967" idx="0"/>
          </p:cNvCxnSpPr>
          <p:nvPr/>
        </p:nvCxnSpPr>
        <p:spPr>
          <a:xfrm rot="10800000">
            <a:off x="45636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996" name="Google Shape;1996;p43"/>
          <p:cNvCxnSpPr>
            <a:stCxn id="1967" idx="0"/>
            <a:endCxn id="1986" idx="2"/>
          </p:cNvCxnSpPr>
          <p:nvPr/>
        </p:nvCxnSpPr>
        <p:spPr>
          <a:xfrm flipH="1" rot="10800000">
            <a:off x="45636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1997" name="Google Shape;1997;p43"/>
          <p:cNvCxnSpPr>
            <a:stCxn id="1967" idx="0"/>
            <a:endCxn id="1990" idx="2"/>
          </p:cNvCxnSpPr>
          <p:nvPr/>
        </p:nvCxnSpPr>
        <p:spPr>
          <a:xfrm flipH="1" rot="10800000">
            <a:off x="4563693" y="372928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1998" name="Google Shape;1998;p43"/>
          <p:cNvCxnSpPr>
            <a:stCxn id="1972" idx="0"/>
            <a:endCxn id="1986" idx="2"/>
          </p:cNvCxnSpPr>
          <p:nvPr/>
        </p:nvCxnSpPr>
        <p:spPr>
          <a:xfrm rot="10800000">
            <a:off x="50208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1999" name="Google Shape;1999;p43"/>
          <p:cNvCxnSpPr>
            <a:stCxn id="1977" idx="0"/>
            <a:endCxn id="1990" idx="2"/>
          </p:cNvCxnSpPr>
          <p:nvPr/>
        </p:nvCxnSpPr>
        <p:spPr>
          <a:xfrm rot="10800000">
            <a:off x="54780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000" name="Google Shape;2000;p43"/>
          <p:cNvCxnSpPr>
            <a:stCxn id="1977" idx="0"/>
            <a:endCxn id="1986" idx="2"/>
          </p:cNvCxnSpPr>
          <p:nvPr/>
        </p:nvCxnSpPr>
        <p:spPr>
          <a:xfrm rot="10800000">
            <a:off x="50208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001" name="Google Shape;2001;p43"/>
          <p:cNvCxnSpPr>
            <a:stCxn id="1972" idx="0"/>
            <a:endCxn id="1990" idx="2"/>
          </p:cNvCxnSpPr>
          <p:nvPr/>
        </p:nvCxnSpPr>
        <p:spPr>
          <a:xfrm flipH="1" rot="10800000">
            <a:off x="5020893" y="372928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2002" name="Google Shape;2002;p43"/>
          <p:cNvGrpSpPr/>
          <p:nvPr/>
        </p:nvGrpSpPr>
        <p:grpSpPr>
          <a:xfrm>
            <a:off x="4407056" y="3255687"/>
            <a:ext cx="313273" cy="74585"/>
            <a:chOff x="3655625" y="914400"/>
            <a:chExt cx="2743200" cy="690600"/>
          </a:xfrm>
        </p:grpSpPr>
        <p:sp>
          <p:nvSpPr>
            <p:cNvPr id="2003" name="Google Shape;2003;p4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04" name="Google Shape;2004;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005" name="Google Shape;2005;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006" name="Google Shape;2006;p43"/>
          <p:cNvGrpSpPr/>
          <p:nvPr/>
        </p:nvGrpSpPr>
        <p:grpSpPr>
          <a:xfrm>
            <a:off x="4864256" y="3255687"/>
            <a:ext cx="313273" cy="74585"/>
            <a:chOff x="3655625" y="914400"/>
            <a:chExt cx="2743200" cy="690600"/>
          </a:xfrm>
        </p:grpSpPr>
        <p:sp>
          <p:nvSpPr>
            <p:cNvPr id="2007" name="Google Shape;2007;p4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08" name="Google Shape;2008;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009" name="Google Shape;2009;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010" name="Google Shape;2010;p43"/>
          <p:cNvGrpSpPr/>
          <p:nvPr/>
        </p:nvGrpSpPr>
        <p:grpSpPr>
          <a:xfrm>
            <a:off x="5321456" y="3255687"/>
            <a:ext cx="313273" cy="74585"/>
            <a:chOff x="3655625" y="914400"/>
            <a:chExt cx="2743200" cy="690600"/>
          </a:xfrm>
        </p:grpSpPr>
        <p:sp>
          <p:nvSpPr>
            <p:cNvPr id="2011" name="Google Shape;2011;p4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12" name="Google Shape;2012;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013" name="Google Shape;2013;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014" name="Google Shape;2014;p43"/>
          <p:cNvGrpSpPr/>
          <p:nvPr/>
        </p:nvGrpSpPr>
        <p:grpSpPr>
          <a:xfrm>
            <a:off x="4407056" y="3034236"/>
            <a:ext cx="313273" cy="74585"/>
            <a:chOff x="3655625" y="914400"/>
            <a:chExt cx="2743200" cy="690600"/>
          </a:xfrm>
        </p:grpSpPr>
        <p:sp>
          <p:nvSpPr>
            <p:cNvPr id="2015" name="Google Shape;2015;p4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16" name="Google Shape;2016;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017" name="Google Shape;2017;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018" name="Google Shape;2018;p43"/>
          <p:cNvGrpSpPr/>
          <p:nvPr/>
        </p:nvGrpSpPr>
        <p:grpSpPr>
          <a:xfrm>
            <a:off x="4864256" y="3034236"/>
            <a:ext cx="313273" cy="74585"/>
            <a:chOff x="3655625" y="914400"/>
            <a:chExt cx="2743200" cy="690600"/>
          </a:xfrm>
        </p:grpSpPr>
        <p:sp>
          <p:nvSpPr>
            <p:cNvPr id="2019" name="Google Shape;2019;p4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20" name="Google Shape;2020;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021" name="Google Shape;2021;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022" name="Google Shape;2022;p43"/>
          <p:cNvGrpSpPr/>
          <p:nvPr/>
        </p:nvGrpSpPr>
        <p:grpSpPr>
          <a:xfrm>
            <a:off x="5321456" y="3034236"/>
            <a:ext cx="313273" cy="74585"/>
            <a:chOff x="3655625" y="914400"/>
            <a:chExt cx="2743200" cy="690600"/>
          </a:xfrm>
        </p:grpSpPr>
        <p:sp>
          <p:nvSpPr>
            <p:cNvPr id="2023" name="Google Shape;2023;p4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24" name="Google Shape;2024;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025" name="Google Shape;2025;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026" name="Google Shape;2026;p43"/>
          <p:cNvCxnSpPr>
            <a:stCxn id="2003" idx="0"/>
            <a:endCxn id="2015" idx="2"/>
          </p:cNvCxnSpPr>
          <p:nvPr/>
        </p:nvCxnSpPr>
        <p:spPr>
          <a:xfrm rot="10800000">
            <a:off x="4563693" y="3108387"/>
            <a:ext cx="0" cy="147300"/>
          </a:xfrm>
          <a:prstGeom prst="straightConnector1">
            <a:avLst/>
          </a:prstGeom>
          <a:noFill/>
          <a:ln cap="flat" cmpd="sng" w="9525">
            <a:solidFill>
              <a:schemeClr val="dk2"/>
            </a:solidFill>
            <a:prstDash val="solid"/>
            <a:round/>
            <a:headEnd len="med" w="med" type="none"/>
            <a:tailEnd len="med" w="med" type="none"/>
          </a:ln>
        </p:spPr>
      </p:cxnSp>
      <p:cxnSp>
        <p:nvCxnSpPr>
          <p:cNvPr id="2027" name="Google Shape;2027;p43"/>
          <p:cNvCxnSpPr>
            <a:stCxn id="2011" idx="0"/>
            <a:endCxn id="2023" idx="2"/>
          </p:cNvCxnSpPr>
          <p:nvPr/>
        </p:nvCxnSpPr>
        <p:spPr>
          <a:xfrm rot="10800000">
            <a:off x="5478093" y="3108387"/>
            <a:ext cx="0" cy="147300"/>
          </a:xfrm>
          <a:prstGeom prst="straightConnector1">
            <a:avLst/>
          </a:prstGeom>
          <a:noFill/>
          <a:ln cap="flat" cmpd="sng" w="9525">
            <a:solidFill>
              <a:schemeClr val="dk2"/>
            </a:solidFill>
            <a:prstDash val="solid"/>
            <a:round/>
            <a:headEnd len="med" w="med" type="none"/>
            <a:tailEnd len="med" w="med" type="none"/>
          </a:ln>
        </p:spPr>
      </p:cxnSp>
      <p:cxnSp>
        <p:nvCxnSpPr>
          <p:cNvPr id="2028" name="Google Shape;2028;p43"/>
          <p:cNvCxnSpPr>
            <a:stCxn id="2007" idx="0"/>
            <a:endCxn id="2019" idx="2"/>
          </p:cNvCxnSpPr>
          <p:nvPr/>
        </p:nvCxnSpPr>
        <p:spPr>
          <a:xfrm rot="10800000">
            <a:off x="5020893" y="3108387"/>
            <a:ext cx="0" cy="147300"/>
          </a:xfrm>
          <a:prstGeom prst="straightConnector1">
            <a:avLst/>
          </a:prstGeom>
          <a:noFill/>
          <a:ln cap="flat" cmpd="sng" w="9525">
            <a:solidFill>
              <a:schemeClr val="dk2"/>
            </a:solidFill>
            <a:prstDash val="solid"/>
            <a:round/>
            <a:headEnd len="med" w="med" type="none"/>
            <a:tailEnd len="med" w="med" type="none"/>
          </a:ln>
        </p:spPr>
      </p:cxnSp>
      <p:sp>
        <p:nvSpPr>
          <p:cNvPr id="2029" name="Google Shape;2029;p43"/>
          <p:cNvSpPr/>
          <p:nvPr/>
        </p:nvSpPr>
        <p:spPr>
          <a:xfrm>
            <a:off x="3850150" y="1900550"/>
            <a:ext cx="1854600" cy="810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200" u="sng">
                <a:latin typeface="Roboto"/>
                <a:ea typeface="Roboto"/>
                <a:cs typeface="Roboto"/>
                <a:sym typeface="Roboto"/>
              </a:rPr>
              <a:t>Layer N</a:t>
            </a:r>
            <a:endParaRPr sz="1200" u="sng">
              <a:latin typeface="Roboto"/>
              <a:ea typeface="Roboto"/>
              <a:cs typeface="Roboto"/>
              <a:sym typeface="Roboto"/>
            </a:endParaRPr>
          </a:p>
        </p:txBody>
      </p:sp>
      <p:sp>
        <p:nvSpPr>
          <p:cNvPr id="2030" name="Google Shape;2030;p43"/>
          <p:cNvSpPr/>
          <p:nvPr/>
        </p:nvSpPr>
        <p:spPr>
          <a:xfrm>
            <a:off x="3912752" y="1950282"/>
            <a:ext cx="1689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2031" name="Google Shape;2031;p43"/>
          <p:cNvSpPr/>
          <p:nvPr/>
        </p:nvSpPr>
        <p:spPr>
          <a:xfrm>
            <a:off x="3912950" y="2208832"/>
            <a:ext cx="1689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2032" name="Google Shape;2032;p43"/>
          <p:cNvGrpSpPr/>
          <p:nvPr/>
        </p:nvGrpSpPr>
        <p:grpSpPr>
          <a:xfrm>
            <a:off x="3949844" y="1675252"/>
            <a:ext cx="313273" cy="74585"/>
            <a:chOff x="3655625" y="914400"/>
            <a:chExt cx="2743200" cy="690600"/>
          </a:xfrm>
        </p:grpSpPr>
        <p:sp>
          <p:nvSpPr>
            <p:cNvPr id="2033" name="Google Shape;2033;p4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34" name="Google Shape;2034;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035" name="Google Shape;2035;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036" name="Google Shape;2036;p43"/>
          <p:cNvGrpSpPr/>
          <p:nvPr/>
        </p:nvGrpSpPr>
        <p:grpSpPr>
          <a:xfrm rot="-5400000">
            <a:off x="4702509" y="2783515"/>
            <a:ext cx="109798" cy="26302"/>
            <a:chOff x="4885225" y="945750"/>
            <a:chExt cx="311926" cy="74700"/>
          </a:xfrm>
        </p:grpSpPr>
        <p:sp>
          <p:nvSpPr>
            <p:cNvPr id="2037" name="Google Shape;2037;p43"/>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38" name="Google Shape;2038;p43"/>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39" name="Google Shape;2039;p43"/>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2040" name="Google Shape;2040;p43"/>
          <p:cNvGrpSpPr/>
          <p:nvPr/>
        </p:nvGrpSpPr>
        <p:grpSpPr>
          <a:xfrm>
            <a:off x="3949856" y="4112382"/>
            <a:ext cx="313273" cy="74585"/>
            <a:chOff x="3655625" y="914400"/>
            <a:chExt cx="2743200" cy="690600"/>
          </a:xfrm>
        </p:grpSpPr>
        <p:sp>
          <p:nvSpPr>
            <p:cNvPr id="2041" name="Google Shape;2041;p4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42" name="Google Shape;2042;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043" name="Google Shape;2043;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044" name="Google Shape;2044;p43"/>
          <p:cNvCxnSpPr>
            <a:stCxn id="2041" idx="0"/>
            <a:endCxn id="1990" idx="2"/>
          </p:cNvCxnSpPr>
          <p:nvPr/>
        </p:nvCxnSpPr>
        <p:spPr>
          <a:xfrm flipH="1" rot="10800000">
            <a:off x="4106493" y="372928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045" name="Google Shape;2045;p43"/>
          <p:cNvCxnSpPr>
            <a:stCxn id="2041" idx="0"/>
            <a:endCxn id="1986" idx="2"/>
          </p:cNvCxnSpPr>
          <p:nvPr/>
        </p:nvCxnSpPr>
        <p:spPr>
          <a:xfrm flipH="1" rot="10800000">
            <a:off x="4106493" y="3729282"/>
            <a:ext cx="914400" cy="383100"/>
          </a:xfrm>
          <a:prstGeom prst="straightConnector1">
            <a:avLst/>
          </a:prstGeom>
          <a:noFill/>
          <a:ln cap="flat" cmpd="sng" w="9525">
            <a:solidFill>
              <a:schemeClr val="dk2"/>
            </a:solidFill>
            <a:prstDash val="solid"/>
            <a:round/>
            <a:headEnd len="med" w="med" type="none"/>
            <a:tailEnd len="med" w="med" type="none"/>
          </a:ln>
        </p:spPr>
      </p:cxnSp>
      <p:grpSp>
        <p:nvGrpSpPr>
          <p:cNvPr id="2046" name="Google Shape;2046;p43"/>
          <p:cNvGrpSpPr/>
          <p:nvPr/>
        </p:nvGrpSpPr>
        <p:grpSpPr>
          <a:xfrm>
            <a:off x="3949856" y="3655182"/>
            <a:ext cx="313273" cy="74585"/>
            <a:chOff x="3655625" y="914400"/>
            <a:chExt cx="2743200" cy="690600"/>
          </a:xfrm>
        </p:grpSpPr>
        <p:sp>
          <p:nvSpPr>
            <p:cNvPr id="2047" name="Google Shape;2047;p4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48" name="Google Shape;2048;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049" name="Google Shape;2049;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050" name="Google Shape;2050;p43"/>
          <p:cNvCxnSpPr>
            <a:stCxn id="2041" idx="0"/>
            <a:endCxn id="1982" idx="2"/>
          </p:cNvCxnSpPr>
          <p:nvPr/>
        </p:nvCxnSpPr>
        <p:spPr>
          <a:xfrm flipH="1" rot="10800000">
            <a:off x="41064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051" name="Google Shape;2051;p43"/>
          <p:cNvCxnSpPr>
            <a:stCxn id="2041" idx="0"/>
            <a:endCxn id="2047" idx="2"/>
          </p:cNvCxnSpPr>
          <p:nvPr/>
        </p:nvCxnSpPr>
        <p:spPr>
          <a:xfrm rot="10800000">
            <a:off x="41064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052" name="Google Shape;2052;p43"/>
          <p:cNvCxnSpPr>
            <a:stCxn id="1967" idx="0"/>
            <a:endCxn id="2047" idx="2"/>
          </p:cNvCxnSpPr>
          <p:nvPr/>
        </p:nvCxnSpPr>
        <p:spPr>
          <a:xfrm rot="10800000">
            <a:off x="41064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053" name="Google Shape;2053;p43"/>
          <p:cNvCxnSpPr>
            <a:stCxn id="1972" idx="0"/>
            <a:endCxn id="2047" idx="2"/>
          </p:cNvCxnSpPr>
          <p:nvPr/>
        </p:nvCxnSpPr>
        <p:spPr>
          <a:xfrm rot="10800000">
            <a:off x="4106493" y="372928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054" name="Google Shape;2054;p43"/>
          <p:cNvCxnSpPr>
            <a:stCxn id="1977" idx="0"/>
            <a:endCxn id="2047" idx="2"/>
          </p:cNvCxnSpPr>
          <p:nvPr/>
        </p:nvCxnSpPr>
        <p:spPr>
          <a:xfrm rot="10800000">
            <a:off x="4106493" y="3729282"/>
            <a:ext cx="1371600" cy="383100"/>
          </a:xfrm>
          <a:prstGeom prst="straightConnector1">
            <a:avLst/>
          </a:prstGeom>
          <a:noFill/>
          <a:ln cap="flat" cmpd="sng" w="9525">
            <a:solidFill>
              <a:schemeClr val="dk2"/>
            </a:solidFill>
            <a:prstDash val="solid"/>
            <a:round/>
            <a:headEnd len="med" w="med" type="none"/>
            <a:tailEnd len="med" w="med" type="none"/>
          </a:ln>
        </p:spPr>
      </p:cxnSp>
      <p:sp>
        <p:nvSpPr>
          <p:cNvPr id="2055" name="Google Shape;2055;p43"/>
          <p:cNvSpPr txBox="1"/>
          <p:nvPr/>
        </p:nvSpPr>
        <p:spPr>
          <a:xfrm>
            <a:off x="3850141" y="469712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[CLS]</a:t>
            </a:r>
            <a:endParaRPr sz="1200">
              <a:solidFill>
                <a:schemeClr val="dk2"/>
              </a:solidFill>
              <a:latin typeface="Roboto"/>
              <a:ea typeface="Roboto"/>
              <a:cs typeface="Roboto"/>
              <a:sym typeface="Roboto"/>
            </a:endParaRPr>
          </a:p>
        </p:txBody>
      </p:sp>
      <p:grpSp>
        <p:nvGrpSpPr>
          <p:cNvPr id="2056" name="Google Shape;2056;p43"/>
          <p:cNvGrpSpPr/>
          <p:nvPr/>
        </p:nvGrpSpPr>
        <p:grpSpPr>
          <a:xfrm>
            <a:off x="3949856" y="3255462"/>
            <a:ext cx="313273" cy="74585"/>
            <a:chOff x="3655625" y="914400"/>
            <a:chExt cx="2743200" cy="690600"/>
          </a:xfrm>
        </p:grpSpPr>
        <p:sp>
          <p:nvSpPr>
            <p:cNvPr id="2057" name="Google Shape;2057;p4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58" name="Google Shape;2058;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059" name="Google Shape;2059;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060" name="Google Shape;2060;p43"/>
          <p:cNvGrpSpPr/>
          <p:nvPr/>
        </p:nvGrpSpPr>
        <p:grpSpPr>
          <a:xfrm>
            <a:off x="3949856" y="3034011"/>
            <a:ext cx="313273" cy="74585"/>
            <a:chOff x="3655625" y="914400"/>
            <a:chExt cx="2743200" cy="690600"/>
          </a:xfrm>
        </p:grpSpPr>
        <p:sp>
          <p:nvSpPr>
            <p:cNvPr id="2061" name="Google Shape;2061;p4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62" name="Google Shape;2062;p4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063" name="Google Shape;2063;p4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064" name="Google Shape;2064;p43"/>
          <p:cNvCxnSpPr>
            <a:stCxn id="2057" idx="0"/>
            <a:endCxn id="2061" idx="2"/>
          </p:cNvCxnSpPr>
          <p:nvPr/>
        </p:nvCxnSpPr>
        <p:spPr>
          <a:xfrm rot="10800000">
            <a:off x="4106493" y="3108162"/>
            <a:ext cx="0" cy="147300"/>
          </a:xfrm>
          <a:prstGeom prst="straightConnector1">
            <a:avLst/>
          </a:prstGeom>
          <a:noFill/>
          <a:ln cap="flat" cmpd="sng" w="9525">
            <a:solidFill>
              <a:schemeClr val="dk2"/>
            </a:solidFill>
            <a:prstDash val="solid"/>
            <a:round/>
            <a:headEnd len="med" w="med" type="none"/>
            <a:tailEnd len="med" w="med" type="none"/>
          </a:ln>
        </p:spPr>
      </p:cxnSp>
      <p:sp>
        <p:nvSpPr>
          <p:cNvPr id="2065" name="Google Shape;2065;p43"/>
          <p:cNvSpPr/>
          <p:nvPr/>
        </p:nvSpPr>
        <p:spPr>
          <a:xfrm>
            <a:off x="3475750" y="1046688"/>
            <a:ext cx="1261500" cy="460200"/>
          </a:xfrm>
          <a:prstGeom prst="roundRect">
            <a:avLst>
              <a:gd fmla="val 16667" name="adj"/>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Task-specific</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Linear layer</a:t>
            </a:r>
            <a:endParaRPr sz="1200">
              <a:latin typeface="Roboto"/>
              <a:ea typeface="Roboto"/>
              <a:cs typeface="Roboto"/>
              <a:sym typeface="Roboto"/>
            </a:endParaRPr>
          </a:p>
        </p:txBody>
      </p:sp>
      <p:cxnSp>
        <p:nvCxnSpPr>
          <p:cNvPr id="2066" name="Google Shape;2066;p43"/>
          <p:cNvCxnSpPr>
            <a:stCxn id="2033" idx="0"/>
            <a:endCxn id="2065" idx="2"/>
          </p:cNvCxnSpPr>
          <p:nvPr/>
        </p:nvCxnSpPr>
        <p:spPr>
          <a:xfrm rot="10800000">
            <a:off x="4106481" y="1506952"/>
            <a:ext cx="0" cy="168300"/>
          </a:xfrm>
          <a:prstGeom prst="straightConnector1">
            <a:avLst/>
          </a:prstGeom>
          <a:noFill/>
          <a:ln cap="flat" cmpd="sng" w="9525">
            <a:solidFill>
              <a:schemeClr val="dk2"/>
            </a:solidFill>
            <a:prstDash val="solid"/>
            <a:round/>
            <a:headEnd len="med" w="med" type="none"/>
            <a:tailEnd len="med" w="med" type="none"/>
          </a:ln>
        </p:spPr>
      </p:cxnSp>
      <p:grpSp>
        <p:nvGrpSpPr>
          <p:cNvPr id="2067" name="Google Shape;2067;p43"/>
          <p:cNvGrpSpPr/>
          <p:nvPr/>
        </p:nvGrpSpPr>
        <p:grpSpPr>
          <a:xfrm>
            <a:off x="3513875" y="376775"/>
            <a:ext cx="1202100" cy="670963"/>
            <a:chOff x="2980475" y="529175"/>
            <a:chExt cx="1202100" cy="670963"/>
          </a:xfrm>
        </p:grpSpPr>
        <p:cxnSp>
          <p:nvCxnSpPr>
            <p:cNvPr id="2068" name="Google Shape;2068;p43"/>
            <p:cNvCxnSpPr/>
            <p:nvPr/>
          </p:nvCxnSpPr>
          <p:spPr>
            <a:xfrm>
              <a:off x="2990650" y="529175"/>
              <a:ext cx="0" cy="394200"/>
            </a:xfrm>
            <a:prstGeom prst="straightConnector1">
              <a:avLst/>
            </a:prstGeom>
            <a:noFill/>
            <a:ln cap="flat" cmpd="sng" w="9525">
              <a:solidFill>
                <a:schemeClr val="dk2"/>
              </a:solidFill>
              <a:prstDash val="solid"/>
              <a:round/>
              <a:headEnd len="med" w="med" type="none"/>
              <a:tailEnd len="med" w="med" type="none"/>
            </a:ln>
          </p:spPr>
        </p:cxnSp>
        <p:cxnSp>
          <p:nvCxnSpPr>
            <p:cNvPr id="2069" name="Google Shape;2069;p43"/>
            <p:cNvCxnSpPr/>
            <p:nvPr/>
          </p:nvCxnSpPr>
          <p:spPr>
            <a:xfrm rot="10800000">
              <a:off x="2990650" y="920075"/>
              <a:ext cx="1064100" cy="0"/>
            </a:xfrm>
            <a:prstGeom prst="straightConnector1">
              <a:avLst/>
            </a:prstGeom>
            <a:noFill/>
            <a:ln cap="flat" cmpd="sng" w="9525">
              <a:solidFill>
                <a:schemeClr val="dk2"/>
              </a:solidFill>
              <a:prstDash val="solid"/>
              <a:round/>
              <a:headEnd len="med" w="med" type="none"/>
              <a:tailEnd len="med" w="med" type="none"/>
            </a:ln>
          </p:spPr>
        </p:cxnSp>
        <p:sp>
          <p:nvSpPr>
            <p:cNvPr id="2070" name="Google Shape;2070;p43"/>
            <p:cNvSpPr/>
            <p:nvPr/>
          </p:nvSpPr>
          <p:spPr>
            <a:xfrm>
              <a:off x="3221950" y="586500"/>
              <a:ext cx="94800" cy="3369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71" name="Google Shape;2071;p43"/>
            <p:cNvSpPr/>
            <p:nvPr/>
          </p:nvSpPr>
          <p:spPr>
            <a:xfrm>
              <a:off x="3754300" y="848725"/>
              <a:ext cx="94800" cy="747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72" name="Google Shape;2072;p43"/>
            <p:cNvSpPr txBox="1"/>
            <p:nvPr/>
          </p:nvSpPr>
          <p:spPr>
            <a:xfrm>
              <a:off x="2980475" y="884838"/>
              <a:ext cx="6687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Positive</a:t>
              </a:r>
              <a:endParaRPr sz="900">
                <a:solidFill>
                  <a:schemeClr val="dk2"/>
                </a:solidFill>
                <a:latin typeface="Roboto"/>
                <a:ea typeface="Roboto"/>
                <a:cs typeface="Roboto"/>
                <a:sym typeface="Roboto"/>
              </a:endParaRPr>
            </a:p>
          </p:txBody>
        </p:sp>
        <p:sp>
          <p:nvSpPr>
            <p:cNvPr id="2073" name="Google Shape;2073;p43"/>
            <p:cNvSpPr txBox="1"/>
            <p:nvPr/>
          </p:nvSpPr>
          <p:spPr>
            <a:xfrm>
              <a:off x="3513875" y="884838"/>
              <a:ext cx="6687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Negative</a:t>
              </a:r>
              <a:endParaRPr sz="900">
                <a:solidFill>
                  <a:schemeClr val="dk2"/>
                </a:solidFill>
                <a:latin typeface="Roboto"/>
                <a:ea typeface="Roboto"/>
                <a:cs typeface="Roboto"/>
                <a:sym typeface="Roboto"/>
              </a:endParaRPr>
            </a:p>
          </p:txBody>
        </p:sp>
      </p:grpSp>
      <p:sp>
        <p:nvSpPr>
          <p:cNvPr id="2074" name="Google Shape;2074;p43"/>
          <p:cNvSpPr txBox="1"/>
          <p:nvPr/>
        </p:nvSpPr>
        <p:spPr>
          <a:xfrm>
            <a:off x="6743700" y="4415575"/>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Input is a sequence</a:t>
            </a:r>
            <a:endParaRPr i="1">
              <a:solidFill>
                <a:srgbClr val="A61C00"/>
              </a:solidFill>
              <a:latin typeface="Roboto"/>
              <a:ea typeface="Roboto"/>
              <a:cs typeface="Roboto"/>
              <a:sym typeface="Roboto"/>
            </a:endParaRPr>
          </a:p>
        </p:txBody>
      </p:sp>
      <p:cxnSp>
        <p:nvCxnSpPr>
          <p:cNvPr id="2075" name="Google Shape;2075;p43"/>
          <p:cNvCxnSpPr>
            <a:stCxn id="2074" idx="1"/>
            <a:endCxn id="1980" idx="3"/>
          </p:cNvCxnSpPr>
          <p:nvPr/>
        </p:nvCxnSpPr>
        <p:spPr>
          <a:xfrm flipH="1">
            <a:off x="5808900" y="4616875"/>
            <a:ext cx="934800" cy="237900"/>
          </a:xfrm>
          <a:prstGeom prst="straightConnector1">
            <a:avLst/>
          </a:prstGeom>
          <a:noFill/>
          <a:ln cap="flat" cmpd="sng" w="9525">
            <a:solidFill>
              <a:schemeClr val="dk2"/>
            </a:solidFill>
            <a:prstDash val="solid"/>
            <a:round/>
            <a:headEnd len="med" w="med" type="none"/>
            <a:tailEnd len="med" w="med" type="triangle"/>
          </a:ln>
        </p:spPr>
      </p:cxnSp>
      <p:sp>
        <p:nvSpPr>
          <p:cNvPr id="2076" name="Google Shape;2076;p43"/>
          <p:cNvSpPr txBox="1"/>
          <p:nvPr/>
        </p:nvSpPr>
        <p:spPr>
          <a:xfrm>
            <a:off x="1252850" y="4609825"/>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Prepend a special token</a:t>
            </a:r>
            <a:endParaRPr i="1">
              <a:solidFill>
                <a:srgbClr val="A61C00"/>
              </a:solidFill>
              <a:latin typeface="Roboto"/>
              <a:ea typeface="Roboto"/>
              <a:cs typeface="Roboto"/>
              <a:sym typeface="Roboto"/>
            </a:endParaRPr>
          </a:p>
        </p:txBody>
      </p:sp>
      <p:cxnSp>
        <p:nvCxnSpPr>
          <p:cNvPr id="2077" name="Google Shape;2077;p43"/>
          <p:cNvCxnSpPr>
            <a:stCxn id="2076" idx="3"/>
            <a:endCxn id="2055" idx="1"/>
          </p:cNvCxnSpPr>
          <p:nvPr/>
        </p:nvCxnSpPr>
        <p:spPr>
          <a:xfrm>
            <a:off x="3292850" y="4811125"/>
            <a:ext cx="557400" cy="43800"/>
          </a:xfrm>
          <a:prstGeom prst="straightConnector1">
            <a:avLst/>
          </a:prstGeom>
          <a:noFill/>
          <a:ln cap="flat" cmpd="sng" w="9525">
            <a:solidFill>
              <a:schemeClr val="dk2"/>
            </a:solidFill>
            <a:prstDash val="solid"/>
            <a:round/>
            <a:headEnd len="med" w="med" type="none"/>
            <a:tailEnd len="med" w="med" type="triangle"/>
          </a:ln>
        </p:spPr>
      </p:cxnSp>
      <p:sp>
        <p:nvSpPr>
          <p:cNvPr id="2078" name="Google Shape;2078;p43"/>
          <p:cNvSpPr txBox="1"/>
          <p:nvPr/>
        </p:nvSpPr>
        <p:spPr>
          <a:xfrm>
            <a:off x="6340475" y="1389800"/>
            <a:ext cx="2610000" cy="11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Output is a single vector that </a:t>
            </a:r>
            <a:r>
              <a:rPr i="1" lang="en" u="sng">
                <a:solidFill>
                  <a:srgbClr val="A61C00"/>
                </a:solidFill>
                <a:latin typeface="Roboto"/>
                <a:ea typeface="Roboto"/>
                <a:cs typeface="Roboto"/>
                <a:sym typeface="Roboto"/>
              </a:rPr>
              <a:t>encodes</a:t>
            </a:r>
            <a:r>
              <a:rPr i="1" lang="en">
                <a:solidFill>
                  <a:srgbClr val="A61C00"/>
                </a:solidFill>
                <a:latin typeface="Roboto"/>
                <a:ea typeface="Roboto"/>
                <a:cs typeface="Roboto"/>
                <a:sym typeface="Roboto"/>
              </a:rPr>
              <a:t> the input sequence</a:t>
            </a:r>
            <a:endParaRPr i="1">
              <a:solidFill>
                <a:srgbClr val="A61C00"/>
              </a:solidFill>
              <a:latin typeface="Roboto"/>
              <a:ea typeface="Roboto"/>
              <a:cs typeface="Roboto"/>
              <a:sym typeface="Roboto"/>
            </a:endParaRPr>
          </a:p>
          <a:p>
            <a:pPr indent="0" lvl="0" marL="0" rtl="0" algn="l">
              <a:spcBef>
                <a:spcPts val="0"/>
              </a:spcBef>
              <a:spcAft>
                <a:spcPts val="0"/>
              </a:spcAft>
              <a:buNone/>
            </a:pPr>
            <a:r>
              <a:t/>
            </a:r>
            <a:endParaRPr i="1">
              <a:solidFill>
                <a:srgbClr val="A61C00"/>
              </a:solidFill>
              <a:latin typeface="Roboto"/>
              <a:ea typeface="Roboto"/>
              <a:cs typeface="Roboto"/>
              <a:sym typeface="Roboto"/>
            </a:endParaRPr>
          </a:p>
          <a:p>
            <a:pPr indent="0" lvl="0" marL="0" rtl="0" algn="l">
              <a:spcBef>
                <a:spcPts val="0"/>
              </a:spcBef>
              <a:spcAft>
                <a:spcPts val="0"/>
              </a:spcAft>
              <a:buNone/>
            </a:pPr>
            <a:r>
              <a:t/>
            </a:r>
            <a:endParaRPr i="1">
              <a:solidFill>
                <a:srgbClr val="A61C00"/>
              </a:solidFill>
              <a:latin typeface="Roboto"/>
              <a:ea typeface="Roboto"/>
              <a:cs typeface="Roboto"/>
              <a:sym typeface="Roboto"/>
            </a:endParaRPr>
          </a:p>
        </p:txBody>
      </p:sp>
      <p:cxnSp>
        <p:nvCxnSpPr>
          <p:cNvPr id="2079" name="Google Shape;2079;p43"/>
          <p:cNvCxnSpPr>
            <a:stCxn id="2078" idx="1"/>
            <a:endCxn id="2033" idx="3"/>
          </p:cNvCxnSpPr>
          <p:nvPr/>
        </p:nvCxnSpPr>
        <p:spPr>
          <a:xfrm rot="10800000">
            <a:off x="4262975" y="1712150"/>
            <a:ext cx="2077500" cy="229500"/>
          </a:xfrm>
          <a:prstGeom prst="straightConnector1">
            <a:avLst/>
          </a:prstGeom>
          <a:noFill/>
          <a:ln cap="flat" cmpd="sng" w="9525">
            <a:solidFill>
              <a:schemeClr val="dk2"/>
            </a:solidFill>
            <a:prstDash val="solid"/>
            <a:round/>
            <a:headEnd len="med" w="med" type="none"/>
            <a:tailEnd len="med" w="med" type="triangle"/>
          </a:ln>
        </p:spPr>
      </p:cxnSp>
      <p:sp>
        <p:nvSpPr>
          <p:cNvPr id="2080" name="Google Shape;2080;p43"/>
          <p:cNvSpPr txBox="1"/>
          <p:nvPr/>
        </p:nvSpPr>
        <p:spPr>
          <a:xfrm>
            <a:off x="5602050" y="322975"/>
            <a:ext cx="3423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Task-specific layer is necessary to map output vector to classification label space</a:t>
            </a:r>
            <a:endParaRPr i="1">
              <a:solidFill>
                <a:srgbClr val="A61C00"/>
              </a:solidFill>
              <a:latin typeface="Roboto"/>
              <a:ea typeface="Roboto"/>
              <a:cs typeface="Roboto"/>
              <a:sym typeface="Roboto"/>
            </a:endParaRPr>
          </a:p>
        </p:txBody>
      </p:sp>
      <p:cxnSp>
        <p:nvCxnSpPr>
          <p:cNvPr id="2081" name="Google Shape;2081;p43"/>
          <p:cNvCxnSpPr>
            <a:stCxn id="2080" idx="1"/>
            <a:endCxn id="2065" idx="3"/>
          </p:cNvCxnSpPr>
          <p:nvPr/>
        </p:nvCxnSpPr>
        <p:spPr>
          <a:xfrm flipH="1">
            <a:off x="4737150" y="609325"/>
            <a:ext cx="864900" cy="667500"/>
          </a:xfrm>
          <a:prstGeom prst="straightConnector1">
            <a:avLst/>
          </a:prstGeom>
          <a:noFill/>
          <a:ln cap="flat" cmpd="sng" w="9525">
            <a:solidFill>
              <a:schemeClr val="dk2"/>
            </a:solidFill>
            <a:prstDash val="solid"/>
            <a:round/>
            <a:headEnd len="med" w="med" type="none"/>
            <a:tailEnd len="med" w="med" type="triangle"/>
          </a:ln>
        </p:spPr>
      </p:cxnSp>
      <p:sp>
        <p:nvSpPr>
          <p:cNvPr id="2082" name="Google Shape;2082;p43"/>
          <p:cNvSpPr txBox="1"/>
          <p:nvPr/>
        </p:nvSpPr>
        <p:spPr>
          <a:xfrm>
            <a:off x="3139100" y="2998663"/>
            <a:ext cx="86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MLP</a:t>
            </a:r>
            <a:endParaRPr sz="1200">
              <a:solidFill>
                <a:schemeClr val="dk1"/>
              </a:solidFill>
              <a:latin typeface="Roboto"/>
              <a:ea typeface="Roboto"/>
              <a:cs typeface="Roboto"/>
              <a:sym typeface="Roboto"/>
            </a:endParaRPr>
          </a:p>
        </p:txBody>
      </p:sp>
      <p:sp>
        <p:nvSpPr>
          <p:cNvPr id="2083" name="Google Shape;2083;p43"/>
          <p:cNvSpPr txBox="1"/>
          <p:nvPr/>
        </p:nvSpPr>
        <p:spPr>
          <a:xfrm>
            <a:off x="2812975" y="3804250"/>
            <a:ext cx="1099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Self-attention</a:t>
            </a:r>
            <a:endParaRPr sz="1200">
              <a:solidFill>
                <a:schemeClr val="dk1"/>
              </a:solidFill>
              <a:latin typeface="Roboto"/>
              <a:ea typeface="Roboto"/>
              <a:cs typeface="Roboto"/>
              <a:sym typeface="Roboto"/>
            </a:endParaRPr>
          </a:p>
        </p:txBody>
      </p:sp>
      <p:sp>
        <p:nvSpPr>
          <p:cNvPr id="2084" name="Google Shape;2084;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85" name="Google Shape;2085;p43"/>
          <p:cNvSpPr txBox="1"/>
          <p:nvPr/>
        </p:nvSpPr>
        <p:spPr>
          <a:xfrm>
            <a:off x="2274325" y="4645875"/>
            <a:ext cx="552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9" name="Shape 2089"/>
        <p:cNvGrpSpPr/>
        <p:nvPr/>
      </p:nvGrpSpPr>
      <p:grpSpPr>
        <a:xfrm>
          <a:off x="0" y="0"/>
          <a:ext cx="0" cy="0"/>
          <a:chOff x="0" y="0"/>
          <a:chExt cx="0" cy="0"/>
        </a:xfrm>
      </p:grpSpPr>
      <p:sp>
        <p:nvSpPr>
          <p:cNvPr id="2090" name="Google Shape;2090;p44"/>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Encoder-only</a:t>
            </a:r>
            <a:endParaRPr/>
          </a:p>
        </p:txBody>
      </p:sp>
      <p:sp>
        <p:nvSpPr>
          <p:cNvPr id="2091" name="Google Shape;2091;p44"/>
          <p:cNvSpPr/>
          <p:nvPr/>
        </p:nvSpPr>
        <p:spPr>
          <a:xfrm>
            <a:off x="3850150" y="2906025"/>
            <a:ext cx="1897800" cy="17910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200" u="sng">
                <a:latin typeface="Roboto"/>
                <a:ea typeface="Roboto"/>
                <a:cs typeface="Roboto"/>
                <a:sym typeface="Roboto"/>
              </a:rPr>
              <a:t>Layer 1</a:t>
            </a:r>
            <a:endParaRPr sz="1200" u="sng">
              <a:latin typeface="Roboto"/>
              <a:ea typeface="Roboto"/>
              <a:cs typeface="Roboto"/>
              <a:sym typeface="Roboto"/>
            </a:endParaRPr>
          </a:p>
        </p:txBody>
      </p:sp>
      <p:sp>
        <p:nvSpPr>
          <p:cNvPr id="2092" name="Google Shape;2092;p44"/>
          <p:cNvSpPr/>
          <p:nvPr/>
        </p:nvSpPr>
        <p:spPr>
          <a:xfrm>
            <a:off x="3892475" y="2946800"/>
            <a:ext cx="1791900" cy="485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2093" name="Google Shape;2093;p44"/>
          <p:cNvSpPr/>
          <p:nvPr/>
        </p:nvSpPr>
        <p:spPr>
          <a:xfrm>
            <a:off x="3912750" y="3501175"/>
            <a:ext cx="1791900" cy="8691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094" name="Google Shape;2094;p44"/>
          <p:cNvGrpSpPr/>
          <p:nvPr/>
        </p:nvGrpSpPr>
        <p:grpSpPr>
          <a:xfrm>
            <a:off x="4407056" y="4112382"/>
            <a:ext cx="313273" cy="74585"/>
            <a:chOff x="3655625" y="914400"/>
            <a:chExt cx="2743200" cy="690600"/>
          </a:xfrm>
        </p:grpSpPr>
        <p:sp>
          <p:nvSpPr>
            <p:cNvPr id="2095" name="Google Shape;2095;p4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96" name="Google Shape;2096;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097" name="Google Shape;2097;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098" name="Google Shape;2098;p44"/>
          <p:cNvSpPr txBox="1"/>
          <p:nvPr/>
        </p:nvSpPr>
        <p:spPr>
          <a:xfrm>
            <a:off x="4328275" y="469712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2099" name="Google Shape;2099;p44"/>
          <p:cNvGrpSpPr/>
          <p:nvPr/>
        </p:nvGrpSpPr>
        <p:grpSpPr>
          <a:xfrm>
            <a:off x="4864256" y="4112382"/>
            <a:ext cx="313273" cy="74585"/>
            <a:chOff x="3655625" y="914400"/>
            <a:chExt cx="2743200" cy="690600"/>
          </a:xfrm>
        </p:grpSpPr>
        <p:sp>
          <p:nvSpPr>
            <p:cNvPr id="2100" name="Google Shape;2100;p4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01" name="Google Shape;2101;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02" name="Google Shape;2102;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103" name="Google Shape;2103;p44"/>
          <p:cNvSpPr txBox="1"/>
          <p:nvPr/>
        </p:nvSpPr>
        <p:spPr>
          <a:xfrm>
            <a:off x="4861675" y="4697125"/>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2104" name="Google Shape;2104;p44"/>
          <p:cNvGrpSpPr/>
          <p:nvPr/>
        </p:nvGrpSpPr>
        <p:grpSpPr>
          <a:xfrm>
            <a:off x="5321456" y="4112382"/>
            <a:ext cx="313273" cy="74585"/>
            <a:chOff x="3655625" y="914400"/>
            <a:chExt cx="2743200" cy="690600"/>
          </a:xfrm>
        </p:grpSpPr>
        <p:sp>
          <p:nvSpPr>
            <p:cNvPr id="2105" name="Google Shape;2105;p4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06" name="Google Shape;2106;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07" name="Google Shape;2107;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108" name="Google Shape;2108;p44"/>
          <p:cNvSpPr txBox="1"/>
          <p:nvPr/>
        </p:nvSpPr>
        <p:spPr>
          <a:xfrm>
            <a:off x="5237275" y="469712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2109" name="Google Shape;2109;p44"/>
          <p:cNvGrpSpPr/>
          <p:nvPr/>
        </p:nvGrpSpPr>
        <p:grpSpPr>
          <a:xfrm>
            <a:off x="4407056" y="3655182"/>
            <a:ext cx="313273" cy="74585"/>
            <a:chOff x="3655625" y="914400"/>
            <a:chExt cx="2743200" cy="690600"/>
          </a:xfrm>
        </p:grpSpPr>
        <p:sp>
          <p:nvSpPr>
            <p:cNvPr id="2110" name="Google Shape;2110;p4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11" name="Google Shape;2111;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12" name="Google Shape;2112;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113" name="Google Shape;2113;p44"/>
          <p:cNvGrpSpPr/>
          <p:nvPr/>
        </p:nvGrpSpPr>
        <p:grpSpPr>
          <a:xfrm>
            <a:off x="4864256" y="3655182"/>
            <a:ext cx="313273" cy="74585"/>
            <a:chOff x="3655625" y="914400"/>
            <a:chExt cx="2743200" cy="690600"/>
          </a:xfrm>
        </p:grpSpPr>
        <p:sp>
          <p:nvSpPr>
            <p:cNvPr id="2114" name="Google Shape;2114;p4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15" name="Google Shape;2115;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16" name="Google Shape;2116;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117" name="Google Shape;2117;p44"/>
          <p:cNvGrpSpPr/>
          <p:nvPr/>
        </p:nvGrpSpPr>
        <p:grpSpPr>
          <a:xfrm>
            <a:off x="5321456" y="3655182"/>
            <a:ext cx="313273" cy="74585"/>
            <a:chOff x="3655625" y="914400"/>
            <a:chExt cx="2743200" cy="690600"/>
          </a:xfrm>
        </p:grpSpPr>
        <p:sp>
          <p:nvSpPr>
            <p:cNvPr id="2118" name="Google Shape;2118;p4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19" name="Google Shape;2119;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20" name="Google Shape;2120;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121" name="Google Shape;2121;p44"/>
          <p:cNvCxnSpPr>
            <a:stCxn id="2100" idx="0"/>
            <a:endCxn id="2110" idx="2"/>
          </p:cNvCxnSpPr>
          <p:nvPr/>
        </p:nvCxnSpPr>
        <p:spPr>
          <a:xfrm rot="10800000">
            <a:off x="45636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122" name="Google Shape;2122;p44"/>
          <p:cNvCxnSpPr>
            <a:stCxn id="2105" idx="0"/>
          </p:cNvCxnSpPr>
          <p:nvPr/>
        </p:nvCxnSpPr>
        <p:spPr>
          <a:xfrm rot="10800000">
            <a:off x="4563693" y="372928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123" name="Google Shape;2123;p44"/>
          <p:cNvCxnSpPr>
            <a:stCxn id="2095" idx="0"/>
          </p:cNvCxnSpPr>
          <p:nvPr/>
        </p:nvCxnSpPr>
        <p:spPr>
          <a:xfrm rot="10800000">
            <a:off x="45636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124" name="Google Shape;2124;p44"/>
          <p:cNvCxnSpPr>
            <a:stCxn id="2095" idx="0"/>
            <a:endCxn id="2114" idx="2"/>
          </p:cNvCxnSpPr>
          <p:nvPr/>
        </p:nvCxnSpPr>
        <p:spPr>
          <a:xfrm flipH="1" rot="10800000">
            <a:off x="45636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125" name="Google Shape;2125;p44"/>
          <p:cNvCxnSpPr>
            <a:stCxn id="2095" idx="0"/>
            <a:endCxn id="2118" idx="2"/>
          </p:cNvCxnSpPr>
          <p:nvPr/>
        </p:nvCxnSpPr>
        <p:spPr>
          <a:xfrm flipH="1" rot="10800000">
            <a:off x="4563693" y="372928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126" name="Google Shape;2126;p44"/>
          <p:cNvCxnSpPr>
            <a:stCxn id="2100" idx="0"/>
            <a:endCxn id="2114" idx="2"/>
          </p:cNvCxnSpPr>
          <p:nvPr/>
        </p:nvCxnSpPr>
        <p:spPr>
          <a:xfrm rot="10800000">
            <a:off x="50208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127" name="Google Shape;2127;p44"/>
          <p:cNvCxnSpPr>
            <a:stCxn id="2105" idx="0"/>
            <a:endCxn id="2118" idx="2"/>
          </p:cNvCxnSpPr>
          <p:nvPr/>
        </p:nvCxnSpPr>
        <p:spPr>
          <a:xfrm rot="10800000">
            <a:off x="54780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128" name="Google Shape;2128;p44"/>
          <p:cNvCxnSpPr>
            <a:stCxn id="2105" idx="0"/>
            <a:endCxn id="2114" idx="2"/>
          </p:cNvCxnSpPr>
          <p:nvPr/>
        </p:nvCxnSpPr>
        <p:spPr>
          <a:xfrm rot="10800000">
            <a:off x="50208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129" name="Google Shape;2129;p44"/>
          <p:cNvCxnSpPr>
            <a:stCxn id="2100" idx="0"/>
            <a:endCxn id="2118" idx="2"/>
          </p:cNvCxnSpPr>
          <p:nvPr/>
        </p:nvCxnSpPr>
        <p:spPr>
          <a:xfrm flipH="1" rot="10800000">
            <a:off x="5020893" y="372928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2130" name="Google Shape;2130;p44"/>
          <p:cNvGrpSpPr/>
          <p:nvPr/>
        </p:nvGrpSpPr>
        <p:grpSpPr>
          <a:xfrm>
            <a:off x="4407056" y="3255687"/>
            <a:ext cx="313273" cy="74585"/>
            <a:chOff x="3655625" y="914400"/>
            <a:chExt cx="2743200" cy="690600"/>
          </a:xfrm>
        </p:grpSpPr>
        <p:sp>
          <p:nvSpPr>
            <p:cNvPr id="2131" name="Google Shape;2131;p4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32" name="Google Shape;2132;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33" name="Google Shape;2133;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134" name="Google Shape;2134;p44"/>
          <p:cNvGrpSpPr/>
          <p:nvPr/>
        </p:nvGrpSpPr>
        <p:grpSpPr>
          <a:xfrm>
            <a:off x="4864256" y="3255687"/>
            <a:ext cx="313273" cy="74585"/>
            <a:chOff x="3655625" y="914400"/>
            <a:chExt cx="2743200" cy="690600"/>
          </a:xfrm>
        </p:grpSpPr>
        <p:sp>
          <p:nvSpPr>
            <p:cNvPr id="2135" name="Google Shape;2135;p4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36" name="Google Shape;2136;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37" name="Google Shape;2137;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138" name="Google Shape;2138;p44"/>
          <p:cNvGrpSpPr/>
          <p:nvPr/>
        </p:nvGrpSpPr>
        <p:grpSpPr>
          <a:xfrm>
            <a:off x="5321456" y="3255687"/>
            <a:ext cx="313273" cy="74585"/>
            <a:chOff x="3655625" y="914400"/>
            <a:chExt cx="2743200" cy="690600"/>
          </a:xfrm>
        </p:grpSpPr>
        <p:sp>
          <p:nvSpPr>
            <p:cNvPr id="2139" name="Google Shape;2139;p4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40" name="Google Shape;2140;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41" name="Google Shape;2141;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142" name="Google Shape;2142;p44"/>
          <p:cNvGrpSpPr/>
          <p:nvPr/>
        </p:nvGrpSpPr>
        <p:grpSpPr>
          <a:xfrm>
            <a:off x="4407056" y="3034236"/>
            <a:ext cx="313273" cy="74585"/>
            <a:chOff x="3655625" y="914400"/>
            <a:chExt cx="2743200" cy="690600"/>
          </a:xfrm>
        </p:grpSpPr>
        <p:sp>
          <p:nvSpPr>
            <p:cNvPr id="2143" name="Google Shape;2143;p4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44" name="Google Shape;2144;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45" name="Google Shape;2145;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146" name="Google Shape;2146;p44"/>
          <p:cNvGrpSpPr/>
          <p:nvPr/>
        </p:nvGrpSpPr>
        <p:grpSpPr>
          <a:xfrm>
            <a:off x="4864256" y="3034236"/>
            <a:ext cx="313273" cy="74585"/>
            <a:chOff x="3655625" y="914400"/>
            <a:chExt cx="2743200" cy="690600"/>
          </a:xfrm>
        </p:grpSpPr>
        <p:sp>
          <p:nvSpPr>
            <p:cNvPr id="2147" name="Google Shape;2147;p4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48" name="Google Shape;2148;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49" name="Google Shape;2149;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150" name="Google Shape;2150;p44"/>
          <p:cNvGrpSpPr/>
          <p:nvPr/>
        </p:nvGrpSpPr>
        <p:grpSpPr>
          <a:xfrm>
            <a:off x="5321456" y="3034236"/>
            <a:ext cx="313273" cy="74585"/>
            <a:chOff x="3655625" y="914400"/>
            <a:chExt cx="2743200" cy="690600"/>
          </a:xfrm>
        </p:grpSpPr>
        <p:sp>
          <p:nvSpPr>
            <p:cNvPr id="2151" name="Google Shape;2151;p4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52" name="Google Shape;2152;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53" name="Google Shape;2153;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154" name="Google Shape;2154;p44"/>
          <p:cNvCxnSpPr>
            <a:stCxn id="2131" idx="0"/>
            <a:endCxn id="2143" idx="2"/>
          </p:cNvCxnSpPr>
          <p:nvPr/>
        </p:nvCxnSpPr>
        <p:spPr>
          <a:xfrm rot="10800000">
            <a:off x="4563693" y="3108387"/>
            <a:ext cx="0" cy="147300"/>
          </a:xfrm>
          <a:prstGeom prst="straightConnector1">
            <a:avLst/>
          </a:prstGeom>
          <a:noFill/>
          <a:ln cap="flat" cmpd="sng" w="9525">
            <a:solidFill>
              <a:schemeClr val="dk2"/>
            </a:solidFill>
            <a:prstDash val="solid"/>
            <a:round/>
            <a:headEnd len="med" w="med" type="none"/>
            <a:tailEnd len="med" w="med" type="none"/>
          </a:ln>
        </p:spPr>
      </p:cxnSp>
      <p:cxnSp>
        <p:nvCxnSpPr>
          <p:cNvPr id="2155" name="Google Shape;2155;p44"/>
          <p:cNvCxnSpPr>
            <a:stCxn id="2139" idx="0"/>
            <a:endCxn id="2151" idx="2"/>
          </p:cNvCxnSpPr>
          <p:nvPr/>
        </p:nvCxnSpPr>
        <p:spPr>
          <a:xfrm rot="10800000">
            <a:off x="5478093" y="3108387"/>
            <a:ext cx="0" cy="147300"/>
          </a:xfrm>
          <a:prstGeom prst="straightConnector1">
            <a:avLst/>
          </a:prstGeom>
          <a:noFill/>
          <a:ln cap="flat" cmpd="sng" w="9525">
            <a:solidFill>
              <a:schemeClr val="dk2"/>
            </a:solidFill>
            <a:prstDash val="solid"/>
            <a:round/>
            <a:headEnd len="med" w="med" type="none"/>
            <a:tailEnd len="med" w="med" type="none"/>
          </a:ln>
        </p:spPr>
      </p:cxnSp>
      <p:cxnSp>
        <p:nvCxnSpPr>
          <p:cNvPr id="2156" name="Google Shape;2156;p44"/>
          <p:cNvCxnSpPr>
            <a:stCxn id="2135" idx="0"/>
            <a:endCxn id="2147" idx="2"/>
          </p:cNvCxnSpPr>
          <p:nvPr/>
        </p:nvCxnSpPr>
        <p:spPr>
          <a:xfrm rot="10800000">
            <a:off x="5020893" y="3108387"/>
            <a:ext cx="0" cy="147300"/>
          </a:xfrm>
          <a:prstGeom prst="straightConnector1">
            <a:avLst/>
          </a:prstGeom>
          <a:noFill/>
          <a:ln cap="flat" cmpd="sng" w="9525">
            <a:solidFill>
              <a:schemeClr val="dk2"/>
            </a:solidFill>
            <a:prstDash val="solid"/>
            <a:round/>
            <a:headEnd len="med" w="med" type="none"/>
            <a:tailEnd len="med" w="med" type="none"/>
          </a:ln>
        </p:spPr>
      </p:cxnSp>
      <p:sp>
        <p:nvSpPr>
          <p:cNvPr id="2157" name="Google Shape;2157;p44"/>
          <p:cNvSpPr/>
          <p:nvPr/>
        </p:nvSpPr>
        <p:spPr>
          <a:xfrm>
            <a:off x="3850150" y="1900550"/>
            <a:ext cx="1854600" cy="810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200" u="sng">
                <a:latin typeface="Roboto"/>
                <a:ea typeface="Roboto"/>
                <a:cs typeface="Roboto"/>
                <a:sym typeface="Roboto"/>
              </a:rPr>
              <a:t>Layer N</a:t>
            </a:r>
            <a:endParaRPr sz="1200" u="sng">
              <a:latin typeface="Roboto"/>
              <a:ea typeface="Roboto"/>
              <a:cs typeface="Roboto"/>
              <a:sym typeface="Roboto"/>
            </a:endParaRPr>
          </a:p>
        </p:txBody>
      </p:sp>
      <p:sp>
        <p:nvSpPr>
          <p:cNvPr id="2158" name="Google Shape;2158;p44"/>
          <p:cNvSpPr/>
          <p:nvPr/>
        </p:nvSpPr>
        <p:spPr>
          <a:xfrm>
            <a:off x="3912752" y="1950282"/>
            <a:ext cx="1689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2159" name="Google Shape;2159;p44"/>
          <p:cNvSpPr/>
          <p:nvPr/>
        </p:nvSpPr>
        <p:spPr>
          <a:xfrm>
            <a:off x="3912950" y="2208832"/>
            <a:ext cx="1689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2160" name="Google Shape;2160;p44"/>
          <p:cNvGrpSpPr/>
          <p:nvPr/>
        </p:nvGrpSpPr>
        <p:grpSpPr>
          <a:xfrm>
            <a:off x="3949844" y="1675252"/>
            <a:ext cx="313273" cy="74585"/>
            <a:chOff x="3655625" y="914400"/>
            <a:chExt cx="2743200" cy="690600"/>
          </a:xfrm>
        </p:grpSpPr>
        <p:sp>
          <p:nvSpPr>
            <p:cNvPr id="2161" name="Google Shape;2161;p4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62" name="Google Shape;2162;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63" name="Google Shape;2163;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164" name="Google Shape;2164;p44"/>
          <p:cNvGrpSpPr/>
          <p:nvPr/>
        </p:nvGrpSpPr>
        <p:grpSpPr>
          <a:xfrm rot="-5400000">
            <a:off x="4702509" y="2783515"/>
            <a:ext cx="109798" cy="26302"/>
            <a:chOff x="4885225" y="945750"/>
            <a:chExt cx="311926" cy="74700"/>
          </a:xfrm>
        </p:grpSpPr>
        <p:sp>
          <p:nvSpPr>
            <p:cNvPr id="2165" name="Google Shape;2165;p44"/>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66" name="Google Shape;2166;p44"/>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67" name="Google Shape;2167;p44"/>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2168" name="Google Shape;2168;p44"/>
          <p:cNvGrpSpPr/>
          <p:nvPr/>
        </p:nvGrpSpPr>
        <p:grpSpPr>
          <a:xfrm>
            <a:off x="3949856" y="4112382"/>
            <a:ext cx="313273" cy="74585"/>
            <a:chOff x="3655625" y="914400"/>
            <a:chExt cx="2743200" cy="690600"/>
          </a:xfrm>
        </p:grpSpPr>
        <p:sp>
          <p:nvSpPr>
            <p:cNvPr id="2169" name="Google Shape;2169;p4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70" name="Google Shape;2170;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71" name="Google Shape;2171;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172" name="Google Shape;2172;p44"/>
          <p:cNvCxnSpPr>
            <a:stCxn id="2169" idx="0"/>
            <a:endCxn id="2118" idx="2"/>
          </p:cNvCxnSpPr>
          <p:nvPr/>
        </p:nvCxnSpPr>
        <p:spPr>
          <a:xfrm flipH="1" rot="10800000">
            <a:off x="4106493" y="372928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173" name="Google Shape;2173;p44"/>
          <p:cNvCxnSpPr>
            <a:stCxn id="2169" idx="0"/>
            <a:endCxn id="2114" idx="2"/>
          </p:cNvCxnSpPr>
          <p:nvPr/>
        </p:nvCxnSpPr>
        <p:spPr>
          <a:xfrm flipH="1" rot="10800000">
            <a:off x="4106493" y="3729282"/>
            <a:ext cx="914400" cy="383100"/>
          </a:xfrm>
          <a:prstGeom prst="straightConnector1">
            <a:avLst/>
          </a:prstGeom>
          <a:noFill/>
          <a:ln cap="flat" cmpd="sng" w="9525">
            <a:solidFill>
              <a:schemeClr val="dk2"/>
            </a:solidFill>
            <a:prstDash val="solid"/>
            <a:round/>
            <a:headEnd len="med" w="med" type="none"/>
            <a:tailEnd len="med" w="med" type="none"/>
          </a:ln>
        </p:spPr>
      </p:cxnSp>
      <p:grpSp>
        <p:nvGrpSpPr>
          <p:cNvPr id="2174" name="Google Shape;2174;p44"/>
          <p:cNvGrpSpPr/>
          <p:nvPr/>
        </p:nvGrpSpPr>
        <p:grpSpPr>
          <a:xfrm>
            <a:off x="3949856" y="3655182"/>
            <a:ext cx="313273" cy="74585"/>
            <a:chOff x="3655625" y="914400"/>
            <a:chExt cx="2743200" cy="690600"/>
          </a:xfrm>
        </p:grpSpPr>
        <p:sp>
          <p:nvSpPr>
            <p:cNvPr id="2175" name="Google Shape;2175;p4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76" name="Google Shape;2176;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77" name="Google Shape;2177;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178" name="Google Shape;2178;p44"/>
          <p:cNvCxnSpPr>
            <a:stCxn id="2169" idx="0"/>
            <a:endCxn id="2110" idx="2"/>
          </p:cNvCxnSpPr>
          <p:nvPr/>
        </p:nvCxnSpPr>
        <p:spPr>
          <a:xfrm flipH="1" rot="10800000">
            <a:off x="41064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179" name="Google Shape;2179;p44"/>
          <p:cNvCxnSpPr>
            <a:stCxn id="2169" idx="0"/>
            <a:endCxn id="2175" idx="2"/>
          </p:cNvCxnSpPr>
          <p:nvPr/>
        </p:nvCxnSpPr>
        <p:spPr>
          <a:xfrm rot="10800000">
            <a:off x="4106493" y="372928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180" name="Google Shape;2180;p44"/>
          <p:cNvCxnSpPr>
            <a:stCxn id="2095" idx="0"/>
            <a:endCxn id="2175" idx="2"/>
          </p:cNvCxnSpPr>
          <p:nvPr/>
        </p:nvCxnSpPr>
        <p:spPr>
          <a:xfrm rot="10800000">
            <a:off x="4106493" y="372928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181" name="Google Shape;2181;p44"/>
          <p:cNvCxnSpPr>
            <a:stCxn id="2100" idx="0"/>
            <a:endCxn id="2175" idx="2"/>
          </p:cNvCxnSpPr>
          <p:nvPr/>
        </p:nvCxnSpPr>
        <p:spPr>
          <a:xfrm rot="10800000">
            <a:off x="4106493" y="372928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182" name="Google Shape;2182;p44"/>
          <p:cNvCxnSpPr>
            <a:stCxn id="2105" idx="0"/>
            <a:endCxn id="2175" idx="2"/>
          </p:cNvCxnSpPr>
          <p:nvPr/>
        </p:nvCxnSpPr>
        <p:spPr>
          <a:xfrm rot="10800000">
            <a:off x="4106493" y="3729282"/>
            <a:ext cx="1371600" cy="383100"/>
          </a:xfrm>
          <a:prstGeom prst="straightConnector1">
            <a:avLst/>
          </a:prstGeom>
          <a:noFill/>
          <a:ln cap="flat" cmpd="sng" w="9525">
            <a:solidFill>
              <a:schemeClr val="dk2"/>
            </a:solidFill>
            <a:prstDash val="solid"/>
            <a:round/>
            <a:headEnd len="med" w="med" type="none"/>
            <a:tailEnd len="med" w="med" type="none"/>
          </a:ln>
        </p:spPr>
      </p:cxnSp>
      <p:sp>
        <p:nvSpPr>
          <p:cNvPr id="2183" name="Google Shape;2183;p44"/>
          <p:cNvSpPr txBox="1"/>
          <p:nvPr/>
        </p:nvSpPr>
        <p:spPr>
          <a:xfrm>
            <a:off x="3850141" y="469712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[CLS]</a:t>
            </a:r>
            <a:endParaRPr sz="1200">
              <a:solidFill>
                <a:schemeClr val="dk2"/>
              </a:solidFill>
              <a:latin typeface="Roboto"/>
              <a:ea typeface="Roboto"/>
              <a:cs typeface="Roboto"/>
              <a:sym typeface="Roboto"/>
            </a:endParaRPr>
          </a:p>
        </p:txBody>
      </p:sp>
      <p:grpSp>
        <p:nvGrpSpPr>
          <p:cNvPr id="2184" name="Google Shape;2184;p44"/>
          <p:cNvGrpSpPr/>
          <p:nvPr/>
        </p:nvGrpSpPr>
        <p:grpSpPr>
          <a:xfrm>
            <a:off x="3949856" y="3255462"/>
            <a:ext cx="313273" cy="74585"/>
            <a:chOff x="3655625" y="914400"/>
            <a:chExt cx="2743200" cy="690600"/>
          </a:xfrm>
        </p:grpSpPr>
        <p:sp>
          <p:nvSpPr>
            <p:cNvPr id="2185" name="Google Shape;2185;p44"/>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86" name="Google Shape;2186;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87" name="Google Shape;2187;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188" name="Google Shape;2188;p44"/>
          <p:cNvGrpSpPr/>
          <p:nvPr/>
        </p:nvGrpSpPr>
        <p:grpSpPr>
          <a:xfrm>
            <a:off x="3949856" y="3034011"/>
            <a:ext cx="313273" cy="74585"/>
            <a:chOff x="3655625" y="914400"/>
            <a:chExt cx="2743200" cy="690600"/>
          </a:xfrm>
        </p:grpSpPr>
        <p:sp>
          <p:nvSpPr>
            <p:cNvPr id="2189" name="Google Shape;2189;p44"/>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90" name="Google Shape;2190;p44"/>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191" name="Google Shape;2191;p44"/>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192" name="Google Shape;2192;p44"/>
          <p:cNvCxnSpPr>
            <a:stCxn id="2185" idx="0"/>
            <a:endCxn id="2189" idx="2"/>
          </p:cNvCxnSpPr>
          <p:nvPr/>
        </p:nvCxnSpPr>
        <p:spPr>
          <a:xfrm rot="10800000">
            <a:off x="4106493" y="3108162"/>
            <a:ext cx="0" cy="147300"/>
          </a:xfrm>
          <a:prstGeom prst="straightConnector1">
            <a:avLst/>
          </a:prstGeom>
          <a:noFill/>
          <a:ln cap="flat" cmpd="sng" w="9525">
            <a:solidFill>
              <a:schemeClr val="dk2"/>
            </a:solidFill>
            <a:prstDash val="solid"/>
            <a:round/>
            <a:headEnd len="med" w="med" type="none"/>
            <a:tailEnd len="med" w="med" type="none"/>
          </a:ln>
        </p:spPr>
      </p:cxnSp>
      <p:sp>
        <p:nvSpPr>
          <p:cNvPr id="2193" name="Google Shape;2193;p44"/>
          <p:cNvSpPr/>
          <p:nvPr/>
        </p:nvSpPr>
        <p:spPr>
          <a:xfrm>
            <a:off x="3475750" y="1046688"/>
            <a:ext cx="1261500" cy="460200"/>
          </a:xfrm>
          <a:prstGeom prst="roundRect">
            <a:avLst>
              <a:gd fmla="val 16667" name="adj"/>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Task-specific</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Linear layer</a:t>
            </a:r>
            <a:endParaRPr sz="1200">
              <a:latin typeface="Roboto"/>
              <a:ea typeface="Roboto"/>
              <a:cs typeface="Roboto"/>
              <a:sym typeface="Roboto"/>
            </a:endParaRPr>
          </a:p>
        </p:txBody>
      </p:sp>
      <p:cxnSp>
        <p:nvCxnSpPr>
          <p:cNvPr id="2194" name="Google Shape;2194;p44"/>
          <p:cNvCxnSpPr>
            <a:stCxn id="2161" idx="0"/>
            <a:endCxn id="2193" idx="2"/>
          </p:cNvCxnSpPr>
          <p:nvPr/>
        </p:nvCxnSpPr>
        <p:spPr>
          <a:xfrm rot="10800000">
            <a:off x="4106481" y="1506952"/>
            <a:ext cx="0" cy="168300"/>
          </a:xfrm>
          <a:prstGeom prst="straightConnector1">
            <a:avLst/>
          </a:prstGeom>
          <a:noFill/>
          <a:ln cap="flat" cmpd="sng" w="9525">
            <a:solidFill>
              <a:schemeClr val="dk2"/>
            </a:solidFill>
            <a:prstDash val="solid"/>
            <a:round/>
            <a:headEnd len="med" w="med" type="none"/>
            <a:tailEnd len="med" w="med" type="none"/>
          </a:ln>
        </p:spPr>
      </p:cxnSp>
      <p:grpSp>
        <p:nvGrpSpPr>
          <p:cNvPr id="2195" name="Google Shape;2195;p44"/>
          <p:cNvGrpSpPr/>
          <p:nvPr/>
        </p:nvGrpSpPr>
        <p:grpSpPr>
          <a:xfrm>
            <a:off x="3513875" y="376775"/>
            <a:ext cx="1202100" cy="670963"/>
            <a:chOff x="2980475" y="529175"/>
            <a:chExt cx="1202100" cy="670963"/>
          </a:xfrm>
        </p:grpSpPr>
        <p:cxnSp>
          <p:nvCxnSpPr>
            <p:cNvPr id="2196" name="Google Shape;2196;p44"/>
            <p:cNvCxnSpPr/>
            <p:nvPr/>
          </p:nvCxnSpPr>
          <p:spPr>
            <a:xfrm>
              <a:off x="2990650" y="529175"/>
              <a:ext cx="0" cy="394200"/>
            </a:xfrm>
            <a:prstGeom prst="straightConnector1">
              <a:avLst/>
            </a:prstGeom>
            <a:noFill/>
            <a:ln cap="flat" cmpd="sng" w="9525">
              <a:solidFill>
                <a:schemeClr val="dk2"/>
              </a:solidFill>
              <a:prstDash val="solid"/>
              <a:round/>
              <a:headEnd len="med" w="med" type="none"/>
              <a:tailEnd len="med" w="med" type="none"/>
            </a:ln>
          </p:spPr>
        </p:cxnSp>
        <p:cxnSp>
          <p:nvCxnSpPr>
            <p:cNvPr id="2197" name="Google Shape;2197;p44"/>
            <p:cNvCxnSpPr/>
            <p:nvPr/>
          </p:nvCxnSpPr>
          <p:spPr>
            <a:xfrm rot="10800000">
              <a:off x="2990650" y="920075"/>
              <a:ext cx="1064100" cy="0"/>
            </a:xfrm>
            <a:prstGeom prst="straightConnector1">
              <a:avLst/>
            </a:prstGeom>
            <a:noFill/>
            <a:ln cap="flat" cmpd="sng" w="9525">
              <a:solidFill>
                <a:schemeClr val="dk2"/>
              </a:solidFill>
              <a:prstDash val="solid"/>
              <a:round/>
              <a:headEnd len="med" w="med" type="none"/>
              <a:tailEnd len="med" w="med" type="none"/>
            </a:ln>
          </p:spPr>
        </p:cxnSp>
        <p:sp>
          <p:nvSpPr>
            <p:cNvPr id="2198" name="Google Shape;2198;p44"/>
            <p:cNvSpPr/>
            <p:nvPr/>
          </p:nvSpPr>
          <p:spPr>
            <a:xfrm>
              <a:off x="3221950" y="586500"/>
              <a:ext cx="94800" cy="3369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99" name="Google Shape;2199;p44"/>
            <p:cNvSpPr/>
            <p:nvPr/>
          </p:nvSpPr>
          <p:spPr>
            <a:xfrm>
              <a:off x="3754300" y="848725"/>
              <a:ext cx="94800" cy="747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00" name="Google Shape;2200;p44"/>
            <p:cNvSpPr txBox="1"/>
            <p:nvPr/>
          </p:nvSpPr>
          <p:spPr>
            <a:xfrm>
              <a:off x="2980475" y="884838"/>
              <a:ext cx="6687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Positive</a:t>
              </a:r>
              <a:endParaRPr sz="900">
                <a:solidFill>
                  <a:schemeClr val="dk2"/>
                </a:solidFill>
                <a:latin typeface="Roboto"/>
                <a:ea typeface="Roboto"/>
                <a:cs typeface="Roboto"/>
                <a:sym typeface="Roboto"/>
              </a:endParaRPr>
            </a:p>
          </p:txBody>
        </p:sp>
        <p:sp>
          <p:nvSpPr>
            <p:cNvPr id="2201" name="Google Shape;2201;p44"/>
            <p:cNvSpPr txBox="1"/>
            <p:nvPr/>
          </p:nvSpPr>
          <p:spPr>
            <a:xfrm>
              <a:off x="3513875" y="884838"/>
              <a:ext cx="6687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Negative</a:t>
              </a:r>
              <a:endParaRPr sz="900">
                <a:solidFill>
                  <a:schemeClr val="dk2"/>
                </a:solidFill>
                <a:latin typeface="Roboto"/>
                <a:ea typeface="Roboto"/>
                <a:cs typeface="Roboto"/>
                <a:sym typeface="Roboto"/>
              </a:endParaRPr>
            </a:p>
          </p:txBody>
        </p:sp>
      </p:grpSp>
      <p:sp>
        <p:nvSpPr>
          <p:cNvPr id="2202" name="Google Shape;2202;p44"/>
          <p:cNvSpPr txBox="1"/>
          <p:nvPr/>
        </p:nvSpPr>
        <p:spPr>
          <a:xfrm>
            <a:off x="6743700" y="4415575"/>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Input is a sequence</a:t>
            </a:r>
            <a:endParaRPr i="1">
              <a:solidFill>
                <a:srgbClr val="A61C00"/>
              </a:solidFill>
              <a:latin typeface="Roboto"/>
              <a:ea typeface="Roboto"/>
              <a:cs typeface="Roboto"/>
              <a:sym typeface="Roboto"/>
            </a:endParaRPr>
          </a:p>
        </p:txBody>
      </p:sp>
      <p:cxnSp>
        <p:nvCxnSpPr>
          <p:cNvPr id="2203" name="Google Shape;2203;p44"/>
          <p:cNvCxnSpPr>
            <a:stCxn id="2202" idx="1"/>
            <a:endCxn id="2108" idx="3"/>
          </p:cNvCxnSpPr>
          <p:nvPr/>
        </p:nvCxnSpPr>
        <p:spPr>
          <a:xfrm flipH="1">
            <a:off x="5808900" y="4616875"/>
            <a:ext cx="934800" cy="237900"/>
          </a:xfrm>
          <a:prstGeom prst="straightConnector1">
            <a:avLst/>
          </a:prstGeom>
          <a:noFill/>
          <a:ln cap="flat" cmpd="sng" w="9525">
            <a:solidFill>
              <a:schemeClr val="dk2"/>
            </a:solidFill>
            <a:prstDash val="solid"/>
            <a:round/>
            <a:headEnd len="med" w="med" type="none"/>
            <a:tailEnd len="med" w="med" type="triangle"/>
          </a:ln>
        </p:spPr>
      </p:cxnSp>
      <p:sp>
        <p:nvSpPr>
          <p:cNvPr id="2204" name="Google Shape;2204;p44"/>
          <p:cNvSpPr txBox="1"/>
          <p:nvPr/>
        </p:nvSpPr>
        <p:spPr>
          <a:xfrm>
            <a:off x="1252850" y="4609825"/>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Prepend a special token</a:t>
            </a:r>
            <a:endParaRPr i="1">
              <a:solidFill>
                <a:srgbClr val="A61C00"/>
              </a:solidFill>
              <a:latin typeface="Roboto"/>
              <a:ea typeface="Roboto"/>
              <a:cs typeface="Roboto"/>
              <a:sym typeface="Roboto"/>
            </a:endParaRPr>
          </a:p>
        </p:txBody>
      </p:sp>
      <p:cxnSp>
        <p:nvCxnSpPr>
          <p:cNvPr id="2205" name="Google Shape;2205;p44"/>
          <p:cNvCxnSpPr>
            <a:stCxn id="2204" idx="3"/>
            <a:endCxn id="2183" idx="1"/>
          </p:cNvCxnSpPr>
          <p:nvPr/>
        </p:nvCxnSpPr>
        <p:spPr>
          <a:xfrm>
            <a:off x="3292850" y="4811125"/>
            <a:ext cx="557400" cy="43800"/>
          </a:xfrm>
          <a:prstGeom prst="straightConnector1">
            <a:avLst/>
          </a:prstGeom>
          <a:noFill/>
          <a:ln cap="flat" cmpd="sng" w="9525">
            <a:solidFill>
              <a:schemeClr val="dk2"/>
            </a:solidFill>
            <a:prstDash val="solid"/>
            <a:round/>
            <a:headEnd len="med" w="med" type="none"/>
            <a:tailEnd len="med" w="med" type="triangle"/>
          </a:ln>
        </p:spPr>
      </p:cxnSp>
      <p:sp>
        <p:nvSpPr>
          <p:cNvPr id="2206" name="Google Shape;2206;p44"/>
          <p:cNvSpPr txBox="1"/>
          <p:nvPr/>
        </p:nvSpPr>
        <p:spPr>
          <a:xfrm>
            <a:off x="6340475" y="1389800"/>
            <a:ext cx="2610000" cy="11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Output is a single vector that </a:t>
            </a:r>
            <a:r>
              <a:rPr i="1" lang="en" u="sng">
                <a:solidFill>
                  <a:srgbClr val="A61C00"/>
                </a:solidFill>
                <a:latin typeface="Roboto"/>
                <a:ea typeface="Roboto"/>
                <a:cs typeface="Roboto"/>
                <a:sym typeface="Roboto"/>
              </a:rPr>
              <a:t>encodes</a:t>
            </a:r>
            <a:r>
              <a:rPr i="1" lang="en">
                <a:solidFill>
                  <a:srgbClr val="A61C00"/>
                </a:solidFill>
                <a:latin typeface="Roboto"/>
                <a:ea typeface="Roboto"/>
                <a:cs typeface="Roboto"/>
                <a:sym typeface="Roboto"/>
              </a:rPr>
              <a:t> the input sequence</a:t>
            </a:r>
            <a:endParaRPr i="1">
              <a:solidFill>
                <a:srgbClr val="A61C00"/>
              </a:solidFill>
              <a:latin typeface="Roboto"/>
              <a:ea typeface="Roboto"/>
              <a:cs typeface="Roboto"/>
              <a:sym typeface="Roboto"/>
            </a:endParaRPr>
          </a:p>
          <a:p>
            <a:pPr indent="0" lvl="0" marL="0" rtl="0" algn="l">
              <a:spcBef>
                <a:spcPts val="0"/>
              </a:spcBef>
              <a:spcAft>
                <a:spcPts val="0"/>
              </a:spcAft>
              <a:buNone/>
            </a:pPr>
            <a:r>
              <a:t/>
            </a:r>
            <a:endParaRPr i="1">
              <a:solidFill>
                <a:srgbClr val="A61C00"/>
              </a:solidFill>
              <a:latin typeface="Roboto"/>
              <a:ea typeface="Roboto"/>
              <a:cs typeface="Roboto"/>
              <a:sym typeface="Roboto"/>
            </a:endParaRPr>
          </a:p>
          <a:p>
            <a:pPr indent="0" lvl="0" marL="0" rtl="0" algn="l">
              <a:spcBef>
                <a:spcPts val="0"/>
              </a:spcBef>
              <a:spcAft>
                <a:spcPts val="0"/>
              </a:spcAft>
              <a:buNone/>
            </a:pPr>
            <a:r>
              <a:t/>
            </a:r>
            <a:endParaRPr i="1">
              <a:solidFill>
                <a:srgbClr val="A61C00"/>
              </a:solidFill>
              <a:latin typeface="Roboto"/>
              <a:ea typeface="Roboto"/>
              <a:cs typeface="Roboto"/>
              <a:sym typeface="Roboto"/>
            </a:endParaRPr>
          </a:p>
        </p:txBody>
      </p:sp>
      <p:cxnSp>
        <p:nvCxnSpPr>
          <p:cNvPr id="2207" name="Google Shape;2207;p44"/>
          <p:cNvCxnSpPr>
            <a:stCxn id="2206" idx="1"/>
            <a:endCxn id="2161" idx="3"/>
          </p:cNvCxnSpPr>
          <p:nvPr/>
        </p:nvCxnSpPr>
        <p:spPr>
          <a:xfrm rot="10800000">
            <a:off x="4262975" y="1712150"/>
            <a:ext cx="2077500" cy="229500"/>
          </a:xfrm>
          <a:prstGeom prst="straightConnector1">
            <a:avLst/>
          </a:prstGeom>
          <a:noFill/>
          <a:ln cap="flat" cmpd="sng" w="9525">
            <a:solidFill>
              <a:schemeClr val="dk2"/>
            </a:solidFill>
            <a:prstDash val="solid"/>
            <a:round/>
            <a:headEnd len="med" w="med" type="none"/>
            <a:tailEnd len="med" w="med" type="triangle"/>
          </a:ln>
        </p:spPr>
      </p:cxnSp>
      <p:sp>
        <p:nvSpPr>
          <p:cNvPr id="2208" name="Google Shape;2208;p44"/>
          <p:cNvSpPr txBox="1"/>
          <p:nvPr/>
        </p:nvSpPr>
        <p:spPr>
          <a:xfrm>
            <a:off x="5602050" y="322975"/>
            <a:ext cx="3423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Task-specific layer is necessary to map output vector to classification label space</a:t>
            </a:r>
            <a:endParaRPr i="1">
              <a:solidFill>
                <a:srgbClr val="A61C00"/>
              </a:solidFill>
              <a:latin typeface="Roboto"/>
              <a:ea typeface="Roboto"/>
              <a:cs typeface="Roboto"/>
              <a:sym typeface="Roboto"/>
            </a:endParaRPr>
          </a:p>
        </p:txBody>
      </p:sp>
      <p:cxnSp>
        <p:nvCxnSpPr>
          <p:cNvPr id="2209" name="Google Shape;2209;p44"/>
          <p:cNvCxnSpPr>
            <a:stCxn id="2208" idx="1"/>
            <a:endCxn id="2193" idx="3"/>
          </p:cNvCxnSpPr>
          <p:nvPr/>
        </p:nvCxnSpPr>
        <p:spPr>
          <a:xfrm flipH="1">
            <a:off x="4737150" y="609325"/>
            <a:ext cx="864900" cy="667500"/>
          </a:xfrm>
          <a:prstGeom prst="straightConnector1">
            <a:avLst/>
          </a:prstGeom>
          <a:noFill/>
          <a:ln cap="flat" cmpd="sng" w="9525">
            <a:solidFill>
              <a:schemeClr val="dk2"/>
            </a:solidFill>
            <a:prstDash val="solid"/>
            <a:round/>
            <a:headEnd len="med" w="med" type="none"/>
            <a:tailEnd len="med" w="med" type="triangle"/>
          </a:ln>
        </p:spPr>
      </p:cxnSp>
      <p:sp>
        <p:nvSpPr>
          <p:cNvPr id="2210" name="Google Shape;2210;p44"/>
          <p:cNvSpPr txBox="1"/>
          <p:nvPr/>
        </p:nvSpPr>
        <p:spPr>
          <a:xfrm>
            <a:off x="3139100" y="2998663"/>
            <a:ext cx="86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MLP</a:t>
            </a:r>
            <a:endParaRPr sz="1200">
              <a:solidFill>
                <a:schemeClr val="dk1"/>
              </a:solidFill>
              <a:latin typeface="Roboto"/>
              <a:ea typeface="Roboto"/>
              <a:cs typeface="Roboto"/>
              <a:sym typeface="Roboto"/>
            </a:endParaRPr>
          </a:p>
        </p:txBody>
      </p:sp>
      <p:sp>
        <p:nvSpPr>
          <p:cNvPr id="2211" name="Google Shape;2211;p44"/>
          <p:cNvSpPr txBox="1"/>
          <p:nvPr/>
        </p:nvSpPr>
        <p:spPr>
          <a:xfrm>
            <a:off x="2812975" y="3804250"/>
            <a:ext cx="1099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Self-attention</a:t>
            </a:r>
            <a:endParaRPr sz="1200">
              <a:solidFill>
                <a:schemeClr val="dk1"/>
              </a:solidFill>
              <a:latin typeface="Roboto"/>
              <a:ea typeface="Roboto"/>
              <a:cs typeface="Roboto"/>
              <a:sym typeface="Roboto"/>
            </a:endParaRPr>
          </a:p>
        </p:txBody>
      </p:sp>
      <p:sp>
        <p:nvSpPr>
          <p:cNvPr id="2212" name="Google Shape;221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13" name="Google Shape;2213;p44"/>
          <p:cNvSpPr txBox="1"/>
          <p:nvPr/>
        </p:nvSpPr>
        <p:spPr>
          <a:xfrm>
            <a:off x="2274325" y="4645875"/>
            <a:ext cx="552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2214" name="Google Shape;2214;p44"/>
          <p:cNvSpPr txBox="1"/>
          <p:nvPr/>
        </p:nvSpPr>
        <p:spPr>
          <a:xfrm>
            <a:off x="250125" y="1964150"/>
            <a:ext cx="3423900" cy="9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700">
                <a:solidFill>
                  <a:srgbClr val="A61C00"/>
                </a:solidFill>
                <a:latin typeface="Roboto"/>
                <a:ea typeface="Roboto"/>
                <a:cs typeface="Roboto"/>
                <a:sym typeface="Roboto"/>
              </a:rPr>
              <a:t>Can’t generate a sequence!!</a:t>
            </a:r>
            <a:endParaRPr b="1" i="1" sz="1700">
              <a:solidFill>
                <a:srgbClr val="A61C00"/>
              </a:solidFill>
              <a:latin typeface="Roboto"/>
              <a:ea typeface="Roboto"/>
              <a:cs typeface="Roboto"/>
              <a:sym typeface="Roboto"/>
            </a:endParaRPr>
          </a:p>
          <a:p>
            <a:pPr indent="0" lvl="0" marL="0" rtl="0" algn="l">
              <a:spcBef>
                <a:spcPts val="0"/>
              </a:spcBef>
              <a:spcAft>
                <a:spcPts val="0"/>
              </a:spcAft>
              <a:buNone/>
            </a:pPr>
            <a:r>
              <a:t/>
            </a:r>
            <a:endParaRPr b="1" i="1" sz="1700">
              <a:solidFill>
                <a:srgbClr val="A61C00"/>
              </a:solidFill>
              <a:latin typeface="Roboto"/>
              <a:ea typeface="Roboto"/>
              <a:cs typeface="Roboto"/>
              <a:sym typeface="Roboto"/>
            </a:endParaRPr>
          </a:p>
          <a:p>
            <a:pPr indent="0" lvl="0" marL="0" rtl="0" algn="l">
              <a:spcBef>
                <a:spcPts val="0"/>
              </a:spcBef>
              <a:spcAft>
                <a:spcPts val="0"/>
              </a:spcAft>
              <a:buNone/>
            </a:pPr>
            <a:r>
              <a:rPr b="1" i="1" lang="en" sz="1700">
                <a:solidFill>
                  <a:srgbClr val="A61C00"/>
                </a:solidFill>
                <a:latin typeface="Roboto"/>
                <a:ea typeface="Roboto"/>
                <a:cs typeface="Roboto"/>
                <a:sym typeface="Roboto"/>
              </a:rPr>
              <a:t>Deal breaker for general use case</a:t>
            </a:r>
            <a:endParaRPr b="1" i="1" sz="1700">
              <a:solidFill>
                <a:srgbClr val="A61C00"/>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8" name="Shape 2218"/>
        <p:cNvGrpSpPr/>
        <p:nvPr/>
      </p:nvGrpSpPr>
      <p:grpSpPr>
        <a:xfrm>
          <a:off x="0" y="0"/>
          <a:ext cx="0" cy="0"/>
          <a:chOff x="0" y="0"/>
          <a:chExt cx="0" cy="0"/>
        </a:xfrm>
      </p:grpSpPr>
      <p:sp>
        <p:nvSpPr>
          <p:cNvPr id="2219" name="Google Shape;2219;p45"/>
          <p:cNvSpPr/>
          <p:nvPr/>
        </p:nvSpPr>
        <p:spPr>
          <a:xfrm>
            <a:off x="3194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2220" name="Google Shape;2220;p45"/>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Decoder-only</a:t>
            </a:r>
            <a:endParaRPr/>
          </a:p>
        </p:txBody>
      </p:sp>
      <p:sp>
        <p:nvSpPr>
          <p:cNvPr id="2221" name="Google Shape;2221;p45"/>
          <p:cNvSpPr txBox="1"/>
          <p:nvPr/>
        </p:nvSpPr>
        <p:spPr>
          <a:xfrm>
            <a:off x="3794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That</a:t>
            </a:r>
            <a:endParaRPr sz="1200">
              <a:solidFill>
                <a:srgbClr val="3D85C6"/>
              </a:solidFill>
              <a:latin typeface="Roboto"/>
              <a:ea typeface="Roboto"/>
              <a:cs typeface="Roboto"/>
              <a:sym typeface="Roboto"/>
            </a:endParaRPr>
          </a:p>
        </p:txBody>
      </p:sp>
      <p:sp>
        <p:nvSpPr>
          <p:cNvPr id="2222" name="Google Shape;2222;p45"/>
          <p:cNvSpPr txBox="1"/>
          <p:nvPr/>
        </p:nvSpPr>
        <p:spPr>
          <a:xfrm>
            <a:off x="4338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is</a:t>
            </a:r>
            <a:endParaRPr sz="1200">
              <a:solidFill>
                <a:srgbClr val="3D85C6"/>
              </a:solidFill>
              <a:latin typeface="Roboto"/>
              <a:ea typeface="Roboto"/>
              <a:cs typeface="Roboto"/>
              <a:sym typeface="Roboto"/>
            </a:endParaRPr>
          </a:p>
        </p:txBody>
      </p:sp>
      <p:sp>
        <p:nvSpPr>
          <p:cNvPr id="2223" name="Google Shape;2223;p45"/>
          <p:cNvSpPr txBox="1"/>
          <p:nvPr/>
        </p:nvSpPr>
        <p:spPr>
          <a:xfrm>
            <a:off x="4682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good</a:t>
            </a:r>
            <a:endParaRPr sz="1200">
              <a:solidFill>
                <a:srgbClr val="3D85C6"/>
              </a:solidFill>
              <a:latin typeface="Roboto"/>
              <a:ea typeface="Roboto"/>
              <a:cs typeface="Roboto"/>
              <a:sym typeface="Roboto"/>
            </a:endParaRPr>
          </a:p>
        </p:txBody>
      </p:sp>
      <p:sp>
        <p:nvSpPr>
          <p:cNvPr id="2224" name="Google Shape;2224;p45"/>
          <p:cNvSpPr/>
          <p:nvPr/>
        </p:nvSpPr>
        <p:spPr>
          <a:xfrm>
            <a:off x="3321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2225" name="Google Shape;2225;p45"/>
          <p:cNvSpPr/>
          <p:nvPr/>
        </p:nvSpPr>
        <p:spPr>
          <a:xfrm>
            <a:off x="3370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226" name="Google Shape;2226;p45"/>
          <p:cNvGrpSpPr/>
          <p:nvPr/>
        </p:nvGrpSpPr>
        <p:grpSpPr>
          <a:xfrm>
            <a:off x="4788056" y="3444952"/>
            <a:ext cx="313273" cy="74585"/>
            <a:chOff x="3655625" y="914400"/>
            <a:chExt cx="2743200" cy="690600"/>
          </a:xfrm>
        </p:grpSpPr>
        <p:sp>
          <p:nvSpPr>
            <p:cNvPr id="2227" name="Google Shape;2227;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28" name="Google Shape;2228;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29" name="Google Shape;2229;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230" name="Google Shape;2230;p45"/>
          <p:cNvSpPr txBox="1"/>
          <p:nvPr/>
        </p:nvSpPr>
        <p:spPr>
          <a:xfrm>
            <a:off x="5177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2231" name="Google Shape;2231;p45"/>
          <p:cNvGrpSpPr/>
          <p:nvPr/>
        </p:nvGrpSpPr>
        <p:grpSpPr>
          <a:xfrm>
            <a:off x="5245256" y="3444952"/>
            <a:ext cx="313273" cy="74585"/>
            <a:chOff x="3655625" y="914400"/>
            <a:chExt cx="2743200" cy="690600"/>
          </a:xfrm>
        </p:grpSpPr>
        <p:sp>
          <p:nvSpPr>
            <p:cNvPr id="2232" name="Google Shape;2232;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33" name="Google Shape;2233;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34" name="Google Shape;2234;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235" name="Google Shape;2235;p45"/>
          <p:cNvSpPr txBox="1"/>
          <p:nvPr/>
        </p:nvSpPr>
        <p:spPr>
          <a:xfrm>
            <a:off x="5681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2236" name="Google Shape;2236;p45"/>
          <p:cNvGrpSpPr/>
          <p:nvPr/>
        </p:nvGrpSpPr>
        <p:grpSpPr>
          <a:xfrm>
            <a:off x="5702456" y="3444952"/>
            <a:ext cx="313273" cy="74585"/>
            <a:chOff x="3655625" y="914400"/>
            <a:chExt cx="2743200" cy="690600"/>
          </a:xfrm>
        </p:grpSpPr>
        <p:sp>
          <p:nvSpPr>
            <p:cNvPr id="2237" name="Google Shape;2237;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38" name="Google Shape;2238;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39" name="Google Shape;2239;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240" name="Google Shape;2240;p45"/>
          <p:cNvSpPr txBox="1"/>
          <p:nvPr/>
        </p:nvSpPr>
        <p:spPr>
          <a:xfrm>
            <a:off x="6107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2241" name="Google Shape;2241;p45"/>
          <p:cNvGrpSpPr/>
          <p:nvPr/>
        </p:nvGrpSpPr>
        <p:grpSpPr>
          <a:xfrm>
            <a:off x="4788056" y="2987752"/>
            <a:ext cx="313273" cy="74585"/>
            <a:chOff x="3655625" y="914400"/>
            <a:chExt cx="2743200" cy="690600"/>
          </a:xfrm>
        </p:grpSpPr>
        <p:sp>
          <p:nvSpPr>
            <p:cNvPr id="2242" name="Google Shape;2242;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43" name="Google Shape;2243;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44" name="Google Shape;2244;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245" name="Google Shape;2245;p45"/>
          <p:cNvGrpSpPr/>
          <p:nvPr/>
        </p:nvGrpSpPr>
        <p:grpSpPr>
          <a:xfrm>
            <a:off x="5245256" y="2987752"/>
            <a:ext cx="313273" cy="74585"/>
            <a:chOff x="3655625" y="914400"/>
            <a:chExt cx="2743200" cy="690600"/>
          </a:xfrm>
        </p:grpSpPr>
        <p:sp>
          <p:nvSpPr>
            <p:cNvPr id="2246" name="Google Shape;2246;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47" name="Google Shape;2247;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48" name="Google Shape;2248;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249" name="Google Shape;2249;p45"/>
          <p:cNvGrpSpPr/>
          <p:nvPr/>
        </p:nvGrpSpPr>
        <p:grpSpPr>
          <a:xfrm>
            <a:off x="5702456" y="2987752"/>
            <a:ext cx="313273" cy="74585"/>
            <a:chOff x="3655625" y="914400"/>
            <a:chExt cx="2743200" cy="690600"/>
          </a:xfrm>
        </p:grpSpPr>
        <p:sp>
          <p:nvSpPr>
            <p:cNvPr id="2250" name="Google Shape;2250;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51" name="Google Shape;2251;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52" name="Google Shape;2252;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253" name="Google Shape;2253;p45"/>
          <p:cNvCxnSpPr>
            <a:stCxn id="2227" idx="0"/>
          </p:cNvCxnSpPr>
          <p:nvPr/>
        </p:nvCxnSpPr>
        <p:spPr>
          <a:xfrm rot="10800000">
            <a:off x="4944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254" name="Google Shape;2254;p45"/>
          <p:cNvCxnSpPr>
            <a:stCxn id="2227" idx="0"/>
            <a:endCxn id="2246" idx="2"/>
          </p:cNvCxnSpPr>
          <p:nvPr/>
        </p:nvCxnSpPr>
        <p:spPr>
          <a:xfrm flipH="1" rot="10800000">
            <a:off x="4944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255" name="Google Shape;2255;p45"/>
          <p:cNvCxnSpPr>
            <a:stCxn id="2227" idx="0"/>
            <a:endCxn id="2250" idx="2"/>
          </p:cNvCxnSpPr>
          <p:nvPr/>
        </p:nvCxnSpPr>
        <p:spPr>
          <a:xfrm flipH="1" rot="10800000">
            <a:off x="4944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256" name="Google Shape;2256;p45"/>
          <p:cNvCxnSpPr>
            <a:stCxn id="2232" idx="0"/>
            <a:endCxn id="2246" idx="2"/>
          </p:cNvCxnSpPr>
          <p:nvPr/>
        </p:nvCxnSpPr>
        <p:spPr>
          <a:xfrm rot="10800000">
            <a:off x="5401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257" name="Google Shape;2257;p45"/>
          <p:cNvCxnSpPr>
            <a:stCxn id="2237" idx="0"/>
            <a:endCxn id="2250"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258" name="Google Shape;2258;p45"/>
          <p:cNvCxnSpPr>
            <a:stCxn id="2232" idx="0"/>
            <a:endCxn id="2250" idx="2"/>
          </p:cNvCxnSpPr>
          <p:nvPr/>
        </p:nvCxnSpPr>
        <p:spPr>
          <a:xfrm flipH="1" rot="10800000">
            <a:off x="5401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2259" name="Google Shape;2259;p45"/>
          <p:cNvGrpSpPr/>
          <p:nvPr/>
        </p:nvGrpSpPr>
        <p:grpSpPr>
          <a:xfrm rot="-5400000">
            <a:off x="4893088" y="2142702"/>
            <a:ext cx="109798" cy="26302"/>
            <a:chOff x="4885225" y="945750"/>
            <a:chExt cx="311926" cy="74700"/>
          </a:xfrm>
        </p:grpSpPr>
        <p:sp>
          <p:nvSpPr>
            <p:cNvPr id="2260" name="Google Shape;2260;p45"/>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61" name="Google Shape;2261;p45"/>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62" name="Google Shape;2262;p45"/>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263" name="Google Shape;2263;p45"/>
          <p:cNvSpPr/>
          <p:nvPr/>
        </p:nvSpPr>
        <p:spPr>
          <a:xfrm>
            <a:off x="3321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2264" name="Google Shape;2264;p45"/>
          <p:cNvSpPr/>
          <p:nvPr/>
        </p:nvSpPr>
        <p:spPr>
          <a:xfrm>
            <a:off x="3369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2265" name="Google Shape;2265;p45"/>
          <p:cNvSpPr/>
          <p:nvPr/>
        </p:nvSpPr>
        <p:spPr>
          <a:xfrm>
            <a:off x="3370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2266" name="Google Shape;2266;p45"/>
          <p:cNvSpPr/>
          <p:nvPr/>
        </p:nvSpPr>
        <p:spPr>
          <a:xfrm>
            <a:off x="3370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2267" name="Google Shape;2267;p45"/>
          <p:cNvGrpSpPr/>
          <p:nvPr/>
        </p:nvGrpSpPr>
        <p:grpSpPr>
          <a:xfrm>
            <a:off x="4791356" y="2758466"/>
            <a:ext cx="313273" cy="74585"/>
            <a:chOff x="3655625" y="914400"/>
            <a:chExt cx="2743200" cy="690600"/>
          </a:xfrm>
        </p:grpSpPr>
        <p:sp>
          <p:nvSpPr>
            <p:cNvPr id="2268" name="Google Shape;2268;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69" name="Google Shape;2269;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70" name="Google Shape;2270;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271" name="Google Shape;2271;p45"/>
          <p:cNvGrpSpPr/>
          <p:nvPr/>
        </p:nvGrpSpPr>
        <p:grpSpPr>
          <a:xfrm>
            <a:off x="5248556" y="2758466"/>
            <a:ext cx="313273" cy="74585"/>
            <a:chOff x="3655625" y="914400"/>
            <a:chExt cx="2743200" cy="690600"/>
          </a:xfrm>
        </p:grpSpPr>
        <p:sp>
          <p:nvSpPr>
            <p:cNvPr id="2272" name="Google Shape;2272;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73" name="Google Shape;2273;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74" name="Google Shape;2274;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275" name="Google Shape;2275;p45"/>
          <p:cNvGrpSpPr/>
          <p:nvPr/>
        </p:nvGrpSpPr>
        <p:grpSpPr>
          <a:xfrm>
            <a:off x="5705756" y="2758466"/>
            <a:ext cx="313273" cy="74585"/>
            <a:chOff x="3655625" y="914400"/>
            <a:chExt cx="2743200" cy="690600"/>
          </a:xfrm>
        </p:grpSpPr>
        <p:sp>
          <p:nvSpPr>
            <p:cNvPr id="2276" name="Google Shape;2276;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77" name="Google Shape;2277;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78" name="Google Shape;2278;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279" name="Google Shape;2279;p45"/>
          <p:cNvGrpSpPr/>
          <p:nvPr/>
        </p:nvGrpSpPr>
        <p:grpSpPr>
          <a:xfrm>
            <a:off x="4791356" y="2537014"/>
            <a:ext cx="313273" cy="74585"/>
            <a:chOff x="3655625" y="914400"/>
            <a:chExt cx="2743200" cy="690600"/>
          </a:xfrm>
        </p:grpSpPr>
        <p:sp>
          <p:nvSpPr>
            <p:cNvPr id="2280" name="Google Shape;2280;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81" name="Google Shape;2281;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82" name="Google Shape;2282;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283" name="Google Shape;2283;p45"/>
          <p:cNvGrpSpPr/>
          <p:nvPr/>
        </p:nvGrpSpPr>
        <p:grpSpPr>
          <a:xfrm>
            <a:off x="5248556" y="2537014"/>
            <a:ext cx="313273" cy="74585"/>
            <a:chOff x="3655625" y="914400"/>
            <a:chExt cx="2743200" cy="690600"/>
          </a:xfrm>
        </p:grpSpPr>
        <p:sp>
          <p:nvSpPr>
            <p:cNvPr id="2284" name="Google Shape;2284;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85" name="Google Shape;2285;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86" name="Google Shape;2286;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287" name="Google Shape;2287;p45"/>
          <p:cNvGrpSpPr/>
          <p:nvPr/>
        </p:nvGrpSpPr>
        <p:grpSpPr>
          <a:xfrm>
            <a:off x="5705756" y="2537014"/>
            <a:ext cx="313273" cy="74585"/>
            <a:chOff x="3655625" y="914400"/>
            <a:chExt cx="2743200" cy="690600"/>
          </a:xfrm>
        </p:grpSpPr>
        <p:sp>
          <p:nvSpPr>
            <p:cNvPr id="2288" name="Google Shape;2288;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89" name="Google Shape;2289;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90" name="Google Shape;2290;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291" name="Google Shape;2291;p45"/>
          <p:cNvCxnSpPr>
            <a:stCxn id="2268" idx="0"/>
            <a:endCxn id="2280" idx="2"/>
          </p:cNvCxnSpPr>
          <p:nvPr/>
        </p:nvCxnSpPr>
        <p:spPr>
          <a:xfrm rot="10800000">
            <a:off x="4947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2292" name="Google Shape;2292;p45"/>
          <p:cNvCxnSpPr>
            <a:stCxn id="2276" idx="0"/>
            <a:endCxn id="2288"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2293" name="Google Shape;2293;p45"/>
          <p:cNvCxnSpPr>
            <a:stCxn id="2272" idx="0"/>
            <a:endCxn id="2284" idx="2"/>
          </p:cNvCxnSpPr>
          <p:nvPr/>
        </p:nvCxnSpPr>
        <p:spPr>
          <a:xfrm rot="10800000">
            <a:off x="5405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2294" name="Google Shape;2294;p45"/>
          <p:cNvGrpSpPr/>
          <p:nvPr/>
        </p:nvGrpSpPr>
        <p:grpSpPr>
          <a:xfrm>
            <a:off x="6159656" y="3444952"/>
            <a:ext cx="313273" cy="74585"/>
            <a:chOff x="3655625" y="914400"/>
            <a:chExt cx="2743200" cy="690600"/>
          </a:xfrm>
        </p:grpSpPr>
        <p:sp>
          <p:nvSpPr>
            <p:cNvPr id="2295" name="Google Shape;2295;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96" name="Google Shape;2296;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297" name="Google Shape;2297;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298" name="Google Shape;2298;p45"/>
          <p:cNvGrpSpPr/>
          <p:nvPr/>
        </p:nvGrpSpPr>
        <p:grpSpPr>
          <a:xfrm>
            <a:off x="6159656" y="2987752"/>
            <a:ext cx="313273" cy="74585"/>
            <a:chOff x="3655625" y="914400"/>
            <a:chExt cx="2743200" cy="690600"/>
          </a:xfrm>
        </p:grpSpPr>
        <p:sp>
          <p:nvSpPr>
            <p:cNvPr id="2299" name="Google Shape;2299;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00" name="Google Shape;2300;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01" name="Google Shape;2301;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302" name="Google Shape;2302;p45"/>
          <p:cNvCxnSpPr>
            <a:stCxn id="2227" idx="0"/>
            <a:endCxn id="2299" idx="2"/>
          </p:cNvCxnSpPr>
          <p:nvPr/>
        </p:nvCxnSpPr>
        <p:spPr>
          <a:xfrm flipH="1" rot="10800000">
            <a:off x="4944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303" name="Google Shape;2303;p45"/>
          <p:cNvCxnSpPr>
            <a:stCxn id="2232" idx="0"/>
            <a:endCxn id="2299" idx="2"/>
          </p:cNvCxnSpPr>
          <p:nvPr/>
        </p:nvCxnSpPr>
        <p:spPr>
          <a:xfrm flipH="1" rot="10800000">
            <a:off x="5401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304" name="Google Shape;2304;p45"/>
          <p:cNvCxnSpPr>
            <a:stCxn id="2237" idx="0"/>
            <a:endCxn id="2299"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305" name="Google Shape;2305;p45"/>
          <p:cNvCxnSpPr>
            <a:stCxn id="2295" idx="0"/>
            <a:endCxn id="2299"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2306" name="Google Shape;2306;p45"/>
          <p:cNvGrpSpPr/>
          <p:nvPr/>
        </p:nvGrpSpPr>
        <p:grpSpPr>
          <a:xfrm>
            <a:off x="6162956" y="2761349"/>
            <a:ext cx="313273" cy="74585"/>
            <a:chOff x="3655625" y="914400"/>
            <a:chExt cx="2743200" cy="690600"/>
          </a:xfrm>
        </p:grpSpPr>
        <p:sp>
          <p:nvSpPr>
            <p:cNvPr id="2307" name="Google Shape;2307;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08" name="Google Shape;2308;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09" name="Google Shape;2309;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310" name="Google Shape;2310;p45"/>
          <p:cNvGrpSpPr/>
          <p:nvPr/>
        </p:nvGrpSpPr>
        <p:grpSpPr>
          <a:xfrm>
            <a:off x="6162956" y="2533450"/>
            <a:ext cx="313273" cy="74585"/>
            <a:chOff x="3655625" y="914400"/>
            <a:chExt cx="2743200" cy="690600"/>
          </a:xfrm>
        </p:grpSpPr>
        <p:sp>
          <p:nvSpPr>
            <p:cNvPr id="2311" name="Google Shape;2311;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12" name="Google Shape;2312;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13" name="Google Shape;2313;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314" name="Google Shape;2314;p45"/>
          <p:cNvCxnSpPr>
            <a:stCxn id="2307" idx="0"/>
            <a:endCxn id="2311" idx="2"/>
          </p:cNvCxnSpPr>
          <p:nvPr/>
        </p:nvCxnSpPr>
        <p:spPr>
          <a:xfrm rot="10800000">
            <a:off x="6319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2315" name="Google Shape;2315;p45"/>
          <p:cNvGrpSpPr/>
          <p:nvPr/>
        </p:nvGrpSpPr>
        <p:grpSpPr>
          <a:xfrm>
            <a:off x="4330856" y="3444952"/>
            <a:ext cx="313273" cy="74585"/>
            <a:chOff x="3655625" y="914400"/>
            <a:chExt cx="2743200" cy="690600"/>
          </a:xfrm>
        </p:grpSpPr>
        <p:sp>
          <p:nvSpPr>
            <p:cNvPr id="2316" name="Google Shape;2316;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17" name="Google Shape;2317;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18" name="Google Shape;2318;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319" name="Google Shape;2319;p45"/>
          <p:cNvGrpSpPr/>
          <p:nvPr/>
        </p:nvGrpSpPr>
        <p:grpSpPr>
          <a:xfrm>
            <a:off x="4330856" y="2987752"/>
            <a:ext cx="313273" cy="74585"/>
            <a:chOff x="3655625" y="914400"/>
            <a:chExt cx="2743200" cy="690600"/>
          </a:xfrm>
        </p:grpSpPr>
        <p:sp>
          <p:nvSpPr>
            <p:cNvPr id="2320" name="Google Shape;2320;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21" name="Google Shape;2321;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22" name="Google Shape;2322;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323" name="Google Shape;2323;p45"/>
          <p:cNvGrpSpPr/>
          <p:nvPr/>
        </p:nvGrpSpPr>
        <p:grpSpPr>
          <a:xfrm>
            <a:off x="3873656" y="3444952"/>
            <a:ext cx="313273" cy="74585"/>
            <a:chOff x="3655625" y="914400"/>
            <a:chExt cx="2743200" cy="690600"/>
          </a:xfrm>
        </p:grpSpPr>
        <p:sp>
          <p:nvSpPr>
            <p:cNvPr id="2324" name="Google Shape;2324;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25" name="Google Shape;2325;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26" name="Google Shape;2326;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327" name="Google Shape;2327;p45"/>
          <p:cNvGrpSpPr/>
          <p:nvPr/>
        </p:nvGrpSpPr>
        <p:grpSpPr>
          <a:xfrm>
            <a:off x="3873656" y="2987752"/>
            <a:ext cx="313273" cy="74585"/>
            <a:chOff x="3655625" y="914400"/>
            <a:chExt cx="2743200" cy="690600"/>
          </a:xfrm>
        </p:grpSpPr>
        <p:sp>
          <p:nvSpPr>
            <p:cNvPr id="2328" name="Google Shape;2328;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29" name="Google Shape;2329;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30" name="Google Shape;2330;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331" name="Google Shape;2331;p45"/>
          <p:cNvGrpSpPr/>
          <p:nvPr/>
        </p:nvGrpSpPr>
        <p:grpSpPr>
          <a:xfrm>
            <a:off x="3416456" y="3444952"/>
            <a:ext cx="313273" cy="74585"/>
            <a:chOff x="3655625" y="914400"/>
            <a:chExt cx="2743200" cy="690600"/>
          </a:xfrm>
        </p:grpSpPr>
        <p:sp>
          <p:nvSpPr>
            <p:cNvPr id="2332" name="Google Shape;2332;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33" name="Google Shape;2333;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34" name="Google Shape;2334;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335" name="Google Shape;2335;p45"/>
          <p:cNvGrpSpPr/>
          <p:nvPr/>
        </p:nvGrpSpPr>
        <p:grpSpPr>
          <a:xfrm>
            <a:off x="3416456" y="2987752"/>
            <a:ext cx="313273" cy="74585"/>
            <a:chOff x="3655625" y="914400"/>
            <a:chExt cx="2743200" cy="690600"/>
          </a:xfrm>
        </p:grpSpPr>
        <p:sp>
          <p:nvSpPr>
            <p:cNvPr id="2336" name="Google Shape;2336;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37" name="Google Shape;2337;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38" name="Google Shape;2338;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339" name="Google Shape;2339;p45"/>
          <p:cNvSpPr txBox="1"/>
          <p:nvPr/>
        </p:nvSpPr>
        <p:spPr>
          <a:xfrm>
            <a:off x="3321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2340" name="Google Shape;2340;p45"/>
          <p:cNvCxnSpPr>
            <a:stCxn id="2316" idx="0"/>
            <a:endCxn id="2320" idx="2"/>
          </p:cNvCxnSpPr>
          <p:nvPr/>
        </p:nvCxnSpPr>
        <p:spPr>
          <a:xfrm rot="10800000">
            <a:off x="4487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341" name="Google Shape;2341;p45"/>
          <p:cNvCxnSpPr>
            <a:stCxn id="2324" idx="0"/>
            <a:endCxn id="2328" idx="2"/>
          </p:cNvCxnSpPr>
          <p:nvPr/>
        </p:nvCxnSpPr>
        <p:spPr>
          <a:xfrm rot="10800000">
            <a:off x="4030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342" name="Google Shape;2342;p45"/>
          <p:cNvCxnSpPr>
            <a:stCxn id="2332" idx="0"/>
            <a:endCxn id="2336" idx="2"/>
          </p:cNvCxnSpPr>
          <p:nvPr/>
        </p:nvCxnSpPr>
        <p:spPr>
          <a:xfrm rot="10800000">
            <a:off x="3573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343" name="Google Shape;2343;p45"/>
          <p:cNvCxnSpPr>
            <a:stCxn id="2332" idx="0"/>
            <a:endCxn id="2328" idx="2"/>
          </p:cNvCxnSpPr>
          <p:nvPr/>
        </p:nvCxnSpPr>
        <p:spPr>
          <a:xfrm flipH="1" rot="10800000">
            <a:off x="3573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344" name="Google Shape;2344;p45"/>
          <p:cNvCxnSpPr>
            <a:stCxn id="2332" idx="0"/>
            <a:endCxn id="2320" idx="2"/>
          </p:cNvCxnSpPr>
          <p:nvPr/>
        </p:nvCxnSpPr>
        <p:spPr>
          <a:xfrm flipH="1" rot="10800000">
            <a:off x="3573093" y="3061852"/>
            <a:ext cx="914400" cy="383100"/>
          </a:xfrm>
          <a:prstGeom prst="straightConnector1">
            <a:avLst/>
          </a:prstGeom>
          <a:noFill/>
          <a:ln cap="flat" cmpd="sng" w="9525">
            <a:solidFill>
              <a:schemeClr val="dk2"/>
            </a:solidFill>
            <a:prstDash val="solid"/>
            <a:round/>
            <a:headEnd len="med" w="med" type="none"/>
            <a:tailEnd len="med" w="med" type="none"/>
          </a:ln>
        </p:spPr>
      </p:cxnSp>
      <p:grpSp>
        <p:nvGrpSpPr>
          <p:cNvPr id="2345" name="Google Shape;2345;p45"/>
          <p:cNvGrpSpPr/>
          <p:nvPr/>
        </p:nvGrpSpPr>
        <p:grpSpPr>
          <a:xfrm>
            <a:off x="4791356" y="807303"/>
            <a:ext cx="313273" cy="74585"/>
            <a:chOff x="3655625" y="914400"/>
            <a:chExt cx="2743200" cy="690600"/>
          </a:xfrm>
        </p:grpSpPr>
        <p:sp>
          <p:nvSpPr>
            <p:cNvPr id="2346" name="Google Shape;2346;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47" name="Google Shape;2347;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48" name="Google Shape;2348;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349" name="Google Shape;2349;p45"/>
          <p:cNvGrpSpPr/>
          <p:nvPr/>
        </p:nvGrpSpPr>
        <p:grpSpPr>
          <a:xfrm>
            <a:off x="5248556" y="807303"/>
            <a:ext cx="313273" cy="74585"/>
            <a:chOff x="3655625" y="914400"/>
            <a:chExt cx="2743200" cy="690600"/>
          </a:xfrm>
        </p:grpSpPr>
        <p:sp>
          <p:nvSpPr>
            <p:cNvPr id="2350" name="Google Shape;2350;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51" name="Google Shape;2351;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52" name="Google Shape;2352;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353" name="Google Shape;2353;p45"/>
          <p:cNvGrpSpPr/>
          <p:nvPr/>
        </p:nvGrpSpPr>
        <p:grpSpPr>
          <a:xfrm>
            <a:off x="5705756" y="807303"/>
            <a:ext cx="313273" cy="74585"/>
            <a:chOff x="3655625" y="914400"/>
            <a:chExt cx="2743200" cy="690600"/>
          </a:xfrm>
        </p:grpSpPr>
        <p:sp>
          <p:nvSpPr>
            <p:cNvPr id="2354" name="Google Shape;2354;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55" name="Google Shape;2355;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56" name="Google Shape;2356;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357" name="Google Shape;2357;p45"/>
          <p:cNvSpPr txBox="1"/>
          <p:nvPr/>
        </p:nvSpPr>
        <p:spPr>
          <a:xfrm>
            <a:off x="4709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2358" name="Google Shape;2358;p45"/>
          <p:cNvSpPr txBox="1"/>
          <p:nvPr/>
        </p:nvSpPr>
        <p:spPr>
          <a:xfrm>
            <a:off x="5235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2359" name="Google Shape;2359;p45"/>
          <p:cNvSpPr txBox="1"/>
          <p:nvPr/>
        </p:nvSpPr>
        <p:spPr>
          <a:xfrm>
            <a:off x="5650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cxnSp>
        <p:nvCxnSpPr>
          <p:cNvPr id="2360" name="Google Shape;2360;p45"/>
          <p:cNvCxnSpPr>
            <a:stCxn id="2332" idx="0"/>
            <a:endCxn id="2242" idx="2"/>
          </p:cNvCxnSpPr>
          <p:nvPr/>
        </p:nvCxnSpPr>
        <p:spPr>
          <a:xfrm flipH="1" rot="10800000">
            <a:off x="3573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361" name="Google Shape;2361;p45"/>
          <p:cNvCxnSpPr>
            <a:stCxn id="2332" idx="0"/>
            <a:endCxn id="2246" idx="2"/>
          </p:cNvCxnSpPr>
          <p:nvPr/>
        </p:nvCxnSpPr>
        <p:spPr>
          <a:xfrm flipH="1" rot="10800000">
            <a:off x="3573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2362" name="Google Shape;2362;p45"/>
          <p:cNvCxnSpPr>
            <a:stCxn id="2332" idx="0"/>
            <a:endCxn id="2250" idx="2"/>
          </p:cNvCxnSpPr>
          <p:nvPr/>
        </p:nvCxnSpPr>
        <p:spPr>
          <a:xfrm flipH="1" rot="10800000">
            <a:off x="3573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2363" name="Google Shape;2363;p45"/>
          <p:cNvCxnSpPr>
            <a:stCxn id="2332" idx="0"/>
            <a:endCxn id="2299" idx="2"/>
          </p:cNvCxnSpPr>
          <p:nvPr/>
        </p:nvCxnSpPr>
        <p:spPr>
          <a:xfrm flipH="1" rot="10800000">
            <a:off x="3573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2364" name="Google Shape;2364;p45"/>
          <p:cNvCxnSpPr>
            <a:stCxn id="2324" idx="0"/>
            <a:endCxn id="2320" idx="2"/>
          </p:cNvCxnSpPr>
          <p:nvPr/>
        </p:nvCxnSpPr>
        <p:spPr>
          <a:xfrm flipH="1" rot="10800000">
            <a:off x="4030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365" name="Google Shape;2365;p45"/>
          <p:cNvCxnSpPr>
            <a:stCxn id="2324" idx="0"/>
            <a:endCxn id="2242" idx="2"/>
          </p:cNvCxnSpPr>
          <p:nvPr/>
        </p:nvCxnSpPr>
        <p:spPr>
          <a:xfrm flipH="1" rot="10800000">
            <a:off x="4030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366" name="Google Shape;2366;p45"/>
          <p:cNvCxnSpPr>
            <a:stCxn id="2324" idx="0"/>
            <a:endCxn id="2246" idx="2"/>
          </p:cNvCxnSpPr>
          <p:nvPr/>
        </p:nvCxnSpPr>
        <p:spPr>
          <a:xfrm flipH="1" rot="10800000">
            <a:off x="4030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367" name="Google Shape;2367;p45"/>
          <p:cNvCxnSpPr>
            <a:stCxn id="2324" idx="0"/>
            <a:endCxn id="2250" idx="2"/>
          </p:cNvCxnSpPr>
          <p:nvPr/>
        </p:nvCxnSpPr>
        <p:spPr>
          <a:xfrm flipH="1" rot="10800000">
            <a:off x="4030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2368" name="Google Shape;2368;p45"/>
          <p:cNvCxnSpPr>
            <a:stCxn id="2324" idx="0"/>
            <a:endCxn id="2299" idx="2"/>
          </p:cNvCxnSpPr>
          <p:nvPr/>
        </p:nvCxnSpPr>
        <p:spPr>
          <a:xfrm flipH="1" rot="10800000">
            <a:off x="4030293" y="3061852"/>
            <a:ext cx="2286000" cy="383100"/>
          </a:xfrm>
          <a:prstGeom prst="straightConnector1">
            <a:avLst/>
          </a:prstGeom>
          <a:noFill/>
          <a:ln cap="flat" cmpd="sng" w="9525">
            <a:solidFill>
              <a:schemeClr val="dk2"/>
            </a:solidFill>
            <a:prstDash val="solid"/>
            <a:round/>
            <a:headEnd len="med" w="med" type="none"/>
            <a:tailEnd len="med" w="med" type="none"/>
          </a:ln>
        </p:spPr>
      </p:cxnSp>
      <p:grpSp>
        <p:nvGrpSpPr>
          <p:cNvPr id="2369" name="Google Shape;2369;p45"/>
          <p:cNvGrpSpPr/>
          <p:nvPr/>
        </p:nvGrpSpPr>
        <p:grpSpPr>
          <a:xfrm>
            <a:off x="6159519" y="807303"/>
            <a:ext cx="313273" cy="74585"/>
            <a:chOff x="3655625" y="914400"/>
            <a:chExt cx="2743200" cy="690600"/>
          </a:xfrm>
        </p:grpSpPr>
        <p:sp>
          <p:nvSpPr>
            <p:cNvPr id="2370" name="Google Shape;2370;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71" name="Google Shape;2371;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72" name="Google Shape;2372;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373" name="Google Shape;2373;p45"/>
          <p:cNvSpPr txBox="1"/>
          <p:nvPr/>
        </p:nvSpPr>
        <p:spPr>
          <a:xfrm>
            <a:off x="6041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cxnSp>
        <p:nvCxnSpPr>
          <p:cNvPr id="2374" name="Google Shape;2374;p45"/>
          <p:cNvCxnSpPr>
            <a:stCxn id="2316" idx="0"/>
            <a:endCxn id="2242" idx="2"/>
          </p:cNvCxnSpPr>
          <p:nvPr/>
        </p:nvCxnSpPr>
        <p:spPr>
          <a:xfrm flipH="1" rot="10800000">
            <a:off x="4487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375" name="Google Shape;2375;p45"/>
          <p:cNvCxnSpPr>
            <a:stCxn id="2316" idx="0"/>
            <a:endCxn id="2246" idx="2"/>
          </p:cNvCxnSpPr>
          <p:nvPr/>
        </p:nvCxnSpPr>
        <p:spPr>
          <a:xfrm flipH="1" rot="10800000">
            <a:off x="4487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376" name="Google Shape;2376;p45"/>
          <p:cNvCxnSpPr>
            <a:stCxn id="2316" idx="0"/>
            <a:endCxn id="2250" idx="2"/>
          </p:cNvCxnSpPr>
          <p:nvPr/>
        </p:nvCxnSpPr>
        <p:spPr>
          <a:xfrm flipH="1" rot="10800000">
            <a:off x="4487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377" name="Google Shape;2377;p45"/>
          <p:cNvCxnSpPr>
            <a:stCxn id="2316" idx="0"/>
            <a:endCxn id="2299" idx="2"/>
          </p:cNvCxnSpPr>
          <p:nvPr/>
        </p:nvCxnSpPr>
        <p:spPr>
          <a:xfrm flipH="1" rot="10800000">
            <a:off x="4487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2378" name="Google Shape;2378;p45"/>
          <p:cNvGrpSpPr/>
          <p:nvPr/>
        </p:nvGrpSpPr>
        <p:grpSpPr>
          <a:xfrm>
            <a:off x="4334156" y="2758466"/>
            <a:ext cx="313273" cy="74585"/>
            <a:chOff x="3655625" y="914400"/>
            <a:chExt cx="2743200" cy="690600"/>
          </a:xfrm>
        </p:grpSpPr>
        <p:sp>
          <p:nvSpPr>
            <p:cNvPr id="2379" name="Google Shape;2379;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80" name="Google Shape;2380;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81" name="Google Shape;2381;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382" name="Google Shape;2382;p45"/>
          <p:cNvGrpSpPr/>
          <p:nvPr/>
        </p:nvGrpSpPr>
        <p:grpSpPr>
          <a:xfrm>
            <a:off x="4334156" y="2537014"/>
            <a:ext cx="313273" cy="74585"/>
            <a:chOff x="3655625" y="914400"/>
            <a:chExt cx="2743200" cy="690600"/>
          </a:xfrm>
        </p:grpSpPr>
        <p:sp>
          <p:nvSpPr>
            <p:cNvPr id="2383" name="Google Shape;2383;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84" name="Google Shape;2384;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85" name="Google Shape;2385;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386" name="Google Shape;2386;p45"/>
          <p:cNvCxnSpPr>
            <a:stCxn id="2379" idx="0"/>
            <a:endCxn id="2383" idx="2"/>
          </p:cNvCxnSpPr>
          <p:nvPr/>
        </p:nvCxnSpPr>
        <p:spPr>
          <a:xfrm rot="10800000">
            <a:off x="4490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2387" name="Google Shape;2387;p45"/>
          <p:cNvGrpSpPr/>
          <p:nvPr/>
        </p:nvGrpSpPr>
        <p:grpSpPr>
          <a:xfrm>
            <a:off x="3876956" y="2758466"/>
            <a:ext cx="313273" cy="74585"/>
            <a:chOff x="3655625" y="914400"/>
            <a:chExt cx="2743200" cy="690600"/>
          </a:xfrm>
        </p:grpSpPr>
        <p:sp>
          <p:nvSpPr>
            <p:cNvPr id="2388" name="Google Shape;2388;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89" name="Google Shape;2389;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90" name="Google Shape;2390;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391" name="Google Shape;2391;p45"/>
          <p:cNvGrpSpPr/>
          <p:nvPr/>
        </p:nvGrpSpPr>
        <p:grpSpPr>
          <a:xfrm>
            <a:off x="3876956" y="2537014"/>
            <a:ext cx="313273" cy="74585"/>
            <a:chOff x="3655625" y="914400"/>
            <a:chExt cx="2743200" cy="690600"/>
          </a:xfrm>
        </p:grpSpPr>
        <p:sp>
          <p:nvSpPr>
            <p:cNvPr id="2392" name="Google Shape;2392;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93" name="Google Shape;2393;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94" name="Google Shape;2394;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395" name="Google Shape;2395;p45"/>
          <p:cNvCxnSpPr>
            <a:stCxn id="2388" idx="0"/>
            <a:endCxn id="2392" idx="2"/>
          </p:cNvCxnSpPr>
          <p:nvPr/>
        </p:nvCxnSpPr>
        <p:spPr>
          <a:xfrm rot="10800000">
            <a:off x="4033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2396" name="Google Shape;2396;p45"/>
          <p:cNvGrpSpPr/>
          <p:nvPr/>
        </p:nvGrpSpPr>
        <p:grpSpPr>
          <a:xfrm>
            <a:off x="3419756" y="2758466"/>
            <a:ext cx="313273" cy="74585"/>
            <a:chOff x="3655625" y="914400"/>
            <a:chExt cx="2743200" cy="690600"/>
          </a:xfrm>
        </p:grpSpPr>
        <p:sp>
          <p:nvSpPr>
            <p:cNvPr id="2397" name="Google Shape;2397;p4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98" name="Google Shape;2398;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399" name="Google Shape;2399;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400" name="Google Shape;2400;p45"/>
          <p:cNvGrpSpPr/>
          <p:nvPr/>
        </p:nvGrpSpPr>
        <p:grpSpPr>
          <a:xfrm>
            <a:off x="3419756" y="2537014"/>
            <a:ext cx="313273" cy="74585"/>
            <a:chOff x="3655625" y="914400"/>
            <a:chExt cx="2743200" cy="690600"/>
          </a:xfrm>
        </p:grpSpPr>
        <p:sp>
          <p:nvSpPr>
            <p:cNvPr id="2401" name="Google Shape;2401;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02" name="Google Shape;2402;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03" name="Google Shape;2403;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404" name="Google Shape;2404;p45"/>
          <p:cNvCxnSpPr>
            <a:stCxn id="2397" idx="0"/>
            <a:endCxn id="2401" idx="2"/>
          </p:cNvCxnSpPr>
          <p:nvPr/>
        </p:nvCxnSpPr>
        <p:spPr>
          <a:xfrm rot="10800000">
            <a:off x="3576393" y="2611166"/>
            <a:ext cx="0" cy="147300"/>
          </a:xfrm>
          <a:prstGeom prst="straightConnector1">
            <a:avLst/>
          </a:prstGeom>
          <a:noFill/>
          <a:ln cap="flat" cmpd="sng" w="9525">
            <a:solidFill>
              <a:schemeClr val="dk2"/>
            </a:solidFill>
            <a:prstDash val="solid"/>
            <a:round/>
            <a:headEnd len="med" w="med" type="none"/>
            <a:tailEnd len="med" w="med" type="none"/>
          </a:ln>
        </p:spPr>
      </p:cxnSp>
      <p:sp>
        <p:nvSpPr>
          <p:cNvPr id="2405" name="Google Shape;240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406" name="Google Shape;2406;p45"/>
          <p:cNvGrpSpPr/>
          <p:nvPr/>
        </p:nvGrpSpPr>
        <p:grpSpPr>
          <a:xfrm>
            <a:off x="3419756" y="807303"/>
            <a:ext cx="313273" cy="74585"/>
            <a:chOff x="3655625" y="914400"/>
            <a:chExt cx="2743200" cy="690600"/>
          </a:xfrm>
        </p:grpSpPr>
        <p:sp>
          <p:nvSpPr>
            <p:cNvPr id="2407" name="Google Shape;2407;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08" name="Google Shape;2408;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09" name="Google Shape;2409;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410" name="Google Shape;2410;p45"/>
          <p:cNvGrpSpPr/>
          <p:nvPr/>
        </p:nvGrpSpPr>
        <p:grpSpPr>
          <a:xfrm>
            <a:off x="3876956" y="807303"/>
            <a:ext cx="313273" cy="74585"/>
            <a:chOff x="3655625" y="914400"/>
            <a:chExt cx="2743200" cy="690600"/>
          </a:xfrm>
        </p:grpSpPr>
        <p:sp>
          <p:nvSpPr>
            <p:cNvPr id="2411" name="Google Shape;2411;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12" name="Google Shape;2412;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13" name="Google Shape;2413;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414" name="Google Shape;2414;p45"/>
          <p:cNvGrpSpPr/>
          <p:nvPr/>
        </p:nvGrpSpPr>
        <p:grpSpPr>
          <a:xfrm>
            <a:off x="4334156" y="807303"/>
            <a:ext cx="313273" cy="74585"/>
            <a:chOff x="3655625" y="914400"/>
            <a:chExt cx="2743200" cy="690600"/>
          </a:xfrm>
        </p:grpSpPr>
        <p:sp>
          <p:nvSpPr>
            <p:cNvPr id="2415" name="Google Shape;2415;p4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16" name="Google Shape;2416;p4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17" name="Google Shape;2417;p4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418" name="Google Shape;2418;p45"/>
          <p:cNvSpPr txBox="1"/>
          <p:nvPr/>
        </p:nvSpPr>
        <p:spPr>
          <a:xfrm>
            <a:off x="3332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That</a:t>
            </a:r>
            <a:endParaRPr sz="1200">
              <a:solidFill>
                <a:srgbClr val="3C78D8"/>
              </a:solidFill>
              <a:latin typeface="Roboto"/>
              <a:ea typeface="Roboto"/>
              <a:cs typeface="Roboto"/>
              <a:sym typeface="Roboto"/>
            </a:endParaRPr>
          </a:p>
        </p:txBody>
      </p:sp>
      <p:sp>
        <p:nvSpPr>
          <p:cNvPr id="2419" name="Google Shape;2419;p45"/>
          <p:cNvSpPr txBox="1"/>
          <p:nvPr/>
        </p:nvSpPr>
        <p:spPr>
          <a:xfrm>
            <a:off x="3876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is</a:t>
            </a:r>
            <a:endParaRPr sz="1200">
              <a:solidFill>
                <a:srgbClr val="3C78D8"/>
              </a:solidFill>
              <a:latin typeface="Roboto"/>
              <a:ea typeface="Roboto"/>
              <a:cs typeface="Roboto"/>
              <a:sym typeface="Roboto"/>
            </a:endParaRPr>
          </a:p>
        </p:txBody>
      </p:sp>
      <p:sp>
        <p:nvSpPr>
          <p:cNvPr id="2420" name="Google Shape;2420;p45"/>
          <p:cNvSpPr txBox="1"/>
          <p:nvPr/>
        </p:nvSpPr>
        <p:spPr>
          <a:xfrm>
            <a:off x="4226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good</a:t>
            </a:r>
            <a:endParaRPr sz="1200">
              <a:solidFill>
                <a:srgbClr val="3C78D8"/>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4" name="Shape 2424"/>
        <p:cNvGrpSpPr/>
        <p:nvPr/>
      </p:nvGrpSpPr>
      <p:grpSpPr>
        <a:xfrm>
          <a:off x="0" y="0"/>
          <a:ext cx="0" cy="0"/>
          <a:chOff x="0" y="0"/>
          <a:chExt cx="0" cy="0"/>
        </a:xfrm>
      </p:grpSpPr>
      <p:sp>
        <p:nvSpPr>
          <p:cNvPr id="2425" name="Google Shape;2425;p46"/>
          <p:cNvSpPr/>
          <p:nvPr/>
        </p:nvSpPr>
        <p:spPr>
          <a:xfrm>
            <a:off x="3194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2426" name="Google Shape;2426;p46"/>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Decoder-only</a:t>
            </a:r>
            <a:endParaRPr/>
          </a:p>
        </p:txBody>
      </p:sp>
      <p:sp>
        <p:nvSpPr>
          <p:cNvPr id="2427" name="Google Shape;2427;p46"/>
          <p:cNvSpPr txBox="1"/>
          <p:nvPr/>
        </p:nvSpPr>
        <p:spPr>
          <a:xfrm>
            <a:off x="3794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That</a:t>
            </a:r>
            <a:endParaRPr sz="1200">
              <a:solidFill>
                <a:srgbClr val="3D85C6"/>
              </a:solidFill>
              <a:latin typeface="Roboto"/>
              <a:ea typeface="Roboto"/>
              <a:cs typeface="Roboto"/>
              <a:sym typeface="Roboto"/>
            </a:endParaRPr>
          </a:p>
        </p:txBody>
      </p:sp>
      <p:sp>
        <p:nvSpPr>
          <p:cNvPr id="2428" name="Google Shape;2428;p46"/>
          <p:cNvSpPr txBox="1"/>
          <p:nvPr/>
        </p:nvSpPr>
        <p:spPr>
          <a:xfrm>
            <a:off x="4338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is</a:t>
            </a:r>
            <a:endParaRPr sz="1200">
              <a:solidFill>
                <a:srgbClr val="3D85C6"/>
              </a:solidFill>
              <a:latin typeface="Roboto"/>
              <a:ea typeface="Roboto"/>
              <a:cs typeface="Roboto"/>
              <a:sym typeface="Roboto"/>
            </a:endParaRPr>
          </a:p>
        </p:txBody>
      </p:sp>
      <p:sp>
        <p:nvSpPr>
          <p:cNvPr id="2429" name="Google Shape;2429;p46"/>
          <p:cNvSpPr txBox="1"/>
          <p:nvPr/>
        </p:nvSpPr>
        <p:spPr>
          <a:xfrm>
            <a:off x="4682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good</a:t>
            </a:r>
            <a:endParaRPr sz="1200">
              <a:solidFill>
                <a:srgbClr val="3D85C6"/>
              </a:solidFill>
              <a:latin typeface="Roboto"/>
              <a:ea typeface="Roboto"/>
              <a:cs typeface="Roboto"/>
              <a:sym typeface="Roboto"/>
            </a:endParaRPr>
          </a:p>
        </p:txBody>
      </p:sp>
      <p:sp>
        <p:nvSpPr>
          <p:cNvPr id="2430" name="Google Shape;2430;p46"/>
          <p:cNvSpPr/>
          <p:nvPr/>
        </p:nvSpPr>
        <p:spPr>
          <a:xfrm>
            <a:off x="3321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2431" name="Google Shape;2431;p46"/>
          <p:cNvSpPr/>
          <p:nvPr/>
        </p:nvSpPr>
        <p:spPr>
          <a:xfrm>
            <a:off x="3370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432" name="Google Shape;2432;p46"/>
          <p:cNvGrpSpPr/>
          <p:nvPr/>
        </p:nvGrpSpPr>
        <p:grpSpPr>
          <a:xfrm>
            <a:off x="4788056" y="3444952"/>
            <a:ext cx="313273" cy="74585"/>
            <a:chOff x="3655625" y="914400"/>
            <a:chExt cx="2743200" cy="690600"/>
          </a:xfrm>
        </p:grpSpPr>
        <p:sp>
          <p:nvSpPr>
            <p:cNvPr id="2433" name="Google Shape;2433;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34" name="Google Shape;2434;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35" name="Google Shape;2435;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436" name="Google Shape;2436;p46"/>
          <p:cNvSpPr txBox="1"/>
          <p:nvPr/>
        </p:nvSpPr>
        <p:spPr>
          <a:xfrm>
            <a:off x="5177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2437" name="Google Shape;2437;p46"/>
          <p:cNvGrpSpPr/>
          <p:nvPr/>
        </p:nvGrpSpPr>
        <p:grpSpPr>
          <a:xfrm>
            <a:off x="5245256" y="3444952"/>
            <a:ext cx="313273" cy="74585"/>
            <a:chOff x="3655625" y="914400"/>
            <a:chExt cx="2743200" cy="690600"/>
          </a:xfrm>
        </p:grpSpPr>
        <p:sp>
          <p:nvSpPr>
            <p:cNvPr id="2438" name="Google Shape;2438;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39" name="Google Shape;2439;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40" name="Google Shape;2440;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441" name="Google Shape;2441;p46"/>
          <p:cNvSpPr txBox="1"/>
          <p:nvPr/>
        </p:nvSpPr>
        <p:spPr>
          <a:xfrm>
            <a:off x="5681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2442" name="Google Shape;2442;p46"/>
          <p:cNvGrpSpPr/>
          <p:nvPr/>
        </p:nvGrpSpPr>
        <p:grpSpPr>
          <a:xfrm>
            <a:off x="5702456" y="3444952"/>
            <a:ext cx="313273" cy="74585"/>
            <a:chOff x="3655625" y="914400"/>
            <a:chExt cx="2743200" cy="690600"/>
          </a:xfrm>
        </p:grpSpPr>
        <p:sp>
          <p:nvSpPr>
            <p:cNvPr id="2443" name="Google Shape;2443;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44" name="Google Shape;2444;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45" name="Google Shape;2445;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446" name="Google Shape;2446;p46"/>
          <p:cNvSpPr txBox="1"/>
          <p:nvPr/>
        </p:nvSpPr>
        <p:spPr>
          <a:xfrm>
            <a:off x="6107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2447" name="Google Shape;2447;p46"/>
          <p:cNvGrpSpPr/>
          <p:nvPr/>
        </p:nvGrpSpPr>
        <p:grpSpPr>
          <a:xfrm>
            <a:off x="4788056" y="2987752"/>
            <a:ext cx="313273" cy="74585"/>
            <a:chOff x="3655625" y="914400"/>
            <a:chExt cx="2743200" cy="690600"/>
          </a:xfrm>
        </p:grpSpPr>
        <p:sp>
          <p:nvSpPr>
            <p:cNvPr id="2448" name="Google Shape;2448;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49" name="Google Shape;2449;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50" name="Google Shape;2450;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451" name="Google Shape;2451;p46"/>
          <p:cNvGrpSpPr/>
          <p:nvPr/>
        </p:nvGrpSpPr>
        <p:grpSpPr>
          <a:xfrm>
            <a:off x="5245256" y="2987752"/>
            <a:ext cx="313273" cy="74585"/>
            <a:chOff x="3655625" y="914400"/>
            <a:chExt cx="2743200" cy="690600"/>
          </a:xfrm>
        </p:grpSpPr>
        <p:sp>
          <p:nvSpPr>
            <p:cNvPr id="2452" name="Google Shape;2452;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53" name="Google Shape;2453;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54" name="Google Shape;2454;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455" name="Google Shape;2455;p46"/>
          <p:cNvGrpSpPr/>
          <p:nvPr/>
        </p:nvGrpSpPr>
        <p:grpSpPr>
          <a:xfrm>
            <a:off x="5702456" y="2987752"/>
            <a:ext cx="313273" cy="74585"/>
            <a:chOff x="3655625" y="914400"/>
            <a:chExt cx="2743200" cy="690600"/>
          </a:xfrm>
        </p:grpSpPr>
        <p:sp>
          <p:nvSpPr>
            <p:cNvPr id="2456" name="Google Shape;2456;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57" name="Google Shape;2457;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58" name="Google Shape;2458;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459" name="Google Shape;2459;p46"/>
          <p:cNvCxnSpPr>
            <a:stCxn id="2433" idx="0"/>
          </p:cNvCxnSpPr>
          <p:nvPr/>
        </p:nvCxnSpPr>
        <p:spPr>
          <a:xfrm rot="10800000">
            <a:off x="4944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460" name="Google Shape;2460;p46"/>
          <p:cNvCxnSpPr>
            <a:stCxn id="2433" idx="0"/>
            <a:endCxn id="2452" idx="2"/>
          </p:cNvCxnSpPr>
          <p:nvPr/>
        </p:nvCxnSpPr>
        <p:spPr>
          <a:xfrm flipH="1" rot="10800000">
            <a:off x="4944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461" name="Google Shape;2461;p46"/>
          <p:cNvCxnSpPr>
            <a:stCxn id="2433" idx="0"/>
            <a:endCxn id="2456" idx="2"/>
          </p:cNvCxnSpPr>
          <p:nvPr/>
        </p:nvCxnSpPr>
        <p:spPr>
          <a:xfrm flipH="1" rot="10800000">
            <a:off x="4944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462" name="Google Shape;2462;p46"/>
          <p:cNvCxnSpPr>
            <a:stCxn id="2438" idx="0"/>
            <a:endCxn id="2452" idx="2"/>
          </p:cNvCxnSpPr>
          <p:nvPr/>
        </p:nvCxnSpPr>
        <p:spPr>
          <a:xfrm rot="10800000">
            <a:off x="5401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463" name="Google Shape;2463;p46"/>
          <p:cNvCxnSpPr>
            <a:stCxn id="2443" idx="0"/>
            <a:endCxn id="2456"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464" name="Google Shape;2464;p46"/>
          <p:cNvCxnSpPr>
            <a:stCxn id="2438" idx="0"/>
            <a:endCxn id="2456" idx="2"/>
          </p:cNvCxnSpPr>
          <p:nvPr/>
        </p:nvCxnSpPr>
        <p:spPr>
          <a:xfrm flipH="1" rot="10800000">
            <a:off x="5401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2465" name="Google Shape;2465;p46"/>
          <p:cNvGrpSpPr/>
          <p:nvPr/>
        </p:nvGrpSpPr>
        <p:grpSpPr>
          <a:xfrm rot="-5400000">
            <a:off x="4893088" y="2142702"/>
            <a:ext cx="109798" cy="26302"/>
            <a:chOff x="4885225" y="945750"/>
            <a:chExt cx="311926" cy="74700"/>
          </a:xfrm>
        </p:grpSpPr>
        <p:sp>
          <p:nvSpPr>
            <p:cNvPr id="2466" name="Google Shape;2466;p46"/>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67" name="Google Shape;2467;p46"/>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68" name="Google Shape;2468;p46"/>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469" name="Google Shape;2469;p46"/>
          <p:cNvSpPr/>
          <p:nvPr/>
        </p:nvSpPr>
        <p:spPr>
          <a:xfrm>
            <a:off x="3321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2470" name="Google Shape;2470;p46"/>
          <p:cNvSpPr/>
          <p:nvPr/>
        </p:nvSpPr>
        <p:spPr>
          <a:xfrm>
            <a:off x="3369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2471" name="Google Shape;2471;p46"/>
          <p:cNvSpPr/>
          <p:nvPr/>
        </p:nvSpPr>
        <p:spPr>
          <a:xfrm>
            <a:off x="3370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2472" name="Google Shape;2472;p46"/>
          <p:cNvSpPr/>
          <p:nvPr/>
        </p:nvSpPr>
        <p:spPr>
          <a:xfrm>
            <a:off x="3370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2473" name="Google Shape;2473;p46"/>
          <p:cNvGrpSpPr/>
          <p:nvPr/>
        </p:nvGrpSpPr>
        <p:grpSpPr>
          <a:xfrm>
            <a:off x="4791356" y="2758466"/>
            <a:ext cx="313273" cy="74585"/>
            <a:chOff x="3655625" y="914400"/>
            <a:chExt cx="2743200" cy="690600"/>
          </a:xfrm>
        </p:grpSpPr>
        <p:sp>
          <p:nvSpPr>
            <p:cNvPr id="2474" name="Google Shape;2474;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75" name="Google Shape;2475;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76" name="Google Shape;2476;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477" name="Google Shape;2477;p46"/>
          <p:cNvGrpSpPr/>
          <p:nvPr/>
        </p:nvGrpSpPr>
        <p:grpSpPr>
          <a:xfrm>
            <a:off x="5248556" y="2758466"/>
            <a:ext cx="313273" cy="74585"/>
            <a:chOff x="3655625" y="914400"/>
            <a:chExt cx="2743200" cy="690600"/>
          </a:xfrm>
        </p:grpSpPr>
        <p:sp>
          <p:nvSpPr>
            <p:cNvPr id="2478" name="Google Shape;2478;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79" name="Google Shape;2479;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80" name="Google Shape;2480;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481" name="Google Shape;2481;p46"/>
          <p:cNvGrpSpPr/>
          <p:nvPr/>
        </p:nvGrpSpPr>
        <p:grpSpPr>
          <a:xfrm>
            <a:off x="5705756" y="2758466"/>
            <a:ext cx="313273" cy="74585"/>
            <a:chOff x="3655625" y="914400"/>
            <a:chExt cx="2743200" cy="690600"/>
          </a:xfrm>
        </p:grpSpPr>
        <p:sp>
          <p:nvSpPr>
            <p:cNvPr id="2482" name="Google Shape;2482;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83" name="Google Shape;2483;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84" name="Google Shape;2484;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485" name="Google Shape;2485;p46"/>
          <p:cNvGrpSpPr/>
          <p:nvPr/>
        </p:nvGrpSpPr>
        <p:grpSpPr>
          <a:xfrm>
            <a:off x="4791356" y="2537014"/>
            <a:ext cx="313273" cy="74585"/>
            <a:chOff x="3655625" y="914400"/>
            <a:chExt cx="2743200" cy="690600"/>
          </a:xfrm>
        </p:grpSpPr>
        <p:sp>
          <p:nvSpPr>
            <p:cNvPr id="2486" name="Google Shape;2486;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87" name="Google Shape;2487;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88" name="Google Shape;2488;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489" name="Google Shape;2489;p46"/>
          <p:cNvGrpSpPr/>
          <p:nvPr/>
        </p:nvGrpSpPr>
        <p:grpSpPr>
          <a:xfrm>
            <a:off x="5248556" y="2537014"/>
            <a:ext cx="313273" cy="74585"/>
            <a:chOff x="3655625" y="914400"/>
            <a:chExt cx="2743200" cy="690600"/>
          </a:xfrm>
        </p:grpSpPr>
        <p:sp>
          <p:nvSpPr>
            <p:cNvPr id="2490" name="Google Shape;2490;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91" name="Google Shape;2491;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92" name="Google Shape;2492;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493" name="Google Shape;2493;p46"/>
          <p:cNvGrpSpPr/>
          <p:nvPr/>
        </p:nvGrpSpPr>
        <p:grpSpPr>
          <a:xfrm>
            <a:off x="5705756" y="2537014"/>
            <a:ext cx="313273" cy="74585"/>
            <a:chOff x="3655625" y="914400"/>
            <a:chExt cx="2743200" cy="690600"/>
          </a:xfrm>
        </p:grpSpPr>
        <p:sp>
          <p:nvSpPr>
            <p:cNvPr id="2494" name="Google Shape;2494;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95" name="Google Shape;2495;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496" name="Google Shape;2496;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497" name="Google Shape;2497;p46"/>
          <p:cNvCxnSpPr>
            <a:stCxn id="2474" idx="0"/>
            <a:endCxn id="2486" idx="2"/>
          </p:cNvCxnSpPr>
          <p:nvPr/>
        </p:nvCxnSpPr>
        <p:spPr>
          <a:xfrm rot="10800000">
            <a:off x="4947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2498" name="Google Shape;2498;p46"/>
          <p:cNvCxnSpPr>
            <a:stCxn id="2482" idx="0"/>
            <a:endCxn id="2494"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2499" name="Google Shape;2499;p46"/>
          <p:cNvCxnSpPr>
            <a:stCxn id="2478" idx="0"/>
            <a:endCxn id="2490" idx="2"/>
          </p:cNvCxnSpPr>
          <p:nvPr/>
        </p:nvCxnSpPr>
        <p:spPr>
          <a:xfrm rot="10800000">
            <a:off x="5405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2500" name="Google Shape;2500;p46"/>
          <p:cNvGrpSpPr/>
          <p:nvPr/>
        </p:nvGrpSpPr>
        <p:grpSpPr>
          <a:xfrm>
            <a:off x="6159656" y="3444952"/>
            <a:ext cx="313273" cy="74585"/>
            <a:chOff x="3655625" y="914400"/>
            <a:chExt cx="2743200" cy="690600"/>
          </a:xfrm>
        </p:grpSpPr>
        <p:sp>
          <p:nvSpPr>
            <p:cNvPr id="2501" name="Google Shape;2501;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02" name="Google Shape;2502;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03" name="Google Shape;2503;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504" name="Google Shape;2504;p46"/>
          <p:cNvGrpSpPr/>
          <p:nvPr/>
        </p:nvGrpSpPr>
        <p:grpSpPr>
          <a:xfrm>
            <a:off x="6159656" y="2987752"/>
            <a:ext cx="313273" cy="74585"/>
            <a:chOff x="3655625" y="914400"/>
            <a:chExt cx="2743200" cy="690600"/>
          </a:xfrm>
        </p:grpSpPr>
        <p:sp>
          <p:nvSpPr>
            <p:cNvPr id="2505" name="Google Shape;2505;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06" name="Google Shape;2506;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07" name="Google Shape;2507;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508" name="Google Shape;2508;p46"/>
          <p:cNvCxnSpPr>
            <a:stCxn id="2433" idx="0"/>
            <a:endCxn id="2505" idx="2"/>
          </p:cNvCxnSpPr>
          <p:nvPr/>
        </p:nvCxnSpPr>
        <p:spPr>
          <a:xfrm flipH="1" rot="10800000">
            <a:off x="4944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509" name="Google Shape;2509;p46"/>
          <p:cNvCxnSpPr>
            <a:stCxn id="2438" idx="0"/>
            <a:endCxn id="2505" idx="2"/>
          </p:cNvCxnSpPr>
          <p:nvPr/>
        </p:nvCxnSpPr>
        <p:spPr>
          <a:xfrm flipH="1" rot="10800000">
            <a:off x="5401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510" name="Google Shape;2510;p46"/>
          <p:cNvCxnSpPr>
            <a:stCxn id="2443" idx="0"/>
            <a:endCxn id="2505"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511" name="Google Shape;2511;p46"/>
          <p:cNvCxnSpPr>
            <a:stCxn id="2501" idx="0"/>
            <a:endCxn id="2505"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2512" name="Google Shape;2512;p46"/>
          <p:cNvGrpSpPr/>
          <p:nvPr/>
        </p:nvGrpSpPr>
        <p:grpSpPr>
          <a:xfrm>
            <a:off x="6162956" y="2761349"/>
            <a:ext cx="313273" cy="74585"/>
            <a:chOff x="3655625" y="914400"/>
            <a:chExt cx="2743200" cy="690600"/>
          </a:xfrm>
        </p:grpSpPr>
        <p:sp>
          <p:nvSpPr>
            <p:cNvPr id="2513" name="Google Shape;2513;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14" name="Google Shape;2514;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15" name="Google Shape;2515;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516" name="Google Shape;2516;p46"/>
          <p:cNvGrpSpPr/>
          <p:nvPr/>
        </p:nvGrpSpPr>
        <p:grpSpPr>
          <a:xfrm>
            <a:off x="6162956" y="2533450"/>
            <a:ext cx="313273" cy="74585"/>
            <a:chOff x="3655625" y="914400"/>
            <a:chExt cx="2743200" cy="690600"/>
          </a:xfrm>
        </p:grpSpPr>
        <p:sp>
          <p:nvSpPr>
            <p:cNvPr id="2517" name="Google Shape;2517;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18" name="Google Shape;2518;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19" name="Google Shape;2519;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520" name="Google Shape;2520;p46"/>
          <p:cNvCxnSpPr>
            <a:stCxn id="2513" idx="0"/>
            <a:endCxn id="2517" idx="2"/>
          </p:cNvCxnSpPr>
          <p:nvPr/>
        </p:nvCxnSpPr>
        <p:spPr>
          <a:xfrm rot="10800000">
            <a:off x="6319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2521" name="Google Shape;2521;p46"/>
          <p:cNvGrpSpPr/>
          <p:nvPr/>
        </p:nvGrpSpPr>
        <p:grpSpPr>
          <a:xfrm>
            <a:off x="4330856" y="3444952"/>
            <a:ext cx="313273" cy="74585"/>
            <a:chOff x="3655625" y="914400"/>
            <a:chExt cx="2743200" cy="690600"/>
          </a:xfrm>
        </p:grpSpPr>
        <p:sp>
          <p:nvSpPr>
            <p:cNvPr id="2522" name="Google Shape;2522;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23" name="Google Shape;2523;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24" name="Google Shape;2524;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525" name="Google Shape;2525;p46"/>
          <p:cNvGrpSpPr/>
          <p:nvPr/>
        </p:nvGrpSpPr>
        <p:grpSpPr>
          <a:xfrm>
            <a:off x="4330856" y="2987752"/>
            <a:ext cx="313273" cy="74585"/>
            <a:chOff x="3655625" y="914400"/>
            <a:chExt cx="2743200" cy="690600"/>
          </a:xfrm>
        </p:grpSpPr>
        <p:sp>
          <p:nvSpPr>
            <p:cNvPr id="2526" name="Google Shape;2526;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27" name="Google Shape;2527;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28" name="Google Shape;2528;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529" name="Google Shape;2529;p46"/>
          <p:cNvGrpSpPr/>
          <p:nvPr/>
        </p:nvGrpSpPr>
        <p:grpSpPr>
          <a:xfrm>
            <a:off x="3873656" y="3444952"/>
            <a:ext cx="313273" cy="74585"/>
            <a:chOff x="3655625" y="914400"/>
            <a:chExt cx="2743200" cy="690600"/>
          </a:xfrm>
        </p:grpSpPr>
        <p:sp>
          <p:nvSpPr>
            <p:cNvPr id="2530" name="Google Shape;2530;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31" name="Google Shape;2531;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32" name="Google Shape;2532;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533" name="Google Shape;2533;p46"/>
          <p:cNvGrpSpPr/>
          <p:nvPr/>
        </p:nvGrpSpPr>
        <p:grpSpPr>
          <a:xfrm>
            <a:off x="3873656" y="2987752"/>
            <a:ext cx="313273" cy="74585"/>
            <a:chOff x="3655625" y="914400"/>
            <a:chExt cx="2743200" cy="690600"/>
          </a:xfrm>
        </p:grpSpPr>
        <p:sp>
          <p:nvSpPr>
            <p:cNvPr id="2534" name="Google Shape;2534;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35" name="Google Shape;2535;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36" name="Google Shape;2536;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537" name="Google Shape;2537;p46"/>
          <p:cNvGrpSpPr/>
          <p:nvPr/>
        </p:nvGrpSpPr>
        <p:grpSpPr>
          <a:xfrm>
            <a:off x="3416456" y="3444952"/>
            <a:ext cx="313273" cy="74585"/>
            <a:chOff x="3655625" y="914400"/>
            <a:chExt cx="2743200" cy="690600"/>
          </a:xfrm>
        </p:grpSpPr>
        <p:sp>
          <p:nvSpPr>
            <p:cNvPr id="2538" name="Google Shape;2538;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39" name="Google Shape;2539;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40" name="Google Shape;2540;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541" name="Google Shape;2541;p46"/>
          <p:cNvGrpSpPr/>
          <p:nvPr/>
        </p:nvGrpSpPr>
        <p:grpSpPr>
          <a:xfrm>
            <a:off x="3416456" y="2987752"/>
            <a:ext cx="313273" cy="74585"/>
            <a:chOff x="3655625" y="914400"/>
            <a:chExt cx="2743200" cy="690600"/>
          </a:xfrm>
        </p:grpSpPr>
        <p:sp>
          <p:nvSpPr>
            <p:cNvPr id="2542" name="Google Shape;2542;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43" name="Google Shape;2543;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44" name="Google Shape;2544;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545" name="Google Shape;2545;p46"/>
          <p:cNvSpPr txBox="1"/>
          <p:nvPr/>
        </p:nvSpPr>
        <p:spPr>
          <a:xfrm>
            <a:off x="3321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2546" name="Google Shape;2546;p46"/>
          <p:cNvCxnSpPr>
            <a:stCxn id="2522" idx="0"/>
            <a:endCxn id="2526" idx="2"/>
          </p:cNvCxnSpPr>
          <p:nvPr/>
        </p:nvCxnSpPr>
        <p:spPr>
          <a:xfrm rot="10800000">
            <a:off x="4487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547" name="Google Shape;2547;p46"/>
          <p:cNvCxnSpPr>
            <a:stCxn id="2530" idx="0"/>
            <a:endCxn id="2534" idx="2"/>
          </p:cNvCxnSpPr>
          <p:nvPr/>
        </p:nvCxnSpPr>
        <p:spPr>
          <a:xfrm rot="10800000">
            <a:off x="4030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548" name="Google Shape;2548;p46"/>
          <p:cNvCxnSpPr>
            <a:stCxn id="2538" idx="0"/>
            <a:endCxn id="2542" idx="2"/>
          </p:cNvCxnSpPr>
          <p:nvPr/>
        </p:nvCxnSpPr>
        <p:spPr>
          <a:xfrm rot="10800000">
            <a:off x="3573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549" name="Google Shape;2549;p46"/>
          <p:cNvCxnSpPr>
            <a:stCxn id="2538" idx="0"/>
            <a:endCxn id="2534" idx="2"/>
          </p:cNvCxnSpPr>
          <p:nvPr/>
        </p:nvCxnSpPr>
        <p:spPr>
          <a:xfrm flipH="1" rot="10800000">
            <a:off x="3573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550" name="Google Shape;2550;p46"/>
          <p:cNvCxnSpPr>
            <a:stCxn id="2538" idx="0"/>
            <a:endCxn id="2526" idx="2"/>
          </p:cNvCxnSpPr>
          <p:nvPr/>
        </p:nvCxnSpPr>
        <p:spPr>
          <a:xfrm flipH="1" rot="10800000">
            <a:off x="3573093" y="3061852"/>
            <a:ext cx="914400" cy="383100"/>
          </a:xfrm>
          <a:prstGeom prst="straightConnector1">
            <a:avLst/>
          </a:prstGeom>
          <a:noFill/>
          <a:ln cap="flat" cmpd="sng" w="9525">
            <a:solidFill>
              <a:schemeClr val="dk2"/>
            </a:solidFill>
            <a:prstDash val="solid"/>
            <a:round/>
            <a:headEnd len="med" w="med" type="none"/>
            <a:tailEnd len="med" w="med" type="none"/>
          </a:ln>
        </p:spPr>
      </p:cxnSp>
      <p:grpSp>
        <p:nvGrpSpPr>
          <p:cNvPr id="2551" name="Google Shape;2551;p46"/>
          <p:cNvGrpSpPr/>
          <p:nvPr/>
        </p:nvGrpSpPr>
        <p:grpSpPr>
          <a:xfrm>
            <a:off x="4791356" y="807303"/>
            <a:ext cx="313273" cy="74585"/>
            <a:chOff x="3655625" y="914400"/>
            <a:chExt cx="2743200" cy="690600"/>
          </a:xfrm>
        </p:grpSpPr>
        <p:sp>
          <p:nvSpPr>
            <p:cNvPr id="2552" name="Google Shape;2552;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53" name="Google Shape;2553;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54" name="Google Shape;2554;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555" name="Google Shape;2555;p46"/>
          <p:cNvGrpSpPr/>
          <p:nvPr/>
        </p:nvGrpSpPr>
        <p:grpSpPr>
          <a:xfrm>
            <a:off x="5248556" y="807303"/>
            <a:ext cx="313273" cy="74585"/>
            <a:chOff x="3655625" y="914400"/>
            <a:chExt cx="2743200" cy="690600"/>
          </a:xfrm>
        </p:grpSpPr>
        <p:sp>
          <p:nvSpPr>
            <p:cNvPr id="2556" name="Google Shape;2556;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57" name="Google Shape;2557;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58" name="Google Shape;2558;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559" name="Google Shape;2559;p46"/>
          <p:cNvGrpSpPr/>
          <p:nvPr/>
        </p:nvGrpSpPr>
        <p:grpSpPr>
          <a:xfrm>
            <a:off x="5705756" y="807303"/>
            <a:ext cx="313273" cy="74585"/>
            <a:chOff x="3655625" y="914400"/>
            <a:chExt cx="2743200" cy="690600"/>
          </a:xfrm>
        </p:grpSpPr>
        <p:sp>
          <p:nvSpPr>
            <p:cNvPr id="2560" name="Google Shape;2560;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61" name="Google Shape;2561;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62" name="Google Shape;2562;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563" name="Google Shape;2563;p46"/>
          <p:cNvSpPr txBox="1"/>
          <p:nvPr/>
        </p:nvSpPr>
        <p:spPr>
          <a:xfrm>
            <a:off x="4709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2564" name="Google Shape;2564;p46"/>
          <p:cNvSpPr txBox="1"/>
          <p:nvPr/>
        </p:nvSpPr>
        <p:spPr>
          <a:xfrm>
            <a:off x="5235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2565" name="Google Shape;2565;p46"/>
          <p:cNvSpPr txBox="1"/>
          <p:nvPr/>
        </p:nvSpPr>
        <p:spPr>
          <a:xfrm>
            <a:off x="5650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cxnSp>
        <p:nvCxnSpPr>
          <p:cNvPr id="2566" name="Google Shape;2566;p46"/>
          <p:cNvCxnSpPr>
            <a:stCxn id="2538" idx="0"/>
            <a:endCxn id="2448" idx="2"/>
          </p:cNvCxnSpPr>
          <p:nvPr/>
        </p:nvCxnSpPr>
        <p:spPr>
          <a:xfrm flipH="1" rot="10800000">
            <a:off x="3573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567" name="Google Shape;2567;p46"/>
          <p:cNvCxnSpPr>
            <a:stCxn id="2538" idx="0"/>
            <a:endCxn id="2452" idx="2"/>
          </p:cNvCxnSpPr>
          <p:nvPr/>
        </p:nvCxnSpPr>
        <p:spPr>
          <a:xfrm flipH="1" rot="10800000">
            <a:off x="3573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2568" name="Google Shape;2568;p46"/>
          <p:cNvCxnSpPr>
            <a:stCxn id="2538" idx="0"/>
            <a:endCxn id="2456" idx="2"/>
          </p:cNvCxnSpPr>
          <p:nvPr/>
        </p:nvCxnSpPr>
        <p:spPr>
          <a:xfrm flipH="1" rot="10800000">
            <a:off x="3573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2569" name="Google Shape;2569;p46"/>
          <p:cNvCxnSpPr>
            <a:stCxn id="2538" idx="0"/>
            <a:endCxn id="2505" idx="2"/>
          </p:cNvCxnSpPr>
          <p:nvPr/>
        </p:nvCxnSpPr>
        <p:spPr>
          <a:xfrm flipH="1" rot="10800000">
            <a:off x="3573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2570" name="Google Shape;2570;p46"/>
          <p:cNvCxnSpPr>
            <a:stCxn id="2530" idx="0"/>
            <a:endCxn id="2526" idx="2"/>
          </p:cNvCxnSpPr>
          <p:nvPr/>
        </p:nvCxnSpPr>
        <p:spPr>
          <a:xfrm flipH="1" rot="10800000">
            <a:off x="4030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571" name="Google Shape;2571;p46"/>
          <p:cNvCxnSpPr>
            <a:stCxn id="2530" idx="0"/>
            <a:endCxn id="2448" idx="2"/>
          </p:cNvCxnSpPr>
          <p:nvPr/>
        </p:nvCxnSpPr>
        <p:spPr>
          <a:xfrm flipH="1" rot="10800000">
            <a:off x="4030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572" name="Google Shape;2572;p46"/>
          <p:cNvCxnSpPr>
            <a:stCxn id="2530" idx="0"/>
            <a:endCxn id="2452" idx="2"/>
          </p:cNvCxnSpPr>
          <p:nvPr/>
        </p:nvCxnSpPr>
        <p:spPr>
          <a:xfrm flipH="1" rot="10800000">
            <a:off x="4030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573" name="Google Shape;2573;p46"/>
          <p:cNvCxnSpPr>
            <a:stCxn id="2530" idx="0"/>
            <a:endCxn id="2456" idx="2"/>
          </p:cNvCxnSpPr>
          <p:nvPr/>
        </p:nvCxnSpPr>
        <p:spPr>
          <a:xfrm flipH="1" rot="10800000">
            <a:off x="4030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2574" name="Google Shape;2574;p46"/>
          <p:cNvCxnSpPr>
            <a:stCxn id="2530" idx="0"/>
            <a:endCxn id="2505" idx="2"/>
          </p:cNvCxnSpPr>
          <p:nvPr/>
        </p:nvCxnSpPr>
        <p:spPr>
          <a:xfrm flipH="1" rot="10800000">
            <a:off x="4030293" y="3061852"/>
            <a:ext cx="2286000" cy="383100"/>
          </a:xfrm>
          <a:prstGeom prst="straightConnector1">
            <a:avLst/>
          </a:prstGeom>
          <a:noFill/>
          <a:ln cap="flat" cmpd="sng" w="9525">
            <a:solidFill>
              <a:schemeClr val="dk2"/>
            </a:solidFill>
            <a:prstDash val="solid"/>
            <a:round/>
            <a:headEnd len="med" w="med" type="none"/>
            <a:tailEnd len="med" w="med" type="none"/>
          </a:ln>
        </p:spPr>
      </p:cxnSp>
      <p:grpSp>
        <p:nvGrpSpPr>
          <p:cNvPr id="2575" name="Google Shape;2575;p46"/>
          <p:cNvGrpSpPr/>
          <p:nvPr/>
        </p:nvGrpSpPr>
        <p:grpSpPr>
          <a:xfrm>
            <a:off x="6159519" y="807303"/>
            <a:ext cx="313273" cy="74585"/>
            <a:chOff x="3655625" y="914400"/>
            <a:chExt cx="2743200" cy="690600"/>
          </a:xfrm>
        </p:grpSpPr>
        <p:sp>
          <p:nvSpPr>
            <p:cNvPr id="2576" name="Google Shape;2576;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77" name="Google Shape;2577;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78" name="Google Shape;2578;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579" name="Google Shape;2579;p46"/>
          <p:cNvSpPr txBox="1"/>
          <p:nvPr/>
        </p:nvSpPr>
        <p:spPr>
          <a:xfrm>
            <a:off x="6041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cxnSp>
        <p:nvCxnSpPr>
          <p:cNvPr id="2580" name="Google Shape;2580;p46"/>
          <p:cNvCxnSpPr>
            <a:stCxn id="2522" idx="0"/>
            <a:endCxn id="2448" idx="2"/>
          </p:cNvCxnSpPr>
          <p:nvPr/>
        </p:nvCxnSpPr>
        <p:spPr>
          <a:xfrm flipH="1" rot="10800000">
            <a:off x="4487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581" name="Google Shape;2581;p46"/>
          <p:cNvCxnSpPr>
            <a:stCxn id="2522" idx="0"/>
            <a:endCxn id="2452" idx="2"/>
          </p:cNvCxnSpPr>
          <p:nvPr/>
        </p:nvCxnSpPr>
        <p:spPr>
          <a:xfrm flipH="1" rot="10800000">
            <a:off x="4487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582" name="Google Shape;2582;p46"/>
          <p:cNvCxnSpPr>
            <a:stCxn id="2522" idx="0"/>
            <a:endCxn id="2456" idx="2"/>
          </p:cNvCxnSpPr>
          <p:nvPr/>
        </p:nvCxnSpPr>
        <p:spPr>
          <a:xfrm flipH="1" rot="10800000">
            <a:off x="4487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583" name="Google Shape;2583;p46"/>
          <p:cNvCxnSpPr>
            <a:stCxn id="2522" idx="0"/>
            <a:endCxn id="2505" idx="2"/>
          </p:cNvCxnSpPr>
          <p:nvPr/>
        </p:nvCxnSpPr>
        <p:spPr>
          <a:xfrm flipH="1" rot="10800000">
            <a:off x="4487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2584" name="Google Shape;2584;p46"/>
          <p:cNvGrpSpPr/>
          <p:nvPr/>
        </p:nvGrpSpPr>
        <p:grpSpPr>
          <a:xfrm>
            <a:off x="4334156" y="2758466"/>
            <a:ext cx="313273" cy="74585"/>
            <a:chOff x="3655625" y="914400"/>
            <a:chExt cx="2743200" cy="690600"/>
          </a:xfrm>
        </p:grpSpPr>
        <p:sp>
          <p:nvSpPr>
            <p:cNvPr id="2585" name="Google Shape;2585;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86" name="Google Shape;2586;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87" name="Google Shape;2587;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588" name="Google Shape;2588;p46"/>
          <p:cNvGrpSpPr/>
          <p:nvPr/>
        </p:nvGrpSpPr>
        <p:grpSpPr>
          <a:xfrm>
            <a:off x="4334156" y="2537014"/>
            <a:ext cx="313273" cy="74585"/>
            <a:chOff x="3655625" y="914400"/>
            <a:chExt cx="2743200" cy="690600"/>
          </a:xfrm>
        </p:grpSpPr>
        <p:sp>
          <p:nvSpPr>
            <p:cNvPr id="2589" name="Google Shape;2589;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90" name="Google Shape;2590;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91" name="Google Shape;2591;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592" name="Google Shape;2592;p46"/>
          <p:cNvCxnSpPr>
            <a:stCxn id="2585" idx="0"/>
            <a:endCxn id="2589" idx="2"/>
          </p:cNvCxnSpPr>
          <p:nvPr/>
        </p:nvCxnSpPr>
        <p:spPr>
          <a:xfrm rot="10800000">
            <a:off x="4490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2593" name="Google Shape;2593;p46"/>
          <p:cNvGrpSpPr/>
          <p:nvPr/>
        </p:nvGrpSpPr>
        <p:grpSpPr>
          <a:xfrm>
            <a:off x="3876956" y="2758466"/>
            <a:ext cx="313273" cy="74585"/>
            <a:chOff x="3655625" y="914400"/>
            <a:chExt cx="2743200" cy="690600"/>
          </a:xfrm>
        </p:grpSpPr>
        <p:sp>
          <p:nvSpPr>
            <p:cNvPr id="2594" name="Google Shape;2594;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95" name="Google Shape;2595;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596" name="Google Shape;2596;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597" name="Google Shape;2597;p46"/>
          <p:cNvGrpSpPr/>
          <p:nvPr/>
        </p:nvGrpSpPr>
        <p:grpSpPr>
          <a:xfrm>
            <a:off x="3876956" y="2537014"/>
            <a:ext cx="313273" cy="74585"/>
            <a:chOff x="3655625" y="914400"/>
            <a:chExt cx="2743200" cy="690600"/>
          </a:xfrm>
        </p:grpSpPr>
        <p:sp>
          <p:nvSpPr>
            <p:cNvPr id="2598" name="Google Shape;2598;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599" name="Google Shape;2599;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00" name="Google Shape;2600;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601" name="Google Shape;2601;p46"/>
          <p:cNvCxnSpPr>
            <a:stCxn id="2594" idx="0"/>
            <a:endCxn id="2598" idx="2"/>
          </p:cNvCxnSpPr>
          <p:nvPr/>
        </p:nvCxnSpPr>
        <p:spPr>
          <a:xfrm rot="10800000">
            <a:off x="4033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2602" name="Google Shape;2602;p46"/>
          <p:cNvGrpSpPr/>
          <p:nvPr/>
        </p:nvGrpSpPr>
        <p:grpSpPr>
          <a:xfrm>
            <a:off x="3419756" y="2758466"/>
            <a:ext cx="313273" cy="74585"/>
            <a:chOff x="3655625" y="914400"/>
            <a:chExt cx="2743200" cy="690600"/>
          </a:xfrm>
        </p:grpSpPr>
        <p:sp>
          <p:nvSpPr>
            <p:cNvPr id="2603" name="Google Shape;2603;p4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04" name="Google Shape;2604;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05" name="Google Shape;2605;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606" name="Google Shape;2606;p46"/>
          <p:cNvGrpSpPr/>
          <p:nvPr/>
        </p:nvGrpSpPr>
        <p:grpSpPr>
          <a:xfrm>
            <a:off x="3419756" y="2537014"/>
            <a:ext cx="313273" cy="74585"/>
            <a:chOff x="3655625" y="914400"/>
            <a:chExt cx="2743200" cy="690600"/>
          </a:xfrm>
        </p:grpSpPr>
        <p:sp>
          <p:nvSpPr>
            <p:cNvPr id="2607" name="Google Shape;2607;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08" name="Google Shape;2608;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09" name="Google Shape;2609;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610" name="Google Shape;2610;p46"/>
          <p:cNvCxnSpPr>
            <a:stCxn id="2603" idx="0"/>
            <a:endCxn id="2607" idx="2"/>
          </p:cNvCxnSpPr>
          <p:nvPr/>
        </p:nvCxnSpPr>
        <p:spPr>
          <a:xfrm rot="10800000">
            <a:off x="3576393" y="2611166"/>
            <a:ext cx="0" cy="147300"/>
          </a:xfrm>
          <a:prstGeom prst="straightConnector1">
            <a:avLst/>
          </a:prstGeom>
          <a:noFill/>
          <a:ln cap="flat" cmpd="sng" w="9525">
            <a:solidFill>
              <a:schemeClr val="dk2"/>
            </a:solidFill>
            <a:prstDash val="solid"/>
            <a:round/>
            <a:headEnd len="med" w="med" type="none"/>
            <a:tailEnd len="med" w="med" type="none"/>
          </a:ln>
        </p:spPr>
      </p:cxnSp>
      <p:sp>
        <p:nvSpPr>
          <p:cNvPr id="2611" name="Google Shape;2611;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612" name="Google Shape;2612;p46"/>
          <p:cNvGrpSpPr/>
          <p:nvPr/>
        </p:nvGrpSpPr>
        <p:grpSpPr>
          <a:xfrm>
            <a:off x="3419756" y="807303"/>
            <a:ext cx="313273" cy="74585"/>
            <a:chOff x="3655625" y="914400"/>
            <a:chExt cx="2743200" cy="690600"/>
          </a:xfrm>
        </p:grpSpPr>
        <p:sp>
          <p:nvSpPr>
            <p:cNvPr id="2613" name="Google Shape;2613;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14" name="Google Shape;2614;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15" name="Google Shape;2615;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616" name="Google Shape;2616;p46"/>
          <p:cNvGrpSpPr/>
          <p:nvPr/>
        </p:nvGrpSpPr>
        <p:grpSpPr>
          <a:xfrm>
            <a:off x="3876956" y="807303"/>
            <a:ext cx="313273" cy="74585"/>
            <a:chOff x="3655625" y="914400"/>
            <a:chExt cx="2743200" cy="690600"/>
          </a:xfrm>
        </p:grpSpPr>
        <p:sp>
          <p:nvSpPr>
            <p:cNvPr id="2617" name="Google Shape;2617;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18" name="Google Shape;2618;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19" name="Google Shape;2619;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620" name="Google Shape;2620;p46"/>
          <p:cNvGrpSpPr/>
          <p:nvPr/>
        </p:nvGrpSpPr>
        <p:grpSpPr>
          <a:xfrm>
            <a:off x="4334156" y="807303"/>
            <a:ext cx="313273" cy="74585"/>
            <a:chOff x="3655625" y="914400"/>
            <a:chExt cx="2743200" cy="690600"/>
          </a:xfrm>
        </p:grpSpPr>
        <p:sp>
          <p:nvSpPr>
            <p:cNvPr id="2621" name="Google Shape;2621;p4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22" name="Google Shape;2622;p4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23" name="Google Shape;2623;p4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624" name="Google Shape;2624;p46"/>
          <p:cNvSpPr txBox="1"/>
          <p:nvPr/>
        </p:nvSpPr>
        <p:spPr>
          <a:xfrm>
            <a:off x="3332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That</a:t>
            </a:r>
            <a:endParaRPr sz="1200">
              <a:solidFill>
                <a:srgbClr val="3C78D8"/>
              </a:solidFill>
              <a:latin typeface="Roboto"/>
              <a:ea typeface="Roboto"/>
              <a:cs typeface="Roboto"/>
              <a:sym typeface="Roboto"/>
            </a:endParaRPr>
          </a:p>
        </p:txBody>
      </p:sp>
      <p:sp>
        <p:nvSpPr>
          <p:cNvPr id="2625" name="Google Shape;2625;p46"/>
          <p:cNvSpPr txBox="1"/>
          <p:nvPr/>
        </p:nvSpPr>
        <p:spPr>
          <a:xfrm>
            <a:off x="3876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is</a:t>
            </a:r>
            <a:endParaRPr sz="1200">
              <a:solidFill>
                <a:srgbClr val="3C78D8"/>
              </a:solidFill>
              <a:latin typeface="Roboto"/>
              <a:ea typeface="Roboto"/>
              <a:cs typeface="Roboto"/>
              <a:sym typeface="Roboto"/>
            </a:endParaRPr>
          </a:p>
        </p:txBody>
      </p:sp>
      <p:sp>
        <p:nvSpPr>
          <p:cNvPr id="2626" name="Google Shape;2626;p46"/>
          <p:cNvSpPr txBox="1"/>
          <p:nvPr/>
        </p:nvSpPr>
        <p:spPr>
          <a:xfrm>
            <a:off x="4226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good</a:t>
            </a:r>
            <a:endParaRPr sz="1200">
              <a:solidFill>
                <a:srgbClr val="3C78D8"/>
              </a:solidFill>
              <a:latin typeface="Roboto"/>
              <a:ea typeface="Roboto"/>
              <a:cs typeface="Roboto"/>
              <a:sym typeface="Roboto"/>
            </a:endParaRPr>
          </a:p>
        </p:txBody>
      </p:sp>
      <p:sp>
        <p:nvSpPr>
          <p:cNvPr id="2627" name="Google Shape;2627;p46"/>
          <p:cNvSpPr txBox="1"/>
          <p:nvPr/>
        </p:nvSpPr>
        <p:spPr>
          <a:xfrm>
            <a:off x="188375" y="4259800"/>
            <a:ext cx="28776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Input and target are concatenated</a:t>
            </a:r>
            <a:endParaRPr i="1">
              <a:solidFill>
                <a:srgbClr val="A61C00"/>
              </a:solidFill>
              <a:latin typeface="Roboto"/>
              <a:ea typeface="Roboto"/>
              <a:cs typeface="Roboto"/>
              <a:sym typeface="Roboto"/>
            </a:endParaRPr>
          </a:p>
        </p:txBody>
      </p:sp>
      <p:cxnSp>
        <p:nvCxnSpPr>
          <p:cNvPr id="2628" name="Google Shape;2628;p46"/>
          <p:cNvCxnSpPr/>
          <p:nvPr/>
        </p:nvCxnSpPr>
        <p:spPr>
          <a:xfrm flipH="1">
            <a:off x="1627175" y="4500700"/>
            <a:ext cx="3543600" cy="161700"/>
          </a:xfrm>
          <a:prstGeom prst="bentConnector4">
            <a:avLst>
              <a:gd fmla="val 1" name="adj1"/>
              <a:gd fmla="val 101160" name="adj2"/>
            </a:avLst>
          </a:prstGeom>
          <a:noFill/>
          <a:ln cap="flat" cmpd="sng" w="9525">
            <a:solidFill>
              <a:schemeClr val="dk2"/>
            </a:solidFill>
            <a:prstDash val="solid"/>
            <a:round/>
            <a:headEnd len="med" w="med" type="triangle"/>
            <a:tailEnd len="med" w="med"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2" name="Shape 2632"/>
        <p:cNvGrpSpPr/>
        <p:nvPr/>
      </p:nvGrpSpPr>
      <p:grpSpPr>
        <a:xfrm>
          <a:off x="0" y="0"/>
          <a:ext cx="0" cy="0"/>
          <a:chOff x="0" y="0"/>
          <a:chExt cx="0" cy="0"/>
        </a:xfrm>
      </p:grpSpPr>
      <p:sp>
        <p:nvSpPr>
          <p:cNvPr id="2633" name="Google Shape;2633;p47"/>
          <p:cNvSpPr/>
          <p:nvPr/>
        </p:nvSpPr>
        <p:spPr>
          <a:xfrm>
            <a:off x="3194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2634" name="Google Shape;2634;p47"/>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Decoder-only</a:t>
            </a:r>
            <a:endParaRPr/>
          </a:p>
        </p:txBody>
      </p:sp>
      <p:sp>
        <p:nvSpPr>
          <p:cNvPr id="2635" name="Google Shape;2635;p47"/>
          <p:cNvSpPr txBox="1"/>
          <p:nvPr/>
        </p:nvSpPr>
        <p:spPr>
          <a:xfrm>
            <a:off x="3794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That</a:t>
            </a:r>
            <a:endParaRPr sz="1200">
              <a:solidFill>
                <a:srgbClr val="3D85C6"/>
              </a:solidFill>
              <a:latin typeface="Roboto"/>
              <a:ea typeface="Roboto"/>
              <a:cs typeface="Roboto"/>
              <a:sym typeface="Roboto"/>
            </a:endParaRPr>
          </a:p>
        </p:txBody>
      </p:sp>
      <p:sp>
        <p:nvSpPr>
          <p:cNvPr id="2636" name="Google Shape;2636;p47"/>
          <p:cNvSpPr txBox="1"/>
          <p:nvPr/>
        </p:nvSpPr>
        <p:spPr>
          <a:xfrm>
            <a:off x="4338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is</a:t>
            </a:r>
            <a:endParaRPr sz="1200">
              <a:solidFill>
                <a:srgbClr val="3D85C6"/>
              </a:solidFill>
              <a:latin typeface="Roboto"/>
              <a:ea typeface="Roboto"/>
              <a:cs typeface="Roboto"/>
              <a:sym typeface="Roboto"/>
            </a:endParaRPr>
          </a:p>
        </p:txBody>
      </p:sp>
      <p:sp>
        <p:nvSpPr>
          <p:cNvPr id="2637" name="Google Shape;2637;p47"/>
          <p:cNvSpPr txBox="1"/>
          <p:nvPr/>
        </p:nvSpPr>
        <p:spPr>
          <a:xfrm>
            <a:off x="4682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good</a:t>
            </a:r>
            <a:endParaRPr sz="1200">
              <a:solidFill>
                <a:srgbClr val="3D85C6"/>
              </a:solidFill>
              <a:latin typeface="Roboto"/>
              <a:ea typeface="Roboto"/>
              <a:cs typeface="Roboto"/>
              <a:sym typeface="Roboto"/>
            </a:endParaRPr>
          </a:p>
        </p:txBody>
      </p:sp>
      <p:sp>
        <p:nvSpPr>
          <p:cNvPr id="2638" name="Google Shape;2638;p47"/>
          <p:cNvSpPr/>
          <p:nvPr/>
        </p:nvSpPr>
        <p:spPr>
          <a:xfrm>
            <a:off x="3321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2639" name="Google Shape;2639;p47"/>
          <p:cNvSpPr/>
          <p:nvPr/>
        </p:nvSpPr>
        <p:spPr>
          <a:xfrm>
            <a:off x="3370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640" name="Google Shape;2640;p47"/>
          <p:cNvGrpSpPr/>
          <p:nvPr/>
        </p:nvGrpSpPr>
        <p:grpSpPr>
          <a:xfrm>
            <a:off x="4788056" y="3444952"/>
            <a:ext cx="313273" cy="74585"/>
            <a:chOff x="3655625" y="914400"/>
            <a:chExt cx="2743200" cy="690600"/>
          </a:xfrm>
        </p:grpSpPr>
        <p:sp>
          <p:nvSpPr>
            <p:cNvPr id="2641" name="Google Shape;2641;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42" name="Google Shape;2642;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43" name="Google Shape;2643;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644" name="Google Shape;2644;p47"/>
          <p:cNvSpPr txBox="1"/>
          <p:nvPr/>
        </p:nvSpPr>
        <p:spPr>
          <a:xfrm>
            <a:off x="5177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2645" name="Google Shape;2645;p47"/>
          <p:cNvGrpSpPr/>
          <p:nvPr/>
        </p:nvGrpSpPr>
        <p:grpSpPr>
          <a:xfrm>
            <a:off x="5245256" y="3444952"/>
            <a:ext cx="313273" cy="74585"/>
            <a:chOff x="3655625" y="914400"/>
            <a:chExt cx="2743200" cy="690600"/>
          </a:xfrm>
        </p:grpSpPr>
        <p:sp>
          <p:nvSpPr>
            <p:cNvPr id="2646" name="Google Shape;2646;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47" name="Google Shape;2647;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48" name="Google Shape;2648;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649" name="Google Shape;2649;p47"/>
          <p:cNvSpPr txBox="1"/>
          <p:nvPr/>
        </p:nvSpPr>
        <p:spPr>
          <a:xfrm>
            <a:off x="5681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2650" name="Google Shape;2650;p47"/>
          <p:cNvGrpSpPr/>
          <p:nvPr/>
        </p:nvGrpSpPr>
        <p:grpSpPr>
          <a:xfrm>
            <a:off x="5702456" y="3444952"/>
            <a:ext cx="313273" cy="74585"/>
            <a:chOff x="3655625" y="914400"/>
            <a:chExt cx="2743200" cy="690600"/>
          </a:xfrm>
        </p:grpSpPr>
        <p:sp>
          <p:nvSpPr>
            <p:cNvPr id="2651" name="Google Shape;2651;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52" name="Google Shape;2652;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53" name="Google Shape;2653;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654" name="Google Shape;2654;p47"/>
          <p:cNvSpPr txBox="1"/>
          <p:nvPr/>
        </p:nvSpPr>
        <p:spPr>
          <a:xfrm>
            <a:off x="6107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2655" name="Google Shape;2655;p47"/>
          <p:cNvGrpSpPr/>
          <p:nvPr/>
        </p:nvGrpSpPr>
        <p:grpSpPr>
          <a:xfrm>
            <a:off x="4788056" y="2987752"/>
            <a:ext cx="313273" cy="74585"/>
            <a:chOff x="3655625" y="914400"/>
            <a:chExt cx="2743200" cy="690600"/>
          </a:xfrm>
        </p:grpSpPr>
        <p:sp>
          <p:nvSpPr>
            <p:cNvPr id="2656" name="Google Shape;2656;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57" name="Google Shape;2657;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58" name="Google Shape;2658;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659" name="Google Shape;2659;p47"/>
          <p:cNvGrpSpPr/>
          <p:nvPr/>
        </p:nvGrpSpPr>
        <p:grpSpPr>
          <a:xfrm>
            <a:off x="5245256" y="2987752"/>
            <a:ext cx="313273" cy="74585"/>
            <a:chOff x="3655625" y="914400"/>
            <a:chExt cx="2743200" cy="690600"/>
          </a:xfrm>
        </p:grpSpPr>
        <p:sp>
          <p:nvSpPr>
            <p:cNvPr id="2660" name="Google Shape;2660;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61" name="Google Shape;2661;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62" name="Google Shape;2662;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663" name="Google Shape;2663;p47"/>
          <p:cNvGrpSpPr/>
          <p:nvPr/>
        </p:nvGrpSpPr>
        <p:grpSpPr>
          <a:xfrm>
            <a:off x="5702456" y="2987752"/>
            <a:ext cx="313273" cy="74585"/>
            <a:chOff x="3655625" y="914400"/>
            <a:chExt cx="2743200" cy="690600"/>
          </a:xfrm>
        </p:grpSpPr>
        <p:sp>
          <p:nvSpPr>
            <p:cNvPr id="2664" name="Google Shape;2664;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65" name="Google Shape;2665;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66" name="Google Shape;2666;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667" name="Google Shape;2667;p47"/>
          <p:cNvCxnSpPr>
            <a:stCxn id="2641" idx="0"/>
          </p:cNvCxnSpPr>
          <p:nvPr/>
        </p:nvCxnSpPr>
        <p:spPr>
          <a:xfrm rot="10800000">
            <a:off x="4944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668" name="Google Shape;2668;p47"/>
          <p:cNvCxnSpPr>
            <a:stCxn id="2641" idx="0"/>
            <a:endCxn id="2660" idx="2"/>
          </p:cNvCxnSpPr>
          <p:nvPr/>
        </p:nvCxnSpPr>
        <p:spPr>
          <a:xfrm flipH="1" rot="10800000">
            <a:off x="4944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669" name="Google Shape;2669;p47"/>
          <p:cNvCxnSpPr>
            <a:stCxn id="2641" idx="0"/>
            <a:endCxn id="2664" idx="2"/>
          </p:cNvCxnSpPr>
          <p:nvPr/>
        </p:nvCxnSpPr>
        <p:spPr>
          <a:xfrm flipH="1" rot="10800000">
            <a:off x="4944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670" name="Google Shape;2670;p47"/>
          <p:cNvCxnSpPr>
            <a:stCxn id="2646" idx="0"/>
            <a:endCxn id="2660" idx="2"/>
          </p:cNvCxnSpPr>
          <p:nvPr/>
        </p:nvCxnSpPr>
        <p:spPr>
          <a:xfrm rot="10800000">
            <a:off x="5401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671" name="Google Shape;2671;p47"/>
          <p:cNvCxnSpPr>
            <a:stCxn id="2651" idx="0"/>
            <a:endCxn id="2664"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672" name="Google Shape;2672;p47"/>
          <p:cNvCxnSpPr>
            <a:stCxn id="2646" idx="0"/>
            <a:endCxn id="2664" idx="2"/>
          </p:cNvCxnSpPr>
          <p:nvPr/>
        </p:nvCxnSpPr>
        <p:spPr>
          <a:xfrm flipH="1" rot="10800000">
            <a:off x="5401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2673" name="Google Shape;2673;p47"/>
          <p:cNvGrpSpPr/>
          <p:nvPr/>
        </p:nvGrpSpPr>
        <p:grpSpPr>
          <a:xfrm rot="-5400000">
            <a:off x="4893088" y="2142702"/>
            <a:ext cx="109798" cy="26302"/>
            <a:chOff x="4885225" y="945750"/>
            <a:chExt cx="311926" cy="74700"/>
          </a:xfrm>
        </p:grpSpPr>
        <p:sp>
          <p:nvSpPr>
            <p:cNvPr id="2674" name="Google Shape;2674;p47"/>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675" name="Google Shape;2675;p47"/>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676" name="Google Shape;2676;p47"/>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677" name="Google Shape;2677;p47"/>
          <p:cNvSpPr/>
          <p:nvPr/>
        </p:nvSpPr>
        <p:spPr>
          <a:xfrm>
            <a:off x="3321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2678" name="Google Shape;2678;p47"/>
          <p:cNvSpPr/>
          <p:nvPr/>
        </p:nvSpPr>
        <p:spPr>
          <a:xfrm>
            <a:off x="3369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2679" name="Google Shape;2679;p47"/>
          <p:cNvSpPr/>
          <p:nvPr/>
        </p:nvSpPr>
        <p:spPr>
          <a:xfrm>
            <a:off x="3370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2680" name="Google Shape;2680;p47"/>
          <p:cNvSpPr/>
          <p:nvPr/>
        </p:nvSpPr>
        <p:spPr>
          <a:xfrm>
            <a:off x="3370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2681" name="Google Shape;2681;p47"/>
          <p:cNvGrpSpPr/>
          <p:nvPr/>
        </p:nvGrpSpPr>
        <p:grpSpPr>
          <a:xfrm>
            <a:off x="4791356" y="2758466"/>
            <a:ext cx="313273" cy="74585"/>
            <a:chOff x="3655625" y="914400"/>
            <a:chExt cx="2743200" cy="690600"/>
          </a:xfrm>
        </p:grpSpPr>
        <p:sp>
          <p:nvSpPr>
            <p:cNvPr id="2682" name="Google Shape;2682;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83" name="Google Shape;2683;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84" name="Google Shape;2684;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685" name="Google Shape;2685;p47"/>
          <p:cNvGrpSpPr/>
          <p:nvPr/>
        </p:nvGrpSpPr>
        <p:grpSpPr>
          <a:xfrm>
            <a:off x="5248556" y="2758466"/>
            <a:ext cx="313273" cy="74585"/>
            <a:chOff x="3655625" y="914400"/>
            <a:chExt cx="2743200" cy="690600"/>
          </a:xfrm>
        </p:grpSpPr>
        <p:sp>
          <p:nvSpPr>
            <p:cNvPr id="2686" name="Google Shape;2686;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87" name="Google Shape;2687;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88" name="Google Shape;2688;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689" name="Google Shape;2689;p47"/>
          <p:cNvGrpSpPr/>
          <p:nvPr/>
        </p:nvGrpSpPr>
        <p:grpSpPr>
          <a:xfrm>
            <a:off x="5705756" y="2758466"/>
            <a:ext cx="313273" cy="74585"/>
            <a:chOff x="3655625" y="914400"/>
            <a:chExt cx="2743200" cy="690600"/>
          </a:xfrm>
        </p:grpSpPr>
        <p:sp>
          <p:nvSpPr>
            <p:cNvPr id="2690" name="Google Shape;2690;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91" name="Google Shape;2691;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92" name="Google Shape;2692;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693" name="Google Shape;2693;p47"/>
          <p:cNvGrpSpPr/>
          <p:nvPr/>
        </p:nvGrpSpPr>
        <p:grpSpPr>
          <a:xfrm>
            <a:off x="4791356" y="2537014"/>
            <a:ext cx="313273" cy="74585"/>
            <a:chOff x="3655625" y="914400"/>
            <a:chExt cx="2743200" cy="690600"/>
          </a:xfrm>
        </p:grpSpPr>
        <p:sp>
          <p:nvSpPr>
            <p:cNvPr id="2694" name="Google Shape;2694;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95" name="Google Shape;2695;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696" name="Google Shape;2696;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697" name="Google Shape;2697;p47"/>
          <p:cNvGrpSpPr/>
          <p:nvPr/>
        </p:nvGrpSpPr>
        <p:grpSpPr>
          <a:xfrm>
            <a:off x="5248556" y="2537014"/>
            <a:ext cx="313273" cy="74585"/>
            <a:chOff x="3655625" y="914400"/>
            <a:chExt cx="2743200" cy="690600"/>
          </a:xfrm>
        </p:grpSpPr>
        <p:sp>
          <p:nvSpPr>
            <p:cNvPr id="2698" name="Google Shape;2698;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99" name="Google Shape;2699;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00" name="Google Shape;2700;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701" name="Google Shape;2701;p47"/>
          <p:cNvGrpSpPr/>
          <p:nvPr/>
        </p:nvGrpSpPr>
        <p:grpSpPr>
          <a:xfrm>
            <a:off x="5705756" y="2537014"/>
            <a:ext cx="313273" cy="74585"/>
            <a:chOff x="3655625" y="914400"/>
            <a:chExt cx="2743200" cy="690600"/>
          </a:xfrm>
        </p:grpSpPr>
        <p:sp>
          <p:nvSpPr>
            <p:cNvPr id="2702" name="Google Shape;2702;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03" name="Google Shape;2703;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04" name="Google Shape;2704;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705" name="Google Shape;2705;p47"/>
          <p:cNvCxnSpPr>
            <a:stCxn id="2682" idx="0"/>
            <a:endCxn id="2694" idx="2"/>
          </p:cNvCxnSpPr>
          <p:nvPr/>
        </p:nvCxnSpPr>
        <p:spPr>
          <a:xfrm rot="10800000">
            <a:off x="4947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2706" name="Google Shape;2706;p47"/>
          <p:cNvCxnSpPr>
            <a:stCxn id="2690" idx="0"/>
            <a:endCxn id="2702"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2707" name="Google Shape;2707;p47"/>
          <p:cNvCxnSpPr>
            <a:stCxn id="2686" idx="0"/>
            <a:endCxn id="2698" idx="2"/>
          </p:cNvCxnSpPr>
          <p:nvPr/>
        </p:nvCxnSpPr>
        <p:spPr>
          <a:xfrm rot="10800000">
            <a:off x="5405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2708" name="Google Shape;2708;p47"/>
          <p:cNvGrpSpPr/>
          <p:nvPr/>
        </p:nvGrpSpPr>
        <p:grpSpPr>
          <a:xfrm>
            <a:off x="6159656" y="3444952"/>
            <a:ext cx="313273" cy="74585"/>
            <a:chOff x="3655625" y="914400"/>
            <a:chExt cx="2743200" cy="690600"/>
          </a:xfrm>
        </p:grpSpPr>
        <p:sp>
          <p:nvSpPr>
            <p:cNvPr id="2709" name="Google Shape;2709;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10" name="Google Shape;2710;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11" name="Google Shape;2711;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712" name="Google Shape;2712;p47"/>
          <p:cNvGrpSpPr/>
          <p:nvPr/>
        </p:nvGrpSpPr>
        <p:grpSpPr>
          <a:xfrm>
            <a:off x="6159656" y="2987752"/>
            <a:ext cx="313273" cy="74585"/>
            <a:chOff x="3655625" y="914400"/>
            <a:chExt cx="2743200" cy="690600"/>
          </a:xfrm>
        </p:grpSpPr>
        <p:sp>
          <p:nvSpPr>
            <p:cNvPr id="2713" name="Google Shape;2713;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14" name="Google Shape;2714;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15" name="Google Shape;2715;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716" name="Google Shape;2716;p47"/>
          <p:cNvCxnSpPr>
            <a:stCxn id="2641" idx="0"/>
            <a:endCxn id="2713" idx="2"/>
          </p:cNvCxnSpPr>
          <p:nvPr/>
        </p:nvCxnSpPr>
        <p:spPr>
          <a:xfrm flipH="1" rot="10800000">
            <a:off x="4944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717" name="Google Shape;2717;p47"/>
          <p:cNvCxnSpPr>
            <a:stCxn id="2646" idx="0"/>
            <a:endCxn id="2713" idx="2"/>
          </p:cNvCxnSpPr>
          <p:nvPr/>
        </p:nvCxnSpPr>
        <p:spPr>
          <a:xfrm flipH="1" rot="10800000">
            <a:off x="5401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718" name="Google Shape;2718;p47"/>
          <p:cNvCxnSpPr>
            <a:stCxn id="2651" idx="0"/>
            <a:endCxn id="2713"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719" name="Google Shape;2719;p47"/>
          <p:cNvCxnSpPr>
            <a:stCxn id="2709" idx="0"/>
            <a:endCxn id="2713"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2720" name="Google Shape;2720;p47"/>
          <p:cNvGrpSpPr/>
          <p:nvPr/>
        </p:nvGrpSpPr>
        <p:grpSpPr>
          <a:xfrm>
            <a:off x="6162956" y="2761349"/>
            <a:ext cx="313273" cy="74585"/>
            <a:chOff x="3655625" y="914400"/>
            <a:chExt cx="2743200" cy="690600"/>
          </a:xfrm>
        </p:grpSpPr>
        <p:sp>
          <p:nvSpPr>
            <p:cNvPr id="2721" name="Google Shape;2721;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22" name="Google Shape;2722;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23" name="Google Shape;2723;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724" name="Google Shape;2724;p47"/>
          <p:cNvGrpSpPr/>
          <p:nvPr/>
        </p:nvGrpSpPr>
        <p:grpSpPr>
          <a:xfrm>
            <a:off x="6162956" y="2533450"/>
            <a:ext cx="313273" cy="74585"/>
            <a:chOff x="3655625" y="914400"/>
            <a:chExt cx="2743200" cy="690600"/>
          </a:xfrm>
        </p:grpSpPr>
        <p:sp>
          <p:nvSpPr>
            <p:cNvPr id="2725" name="Google Shape;2725;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26" name="Google Shape;2726;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27" name="Google Shape;2727;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728" name="Google Shape;2728;p47"/>
          <p:cNvCxnSpPr>
            <a:stCxn id="2721" idx="0"/>
            <a:endCxn id="2725" idx="2"/>
          </p:cNvCxnSpPr>
          <p:nvPr/>
        </p:nvCxnSpPr>
        <p:spPr>
          <a:xfrm rot="10800000">
            <a:off x="6319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2729" name="Google Shape;2729;p47"/>
          <p:cNvGrpSpPr/>
          <p:nvPr/>
        </p:nvGrpSpPr>
        <p:grpSpPr>
          <a:xfrm>
            <a:off x="4330856" y="3444952"/>
            <a:ext cx="313273" cy="74585"/>
            <a:chOff x="3655625" y="914400"/>
            <a:chExt cx="2743200" cy="690600"/>
          </a:xfrm>
        </p:grpSpPr>
        <p:sp>
          <p:nvSpPr>
            <p:cNvPr id="2730" name="Google Shape;2730;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31" name="Google Shape;2731;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32" name="Google Shape;2732;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733" name="Google Shape;2733;p47"/>
          <p:cNvGrpSpPr/>
          <p:nvPr/>
        </p:nvGrpSpPr>
        <p:grpSpPr>
          <a:xfrm>
            <a:off x="4330856" y="2987752"/>
            <a:ext cx="313273" cy="74585"/>
            <a:chOff x="3655625" y="914400"/>
            <a:chExt cx="2743200" cy="690600"/>
          </a:xfrm>
        </p:grpSpPr>
        <p:sp>
          <p:nvSpPr>
            <p:cNvPr id="2734" name="Google Shape;2734;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35" name="Google Shape;2735;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36" name="Google Shape;2736;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737" name="Google Shape;2737;p47"/>
          <p:cNvGrpSpPr/>
          <p:nvPr/>
        </p:nvGrpSpPr>
        <p:grpSpPr>
          <a:xfrm>
            <a:off x="3873656" y="3444952"/>
            <a:ext cx="313273" cy="74585"/>
            <a:chOff x="3655625" y="914400"/>
            <a:chExt cx="2743200" cy="690600"/>
          </a:xfrm>
        </p:grpSpPr>
        <p:sp>
          <p:nvSpPr>
            <p:cNvPr id="2738" name="Google Shape;2738;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39" name="Google Shape;2739;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40" name="Google Shape;2740;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741" name="Google Shape;2741;p47"/>
          <p:cNvGrpSpPr/>
          <p:nvPr/>
        </p:nvGrpSpPr>
        <p:grpSpPr>
          <a:xfrm>
            <a:off x="3873656" y="2987752"/>
            <a:ext cx="313273" cy="74585"/>
            <a:chOff x="3655625" y="914400"/>
            <a:chExt cx="2743200" cy="690600"/>
          </a:xfrm>
        </p:grpSpPr>
        <p:sp>
          <p:nvSpPr>
            <p:cNvPr id="2742" name="Google Shape;2742;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43" name="Google Shape;2743;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44" name="Google Shape;2744;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745" name="Google Shape;2745;p47"/>
          <p:cNvGrpSpPr/>
          <p:nvPr/>
        </p:nvGrpSpPr>
        <p:grpSpPr>
          <a:xfrm>
            <a:off x="3416456" y="3444952"/>
            <a:ext cx="313273" cy="74585"/>
            <a:chOff x="3655625" y="914400"/>
            <a:chExt cx="2743200" cy="690600"/>
          </a:xfrm>
        </p:grpSpPr>
        <p:sp>
          <p:nvSpPr>
            <p:cNvPr id="2746" name="Google Shape;2746;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47" name="Google Shape;2747;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48" name="Google Shape;2748;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749" name="Google Shape;2749;p47"/>
          <p:cNvGrpSpPr/>
          <p:nvPr/>
        </p:nvGrpSpPr>
        <p:grpSpPr>
          <a:xfrm>
            <a:off x="3416456" y="2987752"/>
            <a:ext cx="313273" cy="74585"/>
            <a:chOff x="3655625" y="914400"/>
            <a:chExt cx="2743200" cy="690600"/>
          </a:xfrm>
        </p:grpSpPr>
        <p:sp>
          <p:nvSpPr>
            <p:cNvPr id="2750" name="Google Shape;2750;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51" name="Google Shape;2751;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52" name="Google Shape;2752;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753" name="Google Shape;2753;p47"/>
          <p:cNvSpPr txBox="1"/>
          <p:nvPr/>
        </p:nvSpPr>
        <p:spPr>
          <a:xfrm>
            <a:off x="3321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2754" name="Google Shape;2754;p47"/>
          <p:cNvCxnSpPr>
            <a:stCxn id="2730" idx="0"/>
            <a:endCxn id="2734" idx="2"/>
          </p:cNvCxnSpPr>
          <p:nvPr/>
        </p:nvCxnSpPr>
        <p:spPr>
          <a:xfrm rot="10800000">
            <a:off x="4487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755" name="Google Shape;2755;p47"/>
          <p:cNvCxnSpPr>
            <a:stCxn id="2738" idx="0"/>
            <a:endCxn id="2742" idx="2"/>
          </p:cNvCxnSpPr>
          <p:nvPr/>
        </p:nvCxnSpPr>
        <p:spPr>
          <a:xfrm rot="10800000">
            <a:off x="4030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756" name="Google Shape;2756;p47"/>
          <p:cNvCxnSpPr>
            <a:stCxn id="2746" idx="0"/>
            <a:endCxn id="2750" idx="2"/>
          </p:cNvCxnSpPr>
          <p:nvPr/>
        </p:nvCxnSpPr>
        <p:spPr>
          <a:xfrm rot="10800000">
            <a:off x="3573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757" name="Google Shape;2757;p47"/>
          <p:cNvCxnSpPr>
            <a:stCxn id="2746" idx="0"/>
            <a:endCxn id="2742" idx="2"/>
          </p:cNvCxnSpPr>
          <p:nvPr/>
        </p:nvCxnSpPr>
        <p:spPr>
          <a:xfrm flipH="1" rot="10800000">
            <a:off x="3573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758" name="Google Shape;2758;p47"/>
          <p:cNvCxnSpPr>
            <a:stCxn id="2746" idx="0"/>
            <a:endCxn id="2734" idx="2"/>
          </p:cNvCxnSpPr>
          <p:nvPr/>
        </p:nvCxnSpPr>
        <p:spPr>
          <a:xfrm flipH="1" rot="10800000">
            <a:off x="3573093" y="3061852"/>
            <a:ext cx="914400" cy="383100"/>
          </a:xfrm>
          <a:prstGeom prst="straightConnector1">
            <a:avLst/>
          </a:prstGeom>
          <a:noFill/>
          <a:ln cap="flat" cmpd="sng" w="9525">
            <a:solidFill>
              <a:schemeClr val="dk2"/>
            </a:solidFill>
            <a:prstDash val="solid"/>
            <a:round/>
            <a:headEnd len="med" w="med" type="none"/>
            <a:tailEnd len="med" w="med" type="none"/>
          </a:ln>
        </p:spPr>
      </p:cxnSp>
      <p:grpSp>
        <p:nvGrpSpPr>
          <p:cNvPr id="2759" name="Google Shape;2759;p47"/>
          <p:cNvGrpSpPr/>
          <p:nvPr/>
        </p:nvGrpSpPr>
        <p:grpSpPr>
          <a:xfrm>
            <a:off x="4791356" y="807303"/>
            <a:ext cx="313273" cy="74585"/>
            <a:chOff x="3655625" y="914400"/>
            <a:chExt cx="2743200" cy="690600"/>
          </a:xfrm>
        </p:grpSpPr>
        <p:sp>
          <p:nvSpPr>
            <p:cNvPr id="2760" name="Google Shape;2760;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61" name="Google Shape;2761;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62" name="Google Shape;2762;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763" name="Google Shape;2763;p47"/>
          <p:cNvGrpSpPr/>
          <p:nvPr/>
        </p:nvGrpSpPr>
        <p:grpSpPr>
          <a:xfrm>
            <a:off x="5248556" y="807303"/>
            <a:ext cx="313273" cy="74585"/>
            <a:chOff x="3655625" y="914400"/>
            <a:chExt cx="2743200" cy="690600"/>
          </a:xfrm>
        </p:grpSpPr>
        <p:sp>
          <p:nvSpPr>
            <p:cNvPr id="2764" name="Google Shape;2764;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65" name="Google Shape;2765;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66" name="Google Shape;2766;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767" name="Google Shape;2767;p47"/>
          <p:cNvGrpSpPr/>
          <p:nvPr/>
        </p:nvGrpSpPr>
        <p:grpSpPr>
          <a:xfrm>
            <a:off x="5705756" y="807303"/>
            <a:ext cx="313273" cy="74585"/>
            <a:chOff x="3655625" y="914400"/>
            <a:chExt cx="2743200" cy="690600"/>
          </a:xfrm>
        </p:grpSpPr>
        <p:sp>
          <p:nvSpPr>
            <p:cNvPr id="2768" name="Google Shape;2768;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69" name="Google Shape;2769;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70" name="Google Shape;2770;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771" name="Google Shape;2771;p47"/>
          <p:cNvSpPr txBox="1"/>
          <p:nvPr/>
        </p:nvSpPr>
        <p:spPr>
          <a:xfrm>
            <a:off x="4709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2772" name="Google Shape;2772;p47"/>
          <p:cNvSpPr txBox="1"/>
          <p:nvPr/>
        </p:nvSpPr>
        <p:spPr>
          <a:xfrm>
            <a:off x="5235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2773" name="Google Shape;2773;p47"/>
          <p:cNvSpPr txBox="1"/>
          <p:nvPr/>
        </p:nvSpPr>
        <p:spPr>
          <a:xfrm>
            <a:off x="5650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cxnSp>
        <p:nvCxnSpPr>
          <p:cNvPr id="2774" name="Google Shape;2774;p47"/>
          <p:cNvCxnSpPr>
            <a:stCxn id="2746" idx="0"/>
            <a:endCxn id="2656" idx="2"/>
          </p:cNvCxnSpPr>
          <p:nvPr/>
        </p:nvCxnSpPr>
        <p:spPr>
          <a:xfrm flipH="1" rot="10800000">
            <a:off x="3573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775" name="Google Shape;2775;p47"/>
          <p:cNvCxnSpPr>
            <a:stCxn id="2746" idx="0"/>
            <a:endCxn id="2660" idx="2"/>
          </p:cNvCxnSpPr>
          <p:nvPr/>
        </p:nvCxnSpPr>
        <p:spPr>
          <a:xfrm flipH="1" rot="10800000">
            <a:off x="3573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2776" name="Google Shape;2776;p47"/>
          <p:cNvCxnSpPr>
            <a:stCxn id="2746" idx="0"/>
            <a:endCxn id="2664" idx="2"/>
          </p:cNvCxnSpPr>
          <p:nvPr/>
        </p:nvCxnSpPr>
        <p:spPr>
          <a:xfrm flipH="1" rot="10800000">
            <a:off x="3573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2777" name="Google Shape;2777;p47"/>
          <p:cNvCxnSpPr>
            <a:stCxn id="2746" idx="0"/>
            <a:endCxn id="2713" idx="2"/>
          </p:cNvCxnSpPr>
          <p:nvPr/>
        </p:nvCxnSpPr>
        <p:spPr>
          <a:xfrm flipH="1" rot="10800000">
            <a:off x="3573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2778" name="Google Shape;2778;p47"/>
          <p:cNvCxnSpPr>
            <a:stCxn id="2738" idx="0"/>
            <a:endCxn id="2734" idx="2"/>
          </p:cNvCxnSpPr>
          <p:nvPr/>
        </p:nvCxnSpPr>
        <p:spPr>
          <a:xfrm flipH="1" rot="10800000">
            <a:off x="4030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779" name="Google Shape;2779;p47"/>
          <p:cNvCxnSpPr>
            <a:stCxn id="2738" idx="0"/>
            <a:endCxn id="2656" idx="2"/>
          </p:cNvCxnSpPr>
          <p:nvPr/>
        </p:nvCxnSpPr>
        <p:spPr>
          <a:xfrm flipH="1" rot="10800000">
            <a:off x="4030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780" name="Google Shape;2780;p47"/>
          <p:cNvCxnSpPr>
            <a:stCxn id="2738" idx="0"/>
            <a:endCxn id="2660" idx="2"/>
          </p:cNvCxnSpPr>
          <p:nvPr/>
        </p:nvCxnSpPr>
        <p:spPr>
          <a:xfrm flipH="1" rot="10800000">
            <a:off x="4030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781" name="Google Shape;2781;p47"/>
          <p:cNvCxnSpPr>
            <a:stCxn id="2738" idx="0"/>
            <a:endCxn id="2664" idx="2"/>
          </p:cNvCxnSpPr>
          <p:nvPr/>
        </p:nvCxnSpPr>
        <p:spPr>
          <a:xfrm flipH="1" rot="10800000">
            <a:off x="4030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2782" name="Google Shape;2782;p47"/>
          <p:cNvCxnSpPr>
            <a:stCxn id="2738" idx="0"/>
            <a:endCxn id="2713" idx="2"/>
          </p:cNvCxnSpPr>
          <p:nvPr/>
        </p:nvCxnSpPr>
        <p:spPr>
          <a:xfrm flipH="1" rot="10800000">
            <a:off x="4030293" y="3061852"/>
            <a:ext cx="2286000" cy="383100"/>
          </a:xfrm>
          <a:prstGeom prst="straightConnector1">
            <a:avLst/>
          </a:prstGeom>
          <a:noFill/>
          <a:ln cap="flat" cmpd="sng" w="9525">
            <a:solidFill>
              <a:schemeClr val="dk2"/>
            </a:solidFill>
            <a:prstDash val="solid"/>
            <a:round/>
            <a:headEnd len="med" w="med" type="none"/>
            <a:tailEnd len="med" w="med" type="none"/>
          </a:ln>
        </p:spPr>
      </p:cxnSp>
      <p:grpSp>
        <p:nvGrpSpPr>
          <p:cNvPr id="2783" name="Google Shape;2783;p47"/>
          <p:cNvGrpSpPr/>
          <p:nvPr/>
        </p:nvGrpSpPr>
        <p:grpSpPr>
          <a:xfrm>
            <a:off x="6159519" y="807303"/>
            <a:ext cx="313273" cy="74585"/>
            <a:chOff x="3655625" y="914400"/>
            <a:chExt cx="2743200" cy="690600"/>
          </a:xfrm>
        </p:grpSpPr>
        <p:sp>
          <p:nvSpPr>
            <p:cNvPr id="2784" name="Google Shape;2784;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85" name="Google Shape;2785;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86" name="Google Shape;2786;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787" name="Google Shape;2787;p47"/>
          <p:cNvSpPr txBox="1"/>
          <p:nvPr/>
        </p:nvSpPr>
        <p:spPr>
          <a:xfrm>
            <a:off x="6041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cxnSp>
        <p:nvCxnSpPr>
          <p:cNvPr id="2788" name="Google Shape;2788;p47"/>
          <p:cNvCxnSpPr>
            <a:stCxn id="2730" idx="0"/>
            <a:endCxn id="2656" idx="2"/>
          </p:cNvCxnSpPr>
          <p:nvPr/>
        </p:nvCxnSpPr>
        <p:spPr>
          <a:xfrm flipH="1" rot="10800000">
            <a:off x="4487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789" name="Google Shape;2789;p47"/>
          <p:cNvCxnSpPr>
            <a:stCxn id="2730" idx="0"/>
            <a:endCxn id="2660" idx="2"/>
          </p:cNvCxnSpPr>
          <p:nvPr/>
        </p:nvCxnSpPr>
        <p:spPr>
          <a:xfrm flipH="1" rot="10800000">
            <a:off x="4487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790" name="Google Shape;2790;p47"/>
          <p:cNvCxnSpPr>
            <a:stCxn id="2730" idx="0"/>
            <a:endCxn id="2664" idx="2"/>
          </p:cNvCxnSpPr>
          <p:nvPr/>
        </p:nvCxnSpPr>
        <p:spPr>
          <a:xfrm flipH="1" rot="10800000">
            <a:off x="4487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791" name="Google Shape;2791;p47"/>
          <p:cNvCxnSpPr>
            <a:stCxn id="2730" idx="0"/>
            <a:endCxn id="2713" idx="2"/>
          </p:cNvCxnSpPr>
          <p:nvPr/>
        </p:nvCxnSpPr>
        <p:spPr>
          <a:xfrm flipH="1" rot="10800000">
            <a:off x="4487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2792" name="Google Shape;2792;p47"/>
          <p:cNvGrpSpPr/>
          <p:nvPr/>
        </p:nvGrpSpPr>
        <p:grpSpPr>
          <a:xfrm>
            <a:off x="4334156" y="2758466"/>
            <a:ext cx="313273" cy="74585"/>
            <a:chOff x="3655625" y="914400"/>
            <a:chExt cx="2743200" cy="690600"/>
          </a:xfrm>
        </p:grpSpPr>
        <p:sp>
          <p:nvSpPr>
            <p:cNvPr id="2793" name="Google Shape;2793;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94" name="Google Shape;2794;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95" name="Google Shape;2795;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796" name="Google Shape;2796;p47"/>
          <p:cNvGrpSpPr/>
          <p:nvPr/>
        </p:nvGrpSpPr>
        <p:grpSpPr>
          <a:xfrm>
            <a:off x="4334156" y="2537014"/>
            <a:ext cx="313273" cy="74585"/>
            <a:chOff x="3655625" y="914400"/>
            <a:chExt cx="2743200" cy="690600"/>
          </a:xfrm>
        </p:grpSpPr>
        <p:sp>
          <p:nvSpPr>
            <p:cNvPr id="2797" name="Google Shape;2797;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98" name="Google Shape;2798;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799" name="Google Shape;2799;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800" name="Google Shape;2800;p47"/>
          <p:cNvCxnSpPr>
            <a:stCxn id="2793" idx="0"/>
            <a:endCxn id="2797" idx="2"/>
          </p:cNvCxnSpPr>
          <p:nvPr/>
        </p:nvCxnSpPr>
        <p:spPr>
          <a:xfrm rot="10800000">
            <a:off x="4490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2801" name="Google Shape;2801;p47"/>
          <p:cNvGrpSpPr/>
          <p:nvPr/>
        </p:nvGrpSpPr>
        <p:grpSpPr>
          <a:xfrm>
            <a:off x="3876956" y="2758466"/>
            <a:ext cx="313273" cy="74585"/>
            <a:chOff x="3655625" y="914400"/>
            <a:chExt cx="2743200" cy="690600"/>
          </a:xfrm>
        </p:grpSpPr>
        <p:sp>
          <p:nvSpPr>
            <p:cNvPr id="2802" name="Google Shape;2802;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03" name="Google Shape;2803;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04" name="Google Shape;2804;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805" name="Google Shape;2805;p47"/>
          <p:cNvGrpSpPr/>
          <p:nvPr/>
        </p:nvGrpSpPr>
        <p:grpSpPr>
          <a:xfrm>
            <a:off x="3876956" y="2537014"/>
            <a:ext cx="313273" cy="74585"/>
            <a:chOff x="3655625" y="914400"/>
            <a:chExt cx="2743200" cy="690600"/>
          </a:xfrm>
        </p:grpSpPr>
        <p:sp>
          <p:nvSpPr>
            <p:cNvPr id="2806" name="Google Shape;2806;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07" name="Google Shape;2807;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08" name="Google Shape;2808;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809" name="Google Shape;2809;p47"/>
          <p:cNvCxnSpPr>
            <a:stCxn id="2802" idx="0"/>
            <a:endCxn id="2806" idx="2"/>
          </p:cNvCxnSpPr>
          <p:nvPr/>
        </p:nvCxnSpPr>
        <p:spPr>
          <a:xfrm rot="10800000">
            <a:off x="4033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2810" name="Google Shape;2810;p47"/>
          <p:cNvGrpSpPr/>
          <p:nvPr/>
        </p:nvGrpSpPr>
        <p:grpSpPr>
          <a:xfrm>
            <a:off x="3419756" y="2758466"/>
            <a:ext cx="313273" cy="74585"/>
            <a:chOff x="3655625" y="914400"/>
            <a:chExt cx="2743200" cy="690600"/>
          </a:xfrm>
        </p:grpSpPr>
        <p:sp>
          <p:nvSpPr>
            <p:cNvPr id="2811" name="Google Shape;2811;p4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12" name="Google Shape;2812;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13" name="Google Shape;2813;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814" name="Google Shape;2814;p47"/>
          <p:cNvGrpSpPr/>
          <p:nvPr/>
        </p:nvGrpSpPr>
        <p:grpSpPr>
          <a:xfrm>
            <a:off x="3419756" y="2537014"/>
            <a:ext cx="313273" cy="74585"/>
            <a:chOff x="3655625" y="914400"/>
            <a:chExt cx="2743200" cy="690600"/>
          </a:xfrm>
        </p:grpSpPr>
        <p:sp>
          <p:nvSpPr>
            <p:cNvPr id="2815" name="Google Shape;2815;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16" name="Google Shape;2816;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17" name="Google Shape;2817;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818" name="Google Shape;2818;p47"/>
          <p:cNvCxnSpPr>
            <a:stCxn id="2811" idx="0"/>
            <a:endCxn id="2815" idx="2"/>
          </p:cNvCxnSpPr>
          <p:nvPr/>
        </p:nvCxnSpPr>
        <p:spPr>
          <a:xfrm rot="10800000">
            <a:off x="3576393" y="2611166"/>
            <a:ext cx="0" cy="147300"/>
          </a:xfrm>
          <a:prstGeom prst="straightConnector1">
            <a:avLst/>
          </a:prstGeom>
          <a:noFill/>
          <a:ln cap="flat" cmpd="sng" w="9525">
            <a:solidFill>
              <a:schemeClr val="dk2"/>
            </a:solidFill>
            <a:prstDash val="solid"/>
            <a:round/>
            <a:headEnd len="med" w="med" type="none"/>
            <a:tailEnd len="med" w="med" type="none"/>
          </a:ln>
        </p:spPr>
      </p:cxnSp>
      <p:sp>
        <p:nvSpPr>
          <p:cNvPr id="2819" name="Google Shape;2819;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820" name="Google Shape;2820;p47"/>
          <p:cNvGrpSpPr/>
          <p:nvPr/>
        </p:nvGrpSpPr>
        <p:grpSpPr>
          <a:xfrm>
            <a:off x="3419756" y="807303"/>
            <a:ext cx="313273" cy="74585"/>
            <a:chOff x="3655625" y="914400"/>
            <a:chExt cx="2743200" cy="690600"/>
          </a:xfrm>
        </p:grpSpPr>
        <p:sp>
          <p:nvSpPr>
            <p:cNvPr id="2821" name="Google Shape;2821;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22" name="Google Shape;2822;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23" name="Google Shape;2823;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824" name="Google Shape;2824;p47"/>
          <p:cNvGrpSpPr/>
          <p:nvPr/>
        </p:nvGrpSpPr>
        <p:grpSpPr>
          <a:xfrm>
            <a:off x="3876956" y="807303"/>
            <a:ext cx="313273" cy="74585"/>
            <a:chOff x="3655625" y="914400"/>
            <a:chExt cx="2743200" cy="690600"/>
          </a:xfrm>
        </p:grpSpPr>
        <p:sp>
          <p:nvSpPr>
            <p:cNvPr id="2825" name="Google Shape;2825;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26" name="Google Shape;2826;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27" name="Google Shape;2827;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828" name="Google Shape;2828;p47"/>
          <p:cNvGrpSpPr/>
          <p:nvPr/>
        </p:nvGrpSpPr>
        <p:grpSpPr>
          <a:xfrm>
            <a:off x="4334156" y="807303"/>
            <a:ext cx="313273" cy="74585"/>
            <a:chOff x="3655625" y="914400"/>
            <a:chExt cx="2743200" cy="690600"/>
          </a:xfrm>
        </p:grpSpPr>
        <p:sp>
          <p:nvSpPr>
            <p:cNvPr id="2829" name="Google Shape;2829;p4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30" name="Google Shape;2830;p4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31" name="Google Shape;2831;p4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832" name="Google Shape;2832;p47"/>
          <p:cNvSpPr txBox="1"/>
          <p:nvPr/>
        </p:nvSpPr>
        <p:spPr>
          <a:xfrm>
            <a:off x="3332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That</a:t>
            </a:r>
            <a:endParaRPr sz="1200">
              <a:solidFill>
                <a:srgbClr val="3C78D8"/>
              </a:solidFill>
              <a:latin typeface="Roboto"/>
              <a:ea typeface="Roboto"/>
              <a:cs typeface="Roboto"/>
              <a:sym typeface="Roboto"/>
            </a:endParaRPr>
          </a:p>
        </p:txBody>
      </p:sp>
      <p:sp>
        <p:nvSpPr>
          <p:cNvPr id="2833" name="Google Shape;2833;p47"/>
          <p:cNvSpPr txBox="1"/>
          <p:nvPr/>
        </p:nvSpPr>
        <p:spPr>
          <a:xfrm>
            <a:off x="3876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is</a:t>
            </a:r>
            <a:endParaRPr sz="1200">
              <a:solidFill>
                <a:srgbClr val="3C78D8"/>
              </a:solidFill>
              <a:latin typeface="Roboto"/>
              <a:ea typeface="Roboto"/>
              <a:cs typeface="Roboto"/>
              <a:sym typeface="Roboto"/>
            </a:endParaRPr>
          </a:p>
        </p:txBody>
      </p:sp>
      <p:sp>
        <p:nvSpPr>
          <p:cNvPr id="2834" name="Google Shape;2834;p47"/>
          <p:cNvSpPr txBox="1"/>
          <p:nvPr/>
        </p:nvSpPr>
        <p:spPr>
          <a:xfrm>
            <a:off x="4226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good</a:t>
            </a:r>
            <a:endParaRPr sz="1200">
              <a:solidFill>
                <a:srgbClr val="3C78D8"/>
              </a:solidFill>
              <a:latin typeface="Roboto"/>
              <a:ea typeface="Roboto"/>
              <a:cs typeface="Roboto"/>
              <a:sym typeface="Roboto"/>
            </a:endParaRPr>
          </a:p>
        </p:txBody>
      </p:sp>
      <p:sp>
        <p:nvSpPr>
          <p:cNvPr id="2835" name="Google Shape;2835;p47"/>
          <p:cNvSpPr txBox="1"/>
          <p:nvPr/>
        </p:nvSpPr>
        <p:spPr>
          <a:xfrm>
            <a:off x="188375" y="4259800"/>
            <a:ext cx="28776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Input and target are concatenated</a:t>
            </a:r>
            <a:endParaRPr i="1">
              <a:solidFill>
                <a:srgbClr val="A61C00"/>
              </a:solidFill>
              <a:latin typeface="Roboto"/>
              <a:ea typeface="Roboto"/>
              <a:cs typeface="Roboto"/>
              <a:sym typeface="Roboto"/>
            </a:endParaRPr>
          </a:p>
        </p:txBody>
      </p:sp>
      <p:cxnSp>
        <p:nvCxnSpPr>
          <p:cNvPr id="2836" name="Google Shape;2836;p47"/>
          <p:cNvCxnSpPr/>
          <p:nvPr/>
        </p:nvCxnSpPr>
        <p:spPr>
          <a:xfrm flipH="1">
            <a:off x="1627175" y="4500700"/>
            <a:ext cx="3543600" cy="161700"/>
          </a:xfrm>
          <a:prstGeom prst="bentConnector4">
            <a:avLst>
              <a:gd fmla="val 1" name="adj1"/>
              <a:gd fmla="val 101160" name="adj2"/>
            </a:avLst>
          </a:prstGeom>
          <a:noFill/>
          <a:ln cap="flat" cmpd="sng" w="9525">
            <a:solidFill>
              <a:schemeClr val="dk2"/>
            </a:solidFill>
            <a:prstDash val="solid"/>
            <a:round/>
            <a:headEnd len="med" w="med" type="triangle"/>
            <a:tailEnd len="med" w="med" type="non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0" name="Shape 2840"/>
        <p:cNvGrpSpPr/>
        <p:nvPr/>
      </p:nvGrpSpPr>
      <p:grpSpPr>
        <a:xfrm>
          <a:off x="0" y="0"/>
          <a:ext cx="0" cy="0"/>
          <a:chOff x="0" y="0"/>
          <a:chExt cx="0" cy="0"/>
        </a:xfrm>
      </p:grpSpPr>
      <p:sp>
        <p:nvSpPr>
          <p:cNvPr id="2841" name="Google Shape;2841;p48"/>
          <p:cNvSpPr/>
          <p:nvPr/>
        </p:nvSpPr>
        <p:spPr>
          <a:xfrm>
            <a:off x="3194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2842" name="Google Shape;2842;p48"/>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Decoder-only</a:t>
            </a:r>
            <a:endParaRPr/>
          </a:p>
        </p:txBody>
      </p:sp>
      <p:sp>
        <p:nvSpPr>
          <p:cNvPr id="2843" name="Google Shape;2843;p48"/>
          <p:cNvSpPr txBox="1"/>
          <p:nvPr/>
        </p:nvSpPr>
        <p:spPr>
          <a:xfrm>
            <a:off x="3794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That</a:t>
            </a:r>
            <a:endParaRPr sz="1200">
              <a:solidFill>
                <a:srgbClr val="3D85C6"/>
              </a:solidFill>
              <a:latin typeface="Roboto"/>
              <a:ea typeface="Roboto"/>
              <a:cs typeface="Roboto"/>
              <a:sym typeface="Roboto"/>
            </a:endParaRPr>
          </a:p>
        </p:txBody>
      </p:sp>
      <p:sp>
        <p:nvSpPr>
          <p:cNvPr id="2844" name="Google Shape;2844;p48"/>
          <p:cNvSpPr txBox="1"/>
          <p:nvPr/>
        </p:nvSpPr>
        <p:spPr>
          <a:xfrm>
            <a:off x="4338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is</a:t>
            </a:r>
            <a:endParaRPr sz="1200">
              <a:solidFill>
                <a:srgbClr val="3D85C6"/>
              </a:solidFill>
              <a:latin typeface="Roboto"/>
              <a:ea typeface="Roboto"/>
              <a:cs typeface="Roboto"/>
              <a:sym typeface="Roboto"/>
            </a:endParaRPr>
          </a:p>
        </p:txBody>
      </p:sp>
      <p:sp>
        <p:nvSpPr>
          <p:cNvPr id="2845" name="Google Shape;2845;p48"/>
          <p:cNvSpPr txBox="1"/>
          <p:nvPr/>
        </p:nvSpPr>
        <p:spPr>
          <a:xfrm>
            <a:off x="4682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good</a:t>
            </a:r>
            <a:endParaRPr sz="1200">
              <a:solidFill>
                <a:srgbClr val="3D85C6"/>
              </a:solidFill>
              <a:latin typeface="Roboto"/>
              <a:ea typeface="Roboto"/>
              <a:cs typeface="Roboto"/>
              <a:sym typeface="Roboto"/>
            </a:endParaRPr>
          </a:p>
        </p:txBody>
      </p:sp>
      <p:sp>
        <p:nvSpPr>
          <p:cNvPr id="2846" name="Google Shape;2846;p48"/>
          <p:cNvSpPr/>
          <p:nvPr/>
        </p:nvSpPr>
        <p:spPr>
          <a:xfrm>
            <a:off x="3321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2847" name="Google Shape;2847;p48"/>
          <p:cNvSpPr/>
          <p:nvPr/>
        </p:nvSpPr>
        <p:spPr>
          <a:xfrm>
            <a:off x="3370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848" name="Google Shape;2848;p48"/>
          <p:cNvGrpSpPr/>
          <p:nvPr/>
        </p:nvGrpSpPr>
        <p:grpSpPr>
          <a:xfrm>
            <a:off x="4788056" y="3444952"/>
            <a:ext cx="313273" cy="74585"/>
            <a:chOff x="3655625" y="914400"/>
            <a:chExt cx="2743200" cy="690600"/>
          </a:xfrm>
        </p:grpSpPr>
        <p:sp>
          <p:nvSpPr>
            <p:cNvPr id="2849" name="Google Shape;2849;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50" name="Google Shape;2850;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51" name="Google Shape;2851;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852" name="Google Shape;2852;p48"/>
          <p:cNvSpPr txBox="1"/>
          <p:nvPr/>
        </p:nvSpPr>
        <p:spPr>
          <a:xfrm>
            <a:off x="5177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2853" name="Google Shape;2853;p48"/>
          <p:cNvGrpSpPr/>
          <p:nvPr/>
        </p:nvGrpSpPr>
        <p:grpSpPr>
          <a:xfrm>
            <a:off x="5245256" y="3444952"/>
            <a:ext cx="313273" cy="74585"/>
            <a:chOff x="3655625" y="914400"/>
            <a:chExt cx="2743200" cy="690600"/>
          </a:xfrm>
        </p:grpSpPr>
        <p:sp>
          <p:nvSpPr>
            <p:cNvPr id="2854" name="Google Shape;2854;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55" name="Google Shape;2855;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56" name="Google Shape;2856;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857" name="Google Shape;2857;p48"/>
          <p:cNvSpPr txBox="1"/>
          <p:nvPr/>
        </p:nvSpPr>
        <p:spPr>
          <a:xfrm>
            <a:off x="5681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2858" name="Google Shape;2858;p48"/>
          <p:cNvGrpSpPr/>
          <p:nvPr/>
        </p:nvGrpSpPr>
        <p:grpSpPr>
          <a:xfrm>
            <a:off x="5702456" y="3444952"/>
            <a:ext cx="313273" cy="74585"/>
            <a:chOff x="3655625" y="914400"/>
            <a:chExt cx="2743200" cy="690600"/>
          </a:xfrm>
        </p:grpSpPr>
        <p:sp>
          <p:nvSpPr>
            <p:cNvPr id="2859" name="Google Shape;2859;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60" name="Google Shape;2860;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61" name="Google Shape;2861;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862" name="Google Shape;2862;p48"/>
          <p:cNvSpPr txBox="1"/>
          <p:nvPr/>
        </p:nvSpPr>
        <p:spPr>
          <a:xfrm>
            <a:off x="6107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2863" name="Google Shape;2863;p48"/>
          <p:cNvGrpSpPr/>
          <p:nvPr/>
        </p:nvGrpSpPr>
        <p:grpSpPr>
          <a:xfrm>
            <a:off x="4788056" y="2987752"/>
            <a:ext cx="313273" cy="74585"/>
            <a:chOff x="3655625" y="914400"/>
            <a:chExt cx="2743200" cy="690600"/>
          </a:xfrm>
        </p:grpSpPr>
        <p:sp>
          <p:nvSpPr>
            <p:cNvPr id="2864" name="Google Shape;2864;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65" name="Google Shape;2865;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66" name="Google Shape;2866;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867" name="Google Shape;2867;p48"/>
          <p:cNvGrpSpPr/>
          <p:nvPr/>
        </p:nvGrpSpPr>
        <p:grpSpPr>
          <a:xfrm>
            <a:off x="5245256" y="2987752"/>
            <a:ext cx="313273" cy="74585"/>
            <a:chOff x="3655625" y="914400"/>
            <a:chExt cx="2743200" cy="690600"/>
          </a:xfrm>
        </p:grpSpPr>
        <p:sp>
          <p:nvSpPr>
            <p:cNvPr id="2868" name="Google Shape;2868;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69" name="Google Shape;2869;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70" name="Google Shape;2870;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871" name="Google Shape;2871;p48"/>
          <p:cNvGrpSpPr/>
          <p:nvPr/>
        </p:nvGrpSpPr>
        <p:grpSpPr>
          <a:xfrm>
            <a:off x="5702456" y="2987752"/>
            <a:ext cx="313273" cy="74585"/>
            <a:chOff x="3655625" y="914400"/>
            <a:chExt cx="2743200" cy="690600"/>
          </a:xfrm>
        </p:grpSpPr>
        <p:sp>
          <p:nvSpPr>
            <p:cNvPr id="2872" name="Google Shape;2872;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73" name="Google Shape;2873;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74" name="Google Shape;2874;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875" name="Google Shape;2875;p48"/>
          <p:cNvCxnSpPr>
            <a:stCxn id="2849" idx="0"/>
          </p:cNvCxnSpPr>
          <p:nvPr/>
        </p:nvCxnSpPr>
        <p:spPr>
          <a:xfrm rot="10800000">
            <a:off x="4944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876" name="Google Shape;2876;p48"/>
          <p:cNvCxnSpPr>
            <a:stCxn id="2849" idx="0"/>
            <a:endCxn id="2868" idx="2"/>
          </p:cNvCxnSpPr>
          <p:nvPr/>
        </p:nvCxnSpPr>
        <p:spPr>
          <a:xfrm flipH="1" rot="10800000">
            <a:off x="4944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877" name="Google Shape;2877;p48"/>
          <p:cNvCxnSpPr>
            <a:stCxn id="2849" idx="0"/>
            <a:endCxn id="2872" idx="2"/>
          </p:cNvCxnSpPr>
          <p:nvPr/>
        </p:nvCxnSpPr>
        <p:spPr>
          <a:xfrm flipH="1" rot="10800000">
            <a:off x="4944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878" name="Google Shape;2878;p48"/>
          <p:cNvCxnSpPr>
            <a:stCxn id="2854" idx="0"/>
            <a:endCxn id="2868" idx="2"/>
          </p:cNvCxnSpPr>
          <p:nvPr/>
        </p:nvCxnSpPr>
        <p:spPr>
          <a:xfrm rot="10800000">
            <a:off x="5401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879" name="Google Shape;2879;p48"/>
          <p:cNvCxnSpPr>
            <a:stCxn id="2859" idx="0"/>
            <a:endCxn id="2872"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880" name="Google Shape;2880;p48"/>
          <p:cNvCxnSpPr>
            <a:stCxn id="2854" idx="0"/>
            <a:endCxn id="2872" idx="2"/>
          </p:cNvCxnSpPr>
          <p:nvPr/>
        </p:nvCxnSpPr>
        <p:spPr>
          <a:xfrm flipH="1" rot="10800000">
            <a:off x="5401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2881" name="Google Shape;2881;p48"/>
          <p:cNvGrpSpPr/>
          <p:nvPr/>
        </p:nvGrpSpPr>
        <p:grpSpPr>
          <a:xfrm rot="-5400000">
            <a:off x="4893088" y="2142702"/>
            <a:ext cx="109798" cy="26302"/>
            <a:chOff x="4885225" y="945750"/>
            <a:chExt cx="311926" cy="74700"/>
          </a:xfrm>
        </p:grpSpPr>
        <p:sp>
          <p:nvSpPr>
            <p:cNvPr id="2882" name="Google Shape;2882;p48"/>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83" name="Google Shape;2883;p48"/>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84" name="Google Shape;2884;p48"/>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885" name="Google Shape;2885;p48"/>
          <p:cNvSpPr/>
          <p:nvPr/>
        </p:nvSpPr>
        <p:spPr>
          <a:xfrm>
            <a:off x="3321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2886" name="Google Shape;2886;p48"/>
          <p:cNvSpPr/>
          <p:nvPr/>
        </p:nvSpPr>
        <p:spPr>
          <a:xfrm>
            <a:off x="3369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2887" name="Google Shape;2887;p48"/>
          <p:cNvSpPr/>
          <p:nvPr/>
        </p:nvSpPr>
        <p:spPr>
          <a:xfrm>
            <a:off x="3370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2888" name="Google Shape;2888;p48"/>
          <p:cNvSpPr/>
          <p:nvPr/>
        </p:nvSpPr>
        <p:spPr>
          <a:xfrm>
            <a:off x="3370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2889" name="Google Shape;2889;p48"/>
          <p:cNvGrpSpPr/>
          <p:nvPr/>
        </p:nvGrpSpPr>
        <p:grpSpPr>
          <a:xfrm>
            <a:off x="4791356" y="2758466"/>
            <a:ext cx="313273" cy="74585"/>
            <a:chOff x="3655625" y="914400"/>
            <a:chExt cx="2743200" cy="690600"/>
          </a:xfrm>
        </p:grpSpPr>
        <p:sp>
          <p:nvSpPr>
            <p:cNvPr id="2890" name="Google Shape;2890;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91" name="Google Shape;2891;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92" name="Google Shape;2892;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893" name="Google Shape;2893;p48"/>
          <p:cNvGrpSpPr/>
          <p:nvPr/>
        </p:nvGrpSpPr>
        <p:grpSpPr>
          <a:xfrm>
            <a:off x="5248556" y="2758466"/>
            <a:ext cx="313273" cy="74585"/>
            <a:chOff x="3655625" y="914400"/>
            <a:chExt cx="2743200" cy="690600"/>
          </a:xfrm>
        </p:grpSpPr>
        <p:sp>
          <p:nvSpPr>
            <p:cNvPr id="2894" name="Google Shape;2894;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95" name="Google Shape;2895;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896" name="Google Shape;2896;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897" name="Google Shape;2897;p48"/>
          <p:cNvGrpSpPr/>
          <p:nvPr/>
        </p:nvGrpSpPr>
        <p:grpSpPr>
          <a:xfrm>
            <a:off x="5705756" y="2758466"/>
            <a:ext cx="313273" cy="74585"/>
            <a:chOff x="3655625" y="914400"/>
            <a:chExt cx="2743200" cy="690600"/>
          </a:xfrm>
        </p:grpSpPr>
        <p:sp>
          <p:nvSpPr>
            <p:cNvPr id="2898" name="Google Shape;2898;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99" name="Google Shape;2899;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00" name="Google Shape;2900;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901" name="Google Shape;2901;p48"/>
          <p:cNvGrpSpPr/>
          <p:nvPr/>
        </p:nvGrpSpPr>
        <p:grpSpPr>
          <a:xfrm>
            <a:off x="4791356" y="2537014"/>
            <a:ext cx="313273" cy="74585"/>
            <a:chOff x="3655625" y="914400"/>
            <a:chExt cx="2743200" cy="690600"/>
          </a:xfrm>
        </p:grpSpPr>
        <p:sp>
          <p:nvSpPr>
            <p:cNvPr id="2902" name="Google Shape;2902;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03" name="Google Shape;2903;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04" name="Google Shape;2904;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905" name="Google Shape;2905;p48"/>
          <p:cNvGrpSpPr/>
          <p:nvPr/>
        </p:nvGrpSpPr>
        <p:grpSpPr>
          <a:xfrm>
            <a:off x="5248556" y="2537014"/>
            <a:ext cx="313273" cy="74585"/>
            <a:chOff x="3655625" y="914400"/>
            <a:chExt cx="2743200" cy="690600"/>
          </a:xfrm>
        </p:grpSpPr>
        <p:sp>
          <p:nvSpPr>
            <p:cNvPr id="2906" name="Google Shape;2906;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07" name="Google Shape;2907;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08" name="Google Shape;2908;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909" name="Google Shape;2909;p48"/>
          <p:cNvGrpSpPr/>
          <p:nvPr/>
        </p:nvGrpSpPr>
        <p:grpSpPr>
          <a:xfrm>
            <a:off x="5705756" y="2537014"/>
            <a:ext cx="313273" cy="74585"/>
            <a:chOff x="3655625" y="914400"/>
            <a:chExt cx="2743200" cy="690600"/>
          </a:xfrm>
        </p:grpSpPr>
        <p:sp>
          <p:nvSpPr>
            <p:cNvPr id="2910" name="Google Shape;2910;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11" name="Google Shape;2911;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12" name="Google Shape;2912;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913" name="Google Shape;2913;p48"/>
          <p:cNvCxnSpPr>
            <a:stCxn id="2890" idx="0"/>
            <a:endCxn id="2902" idx="2"/>
          </p:cNvCxnSpPr>
          <p:nvPr/>
        </p:nvCxnSpPr>
        <p:spPr>
          <a:xfrm rot="10800000">
            <a:off x="4947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2914" name="Google Shape;2914;p48"/>
          <p:cNvCxnSpPr>
            <a:stCxn id="2898" idx="0"/>
            <a:endCxn id="2910"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2915" name="Google Shape;2915;p48"/>
          <p:cNvCxnSpPr>
            <a:stCxn id="2894" idx="0"/>
            <a:endCxn id="2906" idx="2"/>
          </p:cNvCxnSpPr>
          <p:nvPr/>
        </p:nvCxnSpPr>
        <p:spPr>
          <a:xfrm rot="10800000">
            <a:off x="5405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2916" name="Google Shape;2916;p48"/>
          <p:cNvGrpSpPr/>
          <p:nvPr/>
        </p:nvGrpSpPr>
        <p:grpSpPr>
          <a:xfrm>
            <a:off x="4791356" y="807303"/>
            <a:ext cx="313273" cy="74585"/>
            <a:chOff x="3655625" y="914400"/>
            <a:chExt cx="2743200" cy="690600"/>
          </a:xfrm>
        </p:grpSpPr>
        <p:sp>
          <p:nvSpPr>
            <p:cNvPr id="2917" name="Google Shape;2917;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18" name="Google Shape;2918;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19" name="Google Shape;2919;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920" name="Google Shape;2920;p48"/>
          <p:cNvGrpSpPr/>
          <p:nvPr/>
        </p:nvGrpSpPr>
        <p:grpSpPr>
          <a:xfrm>
            <a:off x="5248556" y="807303"/>
            <a:ext cx="313273" cy="74585"/>
            <a:chOff x="3655625" y="914400"/>
            <a:chExt cx="2743200" cy="690600"/>
          </a:xfrm>
        </p:grpSpPr>
        <p:sp>
          <p:nvSpPr>
            <p:cNvPr id="2921" name="Google Shape;2921;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22" name="Google Shape;2922;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23" name="Google Shape;2923;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924" name="Google Shape;2924;p48"/>
          <p:cNvGrpSpPr/>
          <p:nvPr/>
        </p:nvGrpSpPr>
        <p:grpSpPr>
          <a:xfrm>
            <a:off x="5705756" y="807303"/>
            <a:ext cx="313273" cy="74585"/>
            <a:chOff x="3655625" y="914400"/>
            <a:chExt cx="2743200" cy="690600"/>
          </a:xfrm>
        </p:grpSpPr>
        <p:sp>
          <p:nvSpPr>
            <p:cNvPr id="2925" name="Google Shape;2925;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26" name="Google Shape;2926;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27" name="Google Shape;2927;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928" name="Google Shape;2928;p48"/>
          <p:cNvSpPr txBox="1"/>
          <p:nvPr/>
        </p:nvSpPr>
        <p:spPr>
          <a:xfrm>
            <a:off x="188375" y="4259800"/>
            <a:ext cx="28776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Input and target are concatenated</a:t>
            </a:r>
            <a:endParaRPr i="1">
              <a:solidFill>
                <a:srgbClr val="A61C00"/>
              </a:solidFill>
              <a:latin typeface="Roboto"/>
              <a:ea typeface="Roboto"/>
              <a:cs typeface="Roboto"/>
              <a:sym typeface="Roboto"/>
            </a:endParaRPr>
          </a:p>
        </p:txBody>
      </p:sp>
      <p:sp>
        <p:nvSpPr>
          <p:cNvPr id="2929" name="Google Shape;2929;p48"/>
          <p:cNvSpPr txBox="1"/>
          <p:nvPr/>
        </p:nvSpPr>
        <p:spPr>
          <a:xfrm>
            <a:off x="4709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2930" name="Google Shape;2930;p48"/>
          <p:cNvSpPr txBox="1"/>
          <p:nvPr/>
        </p:nvSpPr>
        <p:spPr>
          <a:xfrm>
            <a:off x="5235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2931" name="Google Shape;2931;p48"/>
          <p:cNvSpPr txBox="1"/>
          <p:nvPr/>
        </p:nvSpPr>
        <p:spPr>
          <a:xfrm>
            <a:off x="5650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2932" name="Google Shape;2932;p48"/>
          <p:cNvGrpSpPr/>
          <p:nvPr/>
        </p:nvGrpSpPr>
        <p:grpSpPr>
          <a:xfrm>
            <a:off x="6159656" y="3444952"/>
            <a:ext cx="313273" cy="74585"/>
            <a:chOff x="3655625" y="914400"/>
            <a:chExt cx="2743200" cy="690600"/>
          </a:xfrm>
        </p:grpSpPr>
        <p:sp>
          <p:nvSpPr>
            <p:cNvPr id="2933" name="Google Shape;2933;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34" name="Google Shape;2934;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35" name="Google Shape;2935;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936" name="Google Shape;2936;p48"/>
          <p:cNvGrpSpPr/>
          <p:nvPr/>
        </p:nvGrpSpPr>
        <p:grpSpPr>
          <a:xfrm>
            <a:off x="6159656" y="2987752"/>
            <a:ext cx="313273" cy="74585"/>
            <a:chOff x="3655625" y="914400"/>
            <a:chExt cx="2743200" cy="690600"/>
          </a:xfrm>
        </p:grpSpPr>
        <p:sp>
          <p:nvSpPr>
            <p:cNvPr id="2937" name="Google Shape;2937;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38" name="Google Shape;2938;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39" name="Google Shape;2939;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940" name="Google Shape;2940;p48"/>
          <p:cNvCxnSpPr>
            <a:stCxn id="2849" idx="0"/>
            <a:endCxn id="2937" idx="2"/>
          </p:cNvCxnSpPr>
          <p:nvPr/>
        </p:nvCxnSpPr>
        <p:spPr>
          <a:xfrm flipH="1" rot="10800000">
            <a:off x="4944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941" name="Google Shape;2941;p48"/>
          <p:cNvCxnSpPr>
            <a:stCxn id="2854" idx="0"/>
            <a:endCxn id="2937" idx="2"/>
          </p:cNvCxnSpPr>
          <p:nvPr/>
        </p:nvCxnSpPr>
        <p:spPr>
          <a:xfrm flipH="1" rot="10800000">
            <a:off x="5401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942" name="Google Shape;2942;p48"/>
          <p:cNvCxnSpPr>
            <a:stCxn id="2859" idx="0"/>
            <a:endCxn id="2937"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943" name="Google Shape;2943;p48"/>
          <p:cNvCxnSpPr>
            <a:stCxn id="2933" idx="0"/>
            <a:endCxn id="2937"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2944" name="Google Shape;2944;p48"/>
          <p:cNvGrpSpPr/>
          <p:nvPr/>
        </p:nvGrpSpPr>
        <p:grpSpPr>
          <a:xfrm>
            <a:off x="6162956" y="2761349"/>
            <a:ext cx="313273" cy="74585"/>
            <a:chOff x="3655625" y="914400"/>
            <a:chExt cx="2743200" cy="690600"/>
          </a:xfrm>
        </p:grpSpPr>
        <p:sp>
          <p:nvSpPr>
            <p:cNvPr id="2945" name="Google Shape;2945;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46" name="Google Shape;2946;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47" name="Google Shape;2947;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948" name="Google Shape;2948;p48"/>
          <p:cNvGrpSpPr/>
          <p:nvPr/>
        </p:nvGrpSpPr>
        <p:grpSpPr>
          <a:xfrm>
            <a:off x="6162956" y="2533450"/>
            <a:ext cx="313273" cy="74585"/>
            <a:chOff x="3655625" y="914400"/>
            <a:chExt cx="2743200" cy="690600"/>
          </a:xfrm>
        </p:grpSpPr>
        <p:sp>
          <p:nvSpPr>
            <p:cNvPr id="2949" name="Google Shape;2949;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50" name="Google Shape;2950;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51" name="Google Shape;2951;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2952" name="Google Shape;2952;p48"/>
          <p:cNvCxnSpPr>
            <a:stCxn id="2945" idx="0"/>
            <a:endCxn id="2949" idx="2"/>
          </p:cNvCxnSpPr>
          <p:nvPr/>
        </p:nvCxnSpPr>
        <p:spPr>
          <a:xfrm rot="10800000">
            <a:off x="6319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2953" name="Google Shape;2953;p48"/>
          <p:cNvGrpSpPr/>
          <p:nvPr/>
        </p:nvGrpSpPr>
        <p:grpSpPr>
          <a:xfrm>
            <a:off x="6159519" y="807303"/>
            <a:ext cx="313273" cy="74585"/>
            <a:chOff x="3655625" y="914400"/>
            <a:chExt cx="2743200" cy="690600"/>
          </a:xfrm>
        </p:grpSpPr>
        <p:sp>
          <p:nvSpPr>
            <p:cNvPr id="2954" name="Google Shape;2954;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55" name="Google Shape;2955;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56" name="Google Shape;2956;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957" name="Google Shape;2957;p48"/>
          <p:cNvSpPr txBox="1"/>
          <p:nvPr/>
        </p:nvSpPr>
        <p:spPr>
          <a:xfrm>
            <a:off x="6041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sp>
        <p:nvSpPr>
          <p:cNvPr id="2958" name="Google Shape;2958;p48"/>
          <p:cNvSpPr txBox="1"/>
          <p:nvPr/>
        </p:nvSpPr>
        <p:spPr>
          <a:xfrm>
            <a:off x="6843100" y="3285700"/>
            <a:ext cx="18882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Causal self-attention</a:t>
            </a:r>
            <a:endParaRPr i="1">
              <a:solidFill>
                <a:srgbClr val="A61C00"/>
              </a:solidFill>
              <a:latin typeface="Roboto"/>
              <a:ea typeface="Roboto"/>
              <a:cs typeface="Roboto"/>
              <a:sym typeface="Roboto"/>
            </a:endParaRPr>
          </a:p>
        </p:txBody>
      </p:sp>
      <p:cxnSp>
        <p:nvCxnSpPr>
          <p:cNvPr id="2959" name="Google Shape;2959;p48"/>
          <p:cNvCxnSpPr>
            <a:stCxn id="2958" idx="1"/>
            <a:endCxn id="2847" idx="3"/>
          </p:cNvCxnSpPr>
          <p:nvPr/>
        </p:nvCxnSpPr>
        <p:spPr>
          <a:xfrm rot="10800000">
            <a:off x="6550300" y="3253000"/>
            <a:ext cx="292800" cy="234000"/>
          </a:xfrm>
          <a:prstGeom prst="straightConnector1">
            <a:avLst/>
          </a:prstGeom>
          <a:noFill/>
          <a:ln cap="flat" cmpd="sng" w="9525">
            <a:solidFill>
              <a:schemeClr val="dk2"/>
            </a:solidFill>
            <a:prstDash val="solid"/>
            <a:round/>
            <a:headEnd len="med" w="med" type="none"/>
            <a:tailEnd len="med" w="med" type="triangle"/>
          </a:ln>
        </p:spPr>
      </p:cxnSp>
      <p:grpSp>
        <p:nvGrpSpPr>
          <p:cNvPr id="2960" name="Google Shape;2960;p48"/>
          <p:cNvGrpSpPr/>
          <p:nvPr/>
        </p:nvGrpSpPr>
        <p:grpSpPr>
          <a:xfrm>
            <a:off x="4330856" y="3444952"/>
            <a:ext cx="313273" cy="74585"/>
            <a:chOff x="3655625" y="914400"/>
            <a:chExt cx="2743200" cy="690600"/>
          </a:xfrm>
        </p:grpSpPr>
        <p:sp>
          <p:nvSpPr>
            <p:cNvPr id="2961" name="Google Shape;2961;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62" name="Google Shape;2962;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63" name="Google Shape;2963;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964" name="Google Shape;2964;p48"/>
          <p:cNvGrpSpPr/>
          <p:nvPr/>
        </p:nvGrpSpPr>
        <p:grpSpPr>
          <a:xfrm>
            <a:off x="4330856" y="2987752"/>
            <a:ext cx="313273" cy="74585"/>
            <a:chOff x="3655625" y="914400"/>
            <a:chExt cx="2743200" cy="690600"/>
          </a:xfrm>
        </p:grpSpPr>
        <p:sp>
          <p:nvSpPr>
            <p:cNvPr id="2965" name="Google Shape;2965;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66" name="Google Shape;2966;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67" name="Google Shape;2967;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968" name="Google Shape;2968;p48"/>
          <p:cNvGrpSpPr/>
          <p:nvPr/>
        </p:nvGrpSpPr>
        <p:grpSpPr>
          <a:xfrm>
            <a:off x="3873656" y="3444952"/>
            <a:ext cx="313273" cy="74585"/>
            <a:chOff x="3655625" y="914400"/>
            <a:chExt cx="2743200" cy="690600"/>
          </a:xfrm>
        </p:grpSpPr>
        <p:sp>
          <p:nvSpPr>
            <p:cNvPr id="2969" name="Google Shape;2969;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70" name="Google Shape;2970;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71" name="Google Shape;2971;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972" name="Google Shape;2972;p48"/>
          <p:cNvGrpSpPr/>
          <p:nvPr/>
        </p:nvGrpSpPr>
        <p:grpSpPr>
          <a:xfrm>
            <a:off x="3873656" y="2987752"/>
            <a:ext cx="313273" cy="74585"/>
            <a:chOff x="3655625" y="914400"/>
            <a:chExt cx="2743200" cy="690600"/>
          </a:xfrm>
        </p:grpSpPr>
        <p:sp>
          <p:nvSpPr>
            <p:cNvPr id="2973" name="Google Shape;2973;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74" name="Google Shape;2974;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75" name="Google Shape;2975;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976" name="Google Shape;2976;p48"/>
          <p:cNvGrpSpPr/>
          <p:nvPr/>
        </p:nvGrpSpPr>
        <p:grpSpPr>
          <a:xfrm>
            <a:off x="3416456" y="3444952"/>
            <a:ext cx="313273" cy="74585"/>
            <a:chOff x="3655625" y="914400"/>
            <a:chExt cx="2743200" cy="690600"/>
          </a:xfrm>
        </p:grpSpPr>
        <p:sp>
          <p:nvSpPr>
            <p:cNvPr id="2977" name="Google Shape;2977;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78" name="Google Shape;2978;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79" name="Google Shape;2979;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2980" name="Google Shape;2980;p48"/>
          <p:cNvGrpSpPr/>
          <p:nvPr/>
        </p:nvGrpSpPr>
        <p:grpSpPr>
          <a:xfrm>
            <a:off x="3416456" y="2987752"/>
            <a:ext cx="313273" cy="74585"/>
            <a:chOff x="3655625" y="914400"/>
            <a:chExt cx="2743200" cy="690600"/>
          </a:xfrm>
        </p:grpSpPr>
        <p:sp>
          <p:nvSpPr>
            <p:cNvPr id="2981" name="Google Shape;2981;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982" name="Google Shape;2982;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2983" name="Google Shape;2983;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2984" name="Google Shape;2984;p48"/>
          <p:cNvSpPr txBox="1"/>
          <p:nvPr/>
        </p:nvSpPr>
        <p:spPr>
          <a:xfrm>
            <a:off x="3321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2985" name="Google Shape;2985;p48"/>
          <p:cNvCxnSpPr>
            <a:stCxn id="2961" idx="0"/>
            <a:endCxn id="2965" idx="2"/>
          </p:cNvCxnSpPr>
          <p:nvPr/>
        </p:nvCxnSpPr>
        <p:spPr>
          <a:xfrm rot="10800000">
            <a:off x="4487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986" name="Google Shape;2986;p48"/>
          <p:cNvCxnSpPr>
            <a:stCxn id="2969" idx="0"/>
            <a:endCxn id="2973" idx="2"/>
          </p:cNvCxnSpPr>
          <p:nvPr/>
        </p:nvCxnSpPr>
        <p:spPr>
          <a:xfrm rot="10800000">
            <a:off x="4030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987" name="Google Shape;2987;p48"/>
          <p:cNvCxnSpPr>
            <a:stCxn id="2977" idx="0"/>
            <a:endCxn id="2981" idx="2"/>
          </p:cNvCxnSpPr>
          <p:nvPr/>
        </p:nvCxnSpPr>
        <p:spPr>
          <a:xfrm rot="10800000">
            <a:off x="3573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2988" name="Google Shape;2988;p48"/>
          <p:cNvCxnSpPr>
            <a:stCxn id="2977" idx="0"/>
            <a:endCxn id="2973" idx="2"/>
          </p:cNvCxnSpPr>
          <p:nvPr/>
        </p:nvCxnSpPr>
        <p:spPr>
          <a:xfrm flipH="1" rot="10800000">
            <a:off x="3573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989" name="Google Shape;2989;p48"/>
          <p:cNvCxnSpPr>
            <a:stCxn id="2977" idx="0"/>
            <a:endCxn id="2965" idx="2"/>
          </p:cNvCxnSpPr>
          <p:nvPr/>
        </p:nvCxnSpPr>
        <p:spPr>
          <a:xfrm flipH="1" rot="10800000">
            <a:off x="35730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990" name="Google Shape;2990;p48"/>
          <p:cNvCxnSpPr>
            <a:stCxn id="2977" idx="0"/>
            <a:endCxn id="2864" idx="2"/>
          </p:cNvCxnSpPr>
          <p:nvPr/>
        </p:nvCxnSpPr>
        <p:spPr>
          <a:xfrm flipH="1" rot="10800000">
            <a:off x="3573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991" name="Google Shape;2991;p48"/>
          <p:cNvCxnSpPr>
            <a:stCxn id="2977" idx="0"/>
            <a:endCxn id="2868" idx="2"/>
          </p:cNvCxnSpPr>
          <p:nvPr/>
        </p:nvCxnSpPr>
        <p:spPr>
          <a:xfrm flipH="1" rot="10800000">
            <a:off x="3573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2992" name="Google Shape;2992;p48"/>
          <p:cNvCxnSpPr>
            <a:stCxn id="2977" idx="0"/>
            <a:endCxn id="2872" idx="2"/>
          </p:cNvCxnSpPr>
          <p:nvPr/>
        </p:nvCxnSpPr>
        <p:spPr>
          <a:xfrm flipH="1" rot="10800000">
            <a:off x="3573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2993" name="Google Shape;2993;p48"/>
          <p:cNvCxnSpPr>
            <a:stCxn id="2977" idx="0"/>
            <a:endCxn id="2937" idx="2"/>
          </p:cNvCxnSpPr>
          <p:nvPr/>
        </p:nvCxnSpPr>
        <p:spPr>
          <a:xfrm flipH="1" rot="10800000">
            <a:off x="3573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2994" name="Google Shape;2994;p48"/>
          <p:cNvCxnSpPr>
            <a:stCxn id="2969" idx="0"/>
            <a:endCxn id="2965" idx="2"/>
          </p:cNvCxnSpPr>
          <p:nvPr/>
        </p:nvCxnSpPr>
        <p:spPr>
          <a:xfrm flipH="1" rot="10800000">
            <a:off x="4030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2995" name="Google Shape;2995;p48"/>
          <p:cNvCxnSpPr>
            <a:stCxn id="2969" idx="0"/>
            <a:endCxn id="2864" idx="2"/>
          </p:cNvCxnSpPr>
          <p:nvPr/>
        </p:nvCxnSpPr>
        <p:spPr>
          <a:xfrm flipH="1" rot="10800000">
            <a:off x="4030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2996" name="Google Shape;2996;p48"/>
          <p:cNvCxnSpPr>
            <a:stCxn id="2969" idx="0"/>
            <a:endCxn id="2868" idx="2"/>
          </p:cNvCxnSpPr>
          <p:nvPr/>
        </p:nvCxnSpPr>
        <p:spPr>
          <a:xfrm flipH="1" rot="10800000">
            <a:off x="4030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2997" name="Google Shape;2997;p48"/>
          <p:cNvCxnSpPr>
            <a:stCxn id="2969" idx="0"/>
            <a:endCxn id="2872" idx="2"/>
          </p:cNvCxnSpPr>
          <p:nvPr/>
        </p:nvCxnSpPr>
        <p:spPr>
          <a:xfrm flipH="1" rot="10800000">
            <a:off x="4030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2998" name="Google Shape;2998;p48"/>
          <p:cNvCxnSpPr>
            <a:stCxn id="2969" idx="0"/>
            <a:endCxn id="2937" idx="2"/>
          </p:cNvCxnSpPr>
          <p:nvPr/>
        </p:nvCxnSpPr>
        <p:spPr>
          <a:xfrm flipH="1" rot="10800000">
            <a:off x="40302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2999" name="Google Shape;2999;p48"/>
          <p:cNvCxnSpPr>
            <a:stCxn id="2961" idx="0"/>
            <a:endCxn id="2864" idx="2"/>
          </p:cNvCxnSpPr>
          <p:nvPr/>
        </p:nvCxnSpPr>
        <p:spPr>
          <a:xfrm flipH="1" rot="10800000">
            <a:off x="4487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000" name="Google Shape;3000;p48"/>
          <p:cNvCxnSpPr>
            <a:stCxn id="2961" idx="0"/>
            <a:endCxn id="2868" idx="2"/>
          </p:cNvCxnSpPr>
          <p:nvPr/>
        </p:nvCxnSpPr>
        <p:spPr>
          <a:xfrm flipH="1" rot="10800000">
            <a:off x="4487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001" name="Google Shape;3001;p48"/>
          <p:cNvCxnSpPr>
            <a:stCxn id="2961" idx="0"/>
            <a:endCxn id="2872" idx="2"/>
          </p:cNvCxnSpPr>
          <p:nvPr/>
        </p:nvCxnSpPr>
        <p:spPr>
          <a:xfrm flipH="1" rot="10800000">
            <a:off x="4487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3002" name="Google Shape;3002;p48"/>
          <p:cNvCxnSpPr>
            <a:stCxn id="2961" idx="0"/>
            <a:endCxn id="2937" idx="2"/>
          </p:cNvCxnSpPr>
          <p:nvPr/>
        </p:nvCxnSpPr>
        <p:spPr>
          <a:xfrm flipH="1" rot="10800000">
            <a:off x="4487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3003" name="Google Shape;3003;p48"/>
          <p:cNvGrpSpPr/>
          <p:nvPr/>
        </p:nvGrpSpPr>
        <p:grpSpPr>
          <a:xfrm>
            <a:off x="4334156" y="2758466"/>
            <a:ext cx="313273" cy="74585"/>
            <a:chOff x="3655625" y="914400"/>
            <a:chExt cx="2743200" cy="690600"/>
          </a:xfrm>
        </p:grpSpPr>
        <p:sp>
          <p:nvSpPr>
            <p:cNvPr id="3004" name="Google Shape;3004;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05" name="Google Shape;3005;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06" name="Google Shape;3006;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007" name="Google Shape;3007;p48"/>
          <p:cNvGrpSpPr/>
          <p:nvPr/>
        </p:nvGrpSpPr>
        <p:grpSpPr>
          <a:xfrm>
            <a:off x="4334156" y="2537014"/>
            <a:ext cx="313273" cy="74585"/>
            <a:chOff x="3655625" y="914400"/>
            <a:chExt cx="2743200" cy="690600"/>
          </a:xfrm>
        </p:grpSpPr>
        <p:sp>
          <p:nvSpPr>
            <p:cNvPr id="3008" name="Google Shape;3008;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09" name="Google Shape;3009;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10" name="Google Shape;3010;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011" name="Google Shape;3011;p48"/>
          <p:cNvCxnSpPr>
            <a:stCxn id="3004" idx="0"/>
            <a:endCxn id="3008" idx="2"/>
          </p:cNvCxnSpPr>
          <p:nvPr/>
        </p:nvCxnSpPr>
        <p:spPr>
          <a:xfrm rot="10800000">
            <a:off x="4490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012" name="Google Shape;3012;p48"/>
          <p:cNvGrpSpPr/>
          <p:nvPr/>
        </p:nvGrpSpPr>
        <p:grpSpPr>
          <a:xfrm>
            <a:off x="3876956" y="2758466"/>
            <a:ext cx="313273" cy="74585"/>
            <a:chOff x="3655625" y="914400"/>
            <a:chExt cx="2743200" cy="690600"/>
          </a:xfrm>
        </p:grpSpPr>
        <p:sp>
          <p:nvSpPr>
            <p:cNvPr id="3013" name="Google Shape;3013;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14" name="Google Shape;3014;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15" name="Google Shape;3015;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016" name="Google Shape;3016;p48"/>
          <p:cNvGrpSpPr/>
          <p:nvPr/>
        </p:nvGrpSpPr>
        <p:grpSpPr>
          <a:xfrm>
            <a:off x="3876956" y="2537014"/>
            <a:ext cx="313273" cy="74585"/>
            <a:chOff x="3655625" y="914400"/>
            <a:chExt cx="2743200" cy="690600"/>
          </a:xfrm>
        </p:grpSpPr>
        <p:sp>
          <p:nvSpPr>
            <p:cNvPr id="3017" name="Google Shape;3017;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18" name="Google Shape;3018;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19" name="Google Shape;3019;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020" name="Google Shape;3020;p48"/>
          <p:cNvCxnSpPr>
            <a:stCxn id="3013" idx="0"/>
            <a:endCxn id="3017" idx="2"/>
          </p:cNvCxnSpPr>
          <p:nvPr/>
        </p:nvCxnSpPr>
        <p:spPr>
          <a:xfrm rot="10800000">
            <a:off x="4033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021" name="Google Shape;3021;p48"/>
          <p:cNvGrpSpPr/>
          <p:nvPr/>
        </p:nvGrpSpPr>
        <p:grpSpPr>
          <a:xfrm>
            <a:off x="3419756" y="2758466"/>
            <a:ext cx="313273" cy="74585"/>
            <a:chOff x="3655625" y="914400"/>
            <a:chExt cx="2743200" cy="690600"/>
          </a:xfrm>
        </p:grpSpPr>
        <p:sp>
          <p:nvSpPr>
            <p:cNvPr id="3022" name="Google Shape;3022;p4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23" name="Google Shape;3023;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24" name="Google Shape;3024;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025" name="Google Shape;3025;p48"/>
          <p:cNvGrpSpPr/>
          <p:nvPr/>
        </p:nvGrpSpPr>
        <p:grpSpPr>
          <a:xfrm>
            <a:off x="3419756" y="2537014"/>
            <a:ext cx="313273" cy="74585"/>
            <a:chOff x="3655625" y="914400"/>
            <a:chExt cx="2743200" cy="690600"/>
          </a:xfrm>
        </p:grpSpPr>
        <p:sp>
          <p:nvSpPr>
            <p:cNvPr id="3026" name="Google Shape;3026;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27" name="Google Shape;3027;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28" name="Google Shape;3028;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029" name="Google Shape;3029;p48"/>
          <p:cNvCxnSpPr>
            <a:stCxn id="3022" idx="0"/>
            <a:endCxn id="3026" idx="2"/>
          </p:cNvCxnSpPr>
          <p:nvPr/>
        </p:nvCxnSpPr>
        <p:spPr>
          <a:xfrm rot="10800000">
            <a:off x="35763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030" name="Google Shape;3030;p48"/>
          <p:cNvGrpSpPr/>
          <p:nvPr/>
        </p:nvGrpSpPr>
        <p:grpSpPr>
          <a:xfrm>
            <a:off x="3419756" y="807303"/>
            <a:ext cx="313273" cy="74585"/>
            <a:chOff x="3655625" y="914400"/>
            <a:chExt cx="2743200" cy="690600"/>
          </a:xfrm>
        </p:grpSpPr>
        <p:sp>
          <p:nvSpPr>
            <p:cNvPr id="3031" name="Google Shape;3031;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32" name="Google Shape;3032;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33" name="Google Shape;3033;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034" name="Google Shape;3034;p48"/>
          <p:cNvGrpSpPr/>
          <p:nvPr/>
        </p:nvGrpSpPr>
        <p:grpSpPr>
          <a:xfrm>
            <a:off x="3876956" y="807303"/>
            <a:ext cx="313273" cy="74585"/>
            <a:chOff x="3655625" y="914400"/>
            <a:chExt cx="2743200" cy="690600"/>
          </a:xfrm>
        </p:grpSpPr>
        <p:sp>
          <p:nvSpPr>
            <p:cNvPr id="3035" name="Google Shape;3035;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36" name="Google Shape;3036;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37" name="Google Shape;3037;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038" name="Google Shape;3038;p48"/>
          <p:cNvGrpSpPr/>
          <p:nvPr/>
        </p:nvGrpSpPr>
        <p:grpSpPr>
          <a:xfrm>
            <a:off x="4334156" y="807303"/>
            <a:ext cx="313273" cy="74585"/>
            <a:chOff x="3655625" y="914400"/>
            <a:chExt cx="2743200" cy="690600"/>
          </a:xfrm>
        </p:grpSpPr>
        <p:sp>
          <p:nvSpPr>
            <p:cNvPr id="3039" name="Google Shape;3039;p4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40" name="Google Shape;3040;p4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41" name="Google Shape;3041;p4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042" name="Google Shape;3042;p48"/>
          <p:cNvSpPr txBox="1"/>
          <p:nvPr/>
        </p:nvSpPr>
        <p:spPr>
          <a:xfrm>
            <a:off x="6899450" y="972675"/>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Output is a sequence</a:t>
            </a:r>
            <a:endParaRPr i="1">
              <a:solidFill>
                <a:srgbClr val="A61C00"/>
              </a:solidFill>
              <a:latin typeface="Roboto"/>
              <a:ea typeface="Roboto"/>
              <a:cs typeface="Roboto"/>
              <a:sym typeface="Roboto"/>
            </a:endParaRPr>
          </a:p>
        </p:txBody>
      </p:sp>
      <p:cxnSp>
        <p:nvCxnSpPr>
          <p:cNvPr id="3043" name="Google Shape;3043;p48"/>
          <p:cNvCxnSpPr>
            <a:stCxn id="3042" idx="0"/>
            <a:endCxn id="2957" idx="3"/>
          </p:cNvCxnSpPr>
          <p:nvPr/>
        </p:nvCxnSpPr>
        <p:spPr>
          <a:xfrm rot="10800000">
            <a:off x="6613250" y="635475"/>
            <a:ext cx="1306200" cy="337200"/>
          </a:xfrm>
          <a:prstGeom prst="straightConnector1">
            <a:avLst/>
          </a:prstGeom>
          <a:noFill/>
          <a:ln cap="flat" cmpd="sng" w="9525">
            <a:solidFill>
              <a:schemeClr val="dk2"/>
            </a:solidFill>
            <a:prstDash val="solid"/>
            <a:round/>
            <a:headEnd len="med" w="med" type="none"/>
            <a:tailEnd len="med" w="med" type="triangle"/>
          </a:ln>
        </p:spPr>
      </p:cxnSp>
      <p:sp>
        <p:nvSpPr>
          <p:cNvPr id="3044" name="Google Shape;3044;p48"/>
          <p:cNvSpPr txBox="1"/>
          <p:nvPr/>
        </p:nvSpPr>
        <p:spPr>
          <a:xfrm>
            <a:off x="3332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That</a:t>
            </a:r>
            <a:endParaRPr sz="1200">
              <a:solidFill>
                <a:srgbClr val="3C78D8"/>
              </a:solidFill>
              <a:latin typeface="Roboto"/>
              <a:ea typeface="Roboto"/>
              <a:cs typeface="Roboto"/>
              <a:sym typeface="Roboto"/>
            </a:endParaRPr>
          </a:p>
        </p:txBody>
      </p:sp>
      <p:sp>
        <p:nvSpPr>
          <p:cNvPr id="3045" name="Google Shape;3045;p48"/>
          <p:cNvSpPr txBox="1"/>
          <p:nvPr/>
        </p:nvSpPr>
        <p:spPr>
          <a:xfrm>
            <a:off x="3876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is</a:t>
            </a:r>
            <a:endParaRPr sz="1200">
              <a:solidFill>
                <a:srgbClr val="3C78D8"/>
              </a:solidFill>
              <a:latin typeface="Roboto"/>
              <a:ea typeface="Roboto"/>
              <a:cs typeface="Roboto"/>
              <a:sym typeface="Roboto"/>
            </a:endParaRPr>
          </a:p>
        </p:txBody>
      </p:sp>
      <p:sp>
        <p:nvSpPr>
          <p:cNvPr id="3046" name="Google Shape;3046;p48"/>
          <p:cNvSpPr txBox="1"/>
          <p:nvPr/>
        </p:nvSpPr>
        <p:spPr>
          <a:xfrm>
            <a:off x="4226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good</a:t>
            </a:r>
            <a:endParaRPr sz="1200">
              <a:solidFill>
                <a:srgbClr val="3C78D8"/>
              </a:solidFill>
              <a:latin typeface="Roboto"/>
              <a:ea typeface="Roboto"/>
              <a:cs typeface="Roboto"/>
              <a:sym typeface="Roboto"/>
            </a:endParaRPr>
          </a:p>
        </p:txBody>
      </p:sp>
      <p:cxnSp>
        <p:nvCxnSpPr>
          <p:cNvPr id="3047" name="Google Shape;3047;p48"/>
          <p:cNvCxnSpPr>
            <a:endCxn id="2928" idx="2"/>
          </p:cNvCxnSpPr>
          <p:nvPr/>
        </p:nvCxnSpPr>
        <p:spPr>
          <a:xfrm flipH="1">
            <a:off x="1627175" y="4500700"/>
            <a:ext cx="3543600" cy="161700"/>
          </a:xfrm>
          <a:prstGeom prst="bentConnector4">
            <a:avLst>
              <a:gd fmla="val 1" name="adj1"/>
              <a:gd fmla="val 101160" name="adj2"/>
            </a:avLst>
          </a:prstGeom>
          <a:noFill/>
          <a:ln cap="flat" cmpd="sng" w="9525">
            <a:solidFill>
              <a:schemeClr val="dk2"/>
            </a:solidFill>
            <a:prstDash val="solid"/>
            <a:round/>
            <a:headEnd len="med" w="med" type="triangle"/>
            <a:tailEnd len="med" w="med" type="none"/>
          </a:ln>
        </p:spPr>
      </p:cxnSp>
      <p:sp>
        <p:nvSpPr>
          <p:cNvPr id="3048" name="Google Shape;3048;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2" name="Shape 3052"/>
        <p:cNvGrpSpPr/>
        <p:nvPr/>
      </p:nvGrpSpPr>
      <p:grpSpPr>
        <a:xfrm>
          <a:off x="0" y="0"/>
          <a:ext cx="0" cy="0"/>
          <a:chOff x="0" y="0"/>
          <a:chExt cx="0" cy="0"/>
        </a:xfrm>
      </p:grpSpPr>
      <p:sp>
        <p:nvSpPr>
          <p:cNvPr id="3053" name="Google Shape;3053;p49"/>
          <p:cNvSpPr/>
          <p:nvPr/>
        </p:nvSpPr>
        <p:spPr>
          <a:xfrm>
            <a:off x="3194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3054" name="Google Shape;3054;p49"/>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Decoder-only</a:t>
            </a:r>
            <a:endParaRPr/>
          </a:p>
        </p:txBody>
      </p:sp>
      <p:sp>
        <p:nvSpPr>
          <p:cNvPr id="3055" name="Google Shape;3055;p49"/>
          <p:cNvSpPr txBox="1"/>
          <p:nvPr/>
        </p:nvSpPr>
        <p:spPr>
          <a:xfrm>
            <a:off x="3794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That</a:t>
            </a:r>
            <a:endParaRPr sz="1200">
              <a:solidFill>
                <a:srgbClr val="3D85C6"/>
              </a:solidFill>
              <a:latin typeface="Roboto"/>
              <a:ea typeface="Roboto"/>
              <a:cs typeface="Roboto"/>
              <a:sym typeface="Roboto"/>
            </a:endParaRPr>
          </a:p>
        </p:txBody>
      </p:sp>
      <p:sp>
        <p:nvSpPr>
          <p:cNvPr id="3056" name="Google Shape;3056;p49"/>
          <p:cNvSpPr txBox="1"/>
          <p:nvPr/>
        </p:nvSpPr>
        <p:spPr>
          <a:xfrm>
            <a:off x="4338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is</a:t>
            </a:r>
            <a:endParaRPr sz="1200">
              <a:solidFill>
                <a:srgbClr val="3D85C6"/>
              </a:solidFill>
              <a:latin typeface="Roboto"/>
              <a:ea typeface="Roboto"/>
              <a:cs typeface="Roboto"/>
              <a:sym typeface="Roboto"/>
            </a:endParaRPr>
          </a:p>
        </p:txBody>
      </p:sp>
      <p:sp>
        <p:nvSpPr>
          <p:cNvPr id="3057" name="Google Shape;3057;p49"/>
          <p:cNvSpPr txBox="1"/>
          <p:nvPr/>
        </p:nvSpPr>
        <p:spPr>
          <a:xfrm>
            <a:off x="4682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D85C6"/>
                </a:solidFill>
                <a:latin typeface="Roboto"/>
                <a:ea typeface="Roboto"/>
                <a:cs typeface="Roboto"/>
                <a:sym typeface="Roboto"/>
              </a:rPr>
              <a:t>good</a:t>
            </a:r>
            <a:endParaRPr sz="1200">
              <a:solidFill>
                <a:srgbClr val="3D85C6"/>
              </a:solidFill>
              <a:latin typeface="Roboto"/>
              <a:ea typeface="Roboto"/>
              <a:cs typeface="Roboto"/>
              <a:sym typeface="Roboto"/>
            </a:endParaRPr>
          </a:p>
        </p:txBody>
      </p:sp>
      <p:sp>
        <p:nvSpPr>
          <p:cNvPr id="3058" name="Google Shape;3058;p49"/>
          <p:cNvSpPr/>
          <p:nvPr/>
        </p:nvSpPr>
        <p:spPr>
          <a:xfrm>
            <a:off x="3321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3059" name="Google Shape;3059;p49"/>
          <p:cNvSpPr/>
          <p:nvPr/>
        </p:nvSpPr>
        <p:spPr>
          <a:xfrm>
            <a:off x="3370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060" name="Google Shape;3060;p49"/>
          <p:cNvGrpSpPr/>
          <p:nvPr/>
        </p:nvGrpSpPr>
        <p:grpSpPr>
          <a:xfrm>
            <a:off x="4788056" y="3444952"/>
            <a:ext cx="313273" cy="74585"/>
            <a:chOff x="3655625" y="914400"/>
            <a:chExt cx="2743200" cy="690600"/>
          </a:xfrm>
        </p:grpSpPr>
        <p:sp>
          <p:nvSpPr>
            <p:cNvPr id="3061" name="Google Shape;3061;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62" name="Google Shape;3062;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63" name="Google Shape;3063;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064" name="Google Shape;3064;p49"/>
          <p:cNvSpPr txBox="1"/>
          <p:nvPr/>
        </p:nvSpPr>
        <p:spPr>
          <a:xfrm>
            <a:off x="5177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3065" name="Google Shape;3065;p49"/>
          <p:cNvGrpSpPr/>
          <p:nvPr/>
        </p:nvGrpSpPr>
        <p:grpSpPr>
          <a:xfrm>
            <a:off x="5245256" y="3444952"/>
            <a:ext cx="313273" cy="74585"/>
            <a:chOff x="3655625" y="914400"/>
            <a:chExt cx="2743200" cy="690600"/>
          </a:xfrm>
        </p:grpSpPr>
        <p:sp>
          <p:nvSpPr>
            <p:cNvPr id="3066" name="Google Shape;3066;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67" name="Google Shape;3067;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68" name="Google Shape;3068;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069" name="Google Shape;3069;p49"/>
          <p:cNvSpPr txBox="1"/>
          <p:nvPr/>
        </p:nvSpPr>
        <p:spPr>
          <a:xfrm>
            <a:off x="5681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3070" name="Google Shape;3070;p49"/>
          <p:cNvGrpSpPr/>
          <p:nvPr/>
        </p:nvGrpSpPr>
        <p:grpSpPr>
          <a:xfrm>
            <a:off x="5702456" y="3444952"/>
            <a:ext cx="313273" cy="74585"/>
            <a:chOff x="3655625" y="914400"/>
            <a:chExt cx="2743200" cy="690600"/>
          </a:xfrm>
        </p:grpSpPr>
        <p:sp>
          <p:nvSpPr>
            <p:cNvPr id="3071" name="Google Shape;3071;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72" name="Google Shape;3072;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73" name="Google Shape;3073;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074" name="Google Shape;3074;p49"/>
          <p:cNvSpPr txBox="1"/>
          <p:nvPr/>
        </p:nvSpPr>
        <p:spPr>
          <a:xfrm>
            <a:off x="6107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3075" name="Google Shape;3075;p49"/>
          <p:cNvGrpSpPr/>
          <p:nvPr/>
        </p:nvGrpSpPr>
        <p:grpSpPr>
          <a:xfrm>
            <a:off x="4788056" y="2987752"/>
            <a:ext cx="313273" cy="74585"/>
            <a:chOff x="3655625" y="914400"/>
            <a:chExt cx="2743200" cy="690600"/>
          </a:xfrm>
        </p:grpSpPr>
        <p:sp>
          <p:nvSpPr>
            <p:cNvPr id="3076" name="Google Shape;3076;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77" name="Google Shape;3077;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78" name="Google Shape;3078;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079" name="Google Shape;3079;p49"/>
          <p:cNvGrpSpPr/>
          <p:nvPr/>
        </p:nvGrpSpPr>
        <p:grpSpPr>
          <a:xfrm>
            <a:off x="5245256" y="2987752"/>
            <a:ext cx="313273" cy="74585"/>
            <a:chOff x="3655625" y="914400"/>
            <a:chExt cx="2743200" cy="690600"/>
          </a:xfrm>
        </p:grpSpPr>
        <p:sp>
          <p:nvSpPr>
            <p:cNvPr id="3080" name="Google Shape;3080;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81" name="Google Shape;3081;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82" name="Google Shape;3082;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083" name="Google Shape;3083;p49"/>
          <p:cNvGrpSpPr/>
          <p:nvPr/>
        </p:nvGrpSpPr>
        <p:grpSpPr>
          <a:xfrm>
            <a:off x="5702456" y="2987752"/>
            <a:ext cx="313273" cy="74585"/>
            <a:chOff x="3655625" y="914400"/>
            <a:chExt cx="2743200" cy="690600"/>
          </a:xfrm>
        </p:grpSpPr>
        <p:sp>
          <p:nvSpPr>
            <p:cNvPr id="3084" name="Google Shape;3084;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85" name="Google Shape;3085;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086" name="Google Shape;3086;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087" name="Google Shape;3087;p49"/>
          <p:cNvCxnSpPr>
            <a:stCxn id="3061" idx="0"/>
          </p:cNvCxnSpPr>
          <p:nvPr/>
        </p:nvCxnSpPr>
        <p:spPr>
          <a:xfrm rot="10800000">
            <a:off x="4944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088" name="Google Shape;3088;p49"/>
          <p:cNvCxnSpPr>
            <a:stCxn id="3061" idx="0"/>
            <a:endCxn id="3080" idx="2"/>
          </p:cNvCxnSpPr>
          <p:nvPr/>
        </p:nvCxnSpPr>
        <p:spPr>
          <a:xfrm flipH="1" rot="10800000">
            <a:off x="4944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089" name="Google Shape;3089;p49"/>
          <p:cNvCxnSpPr>
            <a:stCxn id="3061" idx="0"/>
            <a:endCxn id="3084" idx="2"/>
          </p:cNvCxnSpPr>
          <p:nvPr/>
        </p:nvCxnSpPr>
        <p:spPr>
          <a:xfrm flipH="1" rot="10800000">
            <a:off x="4944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090" name="Google Shape;3090;p49"/>
          <p:cNvCxnSpPr>
            <a:stCxn id="3066" idx="0"/>
            <a:endCxn id="3080" idx="2"/>
          </p:cNvCxnSpPr>
          <p:nvPr/>
        </p:nvCxnSpPr>
        <p:spPr>
          <a:xfrm rot="10800000">
            <a:off x="5401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091" name="Google Shape;3091;p49"/>
          <p:cNvCxnSpPr>
            <a:stCxn id="3071" idx="0"/>
            <a:endCxn id="3084"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092" name="Google Shape;3092;p49"/>
          <p:cNvCxnSpPr>
            <a:stCxn id="3066" idx="0"/>
            <a:endCxn id="3084" idx="2"/>
          </p:cNvCxnSpPr>
          <p:nvPr/>
        </p:nvCxnSpPr>
        <p:spPr>
          <a:xfrm flipH="1" rot="10800000">
            <a:off x="5401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3093" name="Google Shape;3093;p49"/>
          <p:cNvGrpSpPr/>
          <p:nvPr/>
        </p:nvGrpSpPr>
        <p:grpSpPr>
          <a:xfrm rot="-5400000">
            <a:off x="4893088" y="2142702"/>
            <a:ext cx="109798" cy="26302"/>
            <a:chOff x="4885225" y="945750"/>
            <a:chExt cx="311926" cy="74700"/>
          </a:xfrm>
        </p:grpSpPr>
        <p:sp>
          <p:nvSpPr>
            <p:cNvPr id="3094" name="Google Shape;3094;p49"/>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95" name="Google Shape;3095;p49"/>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96" name="Google Shape;3096;p49"/>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097" name="Google Shape;3097;p49"/>
          <p:cNvSpPr/>
          <p:nvPr/>
        </p:nvSpPr>
        <p:spPr>
          <a:xfrm>
            <a:off x="3321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3098" name="Google Shape;3098;p49"/>
          <p:cNvSpPr/>
          <p:nvPr/>
        </p:nvSpPr>
        <p:spPr>
          <a:xfrm>
            <a:off x="3369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3099" name="Google Shape;3099;p49"/>
          <p:cNvSpPr/>
          <p:nvPr/>
        </p:nvSpPr>
        <p:spPr>
          <a:xfrm>
            <a:off x="3370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3100" name="Google Shape;3100;p49"/>
          <p:cNvSpPr/>
          <p:nvPr/>
        </p:nvSpPr>
        <p:spPr>
          <a:xfrm>
            <a:off x="3370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3101" name="Google Shape;3101;p49"/>
          <p:cNvGrpSpPr/>
          <p:nvPr/>
        </p:nvGrpSpPr>
        <p:grpSpPr>
          <a:xfrm>
            <a:off x="4791356" y="2758466"/>
            <a:ext cx="313273" cy="74585"/>
            <a:chOff x="3655625" y="914400"/>
            <a:chExt cx="2743200" cy="690600"/>
          </a:xfrm>
        </p:grpSpPr>
        <p:sp>
          <p:nvSpPr>
            <p:cNvPr id="3102" name="Google Shape;3102;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03" name="Google Shape;3103;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04" name="Google Shape;3104;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05" name="Google Shape;3105;p49"/>
          <p:cNvGrpSpPr/>
          <p:nvPr/>
        </p:nvGrpSpPr>
        <p:grpSpPr>
          <a:xfrm>
            <a:off x="5248556" y="2758466"/>
            <a:ext cx="313273" cy="74585"/>
            <a:chOff x="3655625" y="914400"/>
            <a:chExt cx="2743200" cy="690600"/>
          </a:xfrm>
        </p:grpSpPr>
        <p:sp>
          <p:nvSpPr>
            <p:cNvPr id="3106" name="Google Shape;3106;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07" name="Google Shape;3107;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08" name="Google Shape;3108;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09" name="Google Shape;3109;p49"/>
          <p:cNvGrpSpPr/>
          <p:nvPr/>
        </p:nvGrpSpPr>
        <p:grpSpPr>
          <a:xfrm>
            <a:off x="5705756" y="2758466"/>
            <a:ext cx="313273" cy="74585"/>
            <a:chOff x="3655625" y="914400"/>
            <a:chExt cx="2743200" cy="690600"/>
          </a:xfrm>
        </p:grpSpPr>
        <p:sp>
          <p:nvSpPr>
            <p:cNvPr id="3110" name="Google Shape;3110;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11" name="Google Shape;3111;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12" name="Google Shape;3112;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13" name="Google Shape;3113;p49"/>
          <p:cNvGrpSpPr/>
          <p:nvPr/>
        </p:nvGrpSpPr>
        <p:grpSpPr>
          <a:xfrm>
            <a:off x="4791356" y="2537014"/>
            <a:ext cx="313273" cy="74585"/>
            <a:chOff x="3655625" y="914400"/>
            <a:chExt cx="2743200" cy="690600"/>
          </a:xfrm>
        </p:grpSpPr>
        <p:sp>
          <p:nvSpPr>
            <p:cNvPr id="3114" name="Google Shape;3114;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15" name="Google Shape;3115;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16" name="Google Shape;3116;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17" name="Google Shape;3117;p49"/>
          <p:cNvGrpSpPr/>
          <p:nvPr/>
        </p:nvGrpSpPr>
        <p:grpSpPr>
          <a:xfrm>
            <a:off x="5248556" y="2537014"/>
            <a:ext cx="313273" cy="74585"/>
            <a:chOff x="3655625" y="914400"/>
            <a:chExt cx="2743200" cy="690600"/>
          </a:xfrm>
        </p:grpSpPr>
        <p:sp>
          <p:nvSpPr>
            <p:cNvPr id="3118" name="Google Shape;3118;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19" name="Google Shape;3119;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20" name="Google Shape;3120;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21" name="Google Shape;3121;p49"/>
          <p:cNvGrpSpPr/>
          <p:nvPr/>
        </p:nvGrpSpPr>
        <p:grpSpPr>
          <a:xfrm>
            <a:off x="5705756" y="2537014"/>
            <a:ext cx="313273" cy="74585"/>
            <a:chOff x="3655625" y="914400"/>
            <a:chExt cx="2743200" cy="690600"/>
          </a:xfrm>
        </p:grpSpPr>
        <p:sp>
          <p:nvSpPr>
            <p:cNvPr id="3122" name="Google Shape;3122;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23" name="Google Shape;3123;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24" name="Google Shape;3124;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125" name="Google Shape;3125;p49"/>
          <p:cNvCxnSpPr>
            <a:stCxn id="3102" idx="0"/>
            <a:endCxn id="3114" idx="2"/>
          </p:cNvCxnSpPr>
          <p:nvPr/>
        </p:nvCxnSpPr>
        <p:spPr>
          <a:xfrm rot="10800000">
            <a:off x="4947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3126" name="Google Shape;3126;p49"/>
          <p:cNvCxnSpPr>
            <a:stCxn id="3110" idx="0"/>
            <a:endCxn id="3122"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3127" name="Google Shape;3127;p49"/>
          <p:cNvCxnSpPr>
            <a:stCxn id="3106" idx="0"/>
            <a:endCxn id="3118" idx="2"/>
          </p:cNvCxnSpPr>
          <p:nvPr/>
        </p:nvCxnSpPr>
        <p:spPr>
          <a:xfrm rot="10800000">
            <a:off x="5405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128" name="Google Shape;3128;p49"/>
          <p:cNvGrpSpPr/>
          <p:nvPr/>
        </p:nvGrpSpPr>
        <p:grpSpPr>
          <a:xfrm>
            <a:off x="4791356" y="807303"/>
            <a:ext cx="313273" cy="74585"/>
            <a:chOff x="3655625" y="914400"/>
            <a:chExt cx="2743200" cy="690600"/>
          </a:xfrm>
        </p:grpSpPr>
        <p:sp>
          <p:nvSpPr>
            <p:cNvPr id="3129" name="Google Shape;3129;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30" name="Google Shape;3130;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31" name="Google Shape;3131;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32" name="Google Shape;3132;p49"/>
          <p:cNvGrpSpPr/>
          <p:nvPr/>
        </p:nvGrpSpPr>
        <p:grpSpPr>
          <a:xfrm>
            <a:off x="5248556" y="807303"/>
            <a:ext cx="313273" cy="74585"/>
            <a:chOff x="3655625" y="914400"/>
            <a:chExt cx="2743200" cy="690600"/>
          </a:xfrm>
        </p:grpSpPr>
        <p:sp>
          <p:nvSpPr>
            <p:cNvPr id="3133" name="Google Shape;3133;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34" name="Google Shape;3134;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35" name="Google Shape;3135;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36" name="Google Shape;3136;p49"/>
          <p:cNvGrpSpPr/>
          <p:nvPr/>
        </p:nvGrpSpPr>
        <p:grpSpPr>
          <a:xfrm>
            <a:off x="5705756" y="807303"/>
            <a:ext cx="313273" cy="74585"/>
            <a:chOff x="3655625" y="914400"/>
            <a:chExt cx="2743200" cy="690600"/>
          </a:xfrm>
        </p:grpSpPr>
        <p:sp>
          <p:nvSpPr>
            <p:cNvPr id="3137" name="Google Shape;3137;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38" name="Google Shape;3138;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39" name="Google Shape;3139;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140" name="Google Shape;3140;p49"/>
          <p:cNvSpPr txBox="1"/>
          <p:nvPr/>
        </p:nvSpPr>
        <p:spPr>
          <a:xfrm>
            <a:off x="188375" y="4259800"/>
            <a:ext cx="28776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Input and target are concatenated</a:t>
            </a:r>
            <a:endParaRPr i="1">
              <a:solidFill>
                <a:srgbClr val="A61C00"/>
              </a:solidFill>
              <a:latin typeface="Roboto"/>
              <a:ea typeface="Roboto"/>
              <a:cs typeface="Roboto"/>
              <a:sym typeface="Roboto"/>
            </a:endParaRPr>
          </a:p>
        </p:txBody>
      </p:sp>
      <p:sp>
        <p:nvSpPr>
          <p:cNvPr id="3141" name="Google Shape;3141;p49"/>
          <p:cNvSpPr txBox="1"/>
          <p:nvPr/>
        </p:nvSpPr>
        <p:spPr>
          <a:xfrm>
            <a:off x="4709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3142" name="Google Shape;3142;p49"/>
          <p:cNvSpPr txBox="1"/>
          <p:nvPr/>
        </p:nvSpPr>
        <p:spPr>
          <a:xfrm>
            <a:off x="5235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3143" name="Google Shape;3143;p49"/>
          <p:cNvSpPr txBox="1"/>
          <p:nvPr/>
        </p:nvSpPr>
        <p:spPr>
          <a:xfrm>
            <a:off x="5650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3144" name="Google Shape;3144;p49"/>
          <p:cNvGrpSpPr/>
          <p:nvPr/>
        </p:nvGrpSpPr>
        <p:grpSpPr>
          <a:xfrm>
            <a:off x="6159656" y="3444952"/>
            <a:ext cx="313273" cy="74585"/>
            <a:chOff x="3655625" y="914400"/>
            <a:chExt cx="2743200" cy="690600"/>
          </a:xfrm>
        </p:grpSpPr>
        <p:sp>
          <p:nvSpPr>
            <p:cNvPr id="3145" name="Google Shape;3145;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46" name="Google Shape;3146;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47" name="Google Shape;3147;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48" name="Google Shape;3148;p49"/>
          <p:cNvGrpSpPr/>
          <p:nvPr/>
        </p:nvGrpSpPr>
        <p:grpSpPr>
          <a:xfrm>
            <a:off x="6159656" y="2987752"/>
            <a:ext cx="313273" cy="74585"/>
            <a:chOff x="3655625" y="914400"/>
            <a:chExt cx="2743200" cy="690600"/>
          </a:xfrm>
        </p:grpSpPr>
        <p:sp>
          <p:nvSpPr>
            <p:cNvPr id="3149" name="Google Shape;3149;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50" name="Google Shape;3150;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51" name="Google Shape;3151;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152" name="Google Shape;3152;p49"/>
          <p:cNvCxnSpPr>
            <a:stCxn id="3061" idx="0"/>
            <a:endCxn id="3149" idx="2"/>
          </p:cNvCxnSpPr>
          <p:nvPr/>
        </p:nvCxnSpPr>
        <p:spPr>
          <a:xfrm flipH="1" rot="10800000">
            <a:off x="4944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3153" name="Google Shape;3153;p49"/>
          <p:cNvCxnSpPr>
            <a:stCxn id="3066" idx="0"/>
            <a:endCxn id="3149" idx="2"/>
          </p:cNvCxnSpPr>
          <p:nvPr/>
        </p:nvCxnSpPr>
        <p:spPr>
          <a:xfrm flipH="1" rot="10800000">
            <a:off x="5401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154" name="Google Shape;3154;p49"/>
          <p:cNvCxnSpPr>
            <a:stCxn id="3071" idx="0"/>
            <a:endCxn id="3149"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155" name="Google Shape;3155;p49"/>
          <p:cNvCxnSpPr>
            <a:stCxn id="3145" idx="0"/>
            <a:endCxn id="3149"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3156" name="Google Shape;3156;p49"/>
          <p:cNvGrpSpPr/>
          <p:nvPr/>
        </p:nvGrpSpPr>
        <p:grpSpPr>
          <a:xfrm>
            <a:off x="6162956" y="2761349"/>
            <a:ext cx="313273" cy="74585"/>
            <a:chOff x="3655625" y="914400"/>
            <a:chExt cx="2743200" cy="690600"/>
          </a:xfrm>
        </p:grpSpPr>
        <p:sp>
          <p:nvSpPr>
            <p:cNvPr id="3157" name="Google Shape;3157;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58" name="Google Shape;3158;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59" name="Google Shape;3159;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60" name="Google Shape;3160;p49"/>
          <p:cNvGrpSpPr/>
          <p:nvPr/>
        </p:nvGrpSpPr>
        <p:grpSpPr>
          <a:xfrm>
            <a:off x="6162956" y="2533450"/>
            <a:ext cx="313273" cy="74585"/>
            <a:chOff x="3655625" y="914400"/>
            <a:chExt cx="2743200" cy="690600"/>
          </a:xfrm>
        </p:grpSpPr>
        <p:sp>
          <p:nvSpPr>
            <p:cNvPr id="3161" name="Google Shape;3161;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62" name="Google Shape;3162;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63" name="Google Shape;3163;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164" name="Google Shape;3164;p49"/>
          <p:cNvCxnSpPr>
            <a:stCxn id="3157" idx="0"/>
            <a:endCxn id="3161" idx="2"/>
          </p:cNvCxnSpPr>
          <p:nvPr/>
        </p:nvCxnSpPr>
        <p:spPr>
          <a:xfrm rot="10800000">
            <a:off x="6319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3165" name="Google Shape;3165;p49"/>
          <p:cNvGrpSpPr/>
          <p:nvPr/>
        </p:nvGrpSpPr>
        <p:grpSpPr>
          <a:xfrm>
            <a:off x="6159519" y="807303"/>
            <a:ext cx="313273" cy="74585"/>
            <a:chOff x="3655625" y="914400"/>
            <a:chExt cx="2743200" cy="690600"/>
          </a:xfrm>
        </p:grpSpPr>
        <p:sp>
          <p:nvSpPr>
            <p:cNvPr id="3166" name="Google Shape;3166;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67" name="Google Shape;3167;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68" name="Google Shape;3168;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169" name="Google Shape;3169;p49"/>
          <p:cNvSpPr txBox="1"/>
          <p:nvPr/>
        </p:nvSpPr>
        <p:spPr>
          <a:xfrm>
            <a:off x="6041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sp>
        <p:nvSpPr>
          <p:cNvPr id="3170" name="Google Shape;3170;p49"/>
          <p:cNvSpPr txBox="1"/>
          <p:nvPr/>
        </p:nvSpPr>
        <p:spPr>
          <a:xfrm>
            <a:off x="6843100" y="3285700"/>
            <a:ext cx="18882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Causal self-attention</a:t>
            </a:r>
            <a:endParaRPr i="1">
              <a:solidFill>
                <a:srgbClr val="A61C00"/>
              </a:solidFill>
              <a:latin typeface="Roboto"/>
              <a:ea typeface="Roboto"/>
              <a:cs typeface="Roboto"/>
              <a:sym typeface="Roboto"/>
            </a:endParaRPr>
          </a:p>
        </p:txBody>
      </p:sp>
      <p:cxnSp>
        <p:nvCxnSpPr>
          <p:cNvPr id="3171" name="Google Shape;3171;p49"/>
          <p:cNvCxnSpPr>
            <a:stCxn id="3170" idx="1"/>
            <a:endCxn id="3059" idx="3"/>
          </p:cNvCxnSpPr>
          <p:nvPr/>
        </p:nvCxnSpPr>
        <p:spPr>
          <a:xfrm rot="10800000">
            <a:off x="6550300" y="3253000"/>
            <a:ext cx="292800" cy="234000"/>
          </a:xfrm>
          <a:prstGeom prst="straightConnector1">
            <a:avLst/>
          </a:prstGeom>
          <a:noFill/>
          <a:ln cap="flat" cmpd="sng" w="9525">
            <a:solidFill>
              <a:schemeClr val="dk2"/>
            </a:solidFill>
            <a:prstDash val="solid"/>
            <a:round/>
            <a:headEnd len="med" w="med" type="none"/>
            <a:tailEnd len="med" w="med" type="triangle"/>
          </a:ln>
        </p:spPr>
      </p:cxnSp>
      <p:grpSp>
        <p:nvGrpSpPr>
          <p:cNvPr id="3172" name="Google Shape;3172;p49"/>
          <p:cNvGrpSpPr/>
          <p:nvPr/>
        </p:nvGrpSpPr>
        <p:grpSpPr>
          <a:xfrm>
            <a:off x="4330856" y="3444952"/>
            <a:ext cx="313273" cy="74585"/>
            <a:chOff x="3655625" y="914400"/>
            <a:chExt cx="2743200" cy="690600"/>
          </a:xfrm>
        </p:grpSpPr>
        <p:sp>
          <p:nvSpPr>
            <p:cNvPr id="3173" name="Google Shape;3173;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74" name="Google Shape;3174;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75" name="Google Shape;3175;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76" name="Google Shape;3176;p49"/>
          <p:cNvGrpSpPr/>
          <p:nvPr/>
        </p:nvGrpSpPr>
        <p:grpSpPr>
          <a:xfrm>
            <a:off x="4330856" y="2987752"/>
            <a:ext cx="313273" cy="74585"/>
            <a:chOff x="3655625" y="914400"/>
            <a:chExt cx="2743200" cy="690600"/>
          </a:xfrm>
        </p:grpSpPr>
        <p:sp>
          <p:nvSpPr>
            <p:cNvPr id="3177" name="Google Shape;3177;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78" name="Google Shape;3178;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79" name="Google Shape;3179;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80" name="Google Shape;3180;p49"/>
          <p:cNvGrpSpPr/>
          <p:nvPr/>
        </p:nvGrpSpPr>
        <p:grpSpPr>
          <a:xfrm>
            <a:off x="3873656" y="3444952"/>
            <a:ext cx="313273" cy="74585"/>
            <a:chOff x="3655625" y="914400"/>
            <a:chExt cx="2743200" cy="690600"/>
          </a:xfrm>
        </p:grpSpPr>
        <p:sp>
          <p:nvSpPr>
            <p:cNvPr id="3181" name="Google Shape;3181;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82" name="Google Shape;3182;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83" name="Google Shape;3183;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84" name="Google Shape;3184;p49"/>
          <p:cNvGrpSpPr/>
          <p:nvPr/>
        </p:nvGrpSpPr>
        <p:grpSpPr>
          <a:xfrm>
            <a:off x="3873656" y="2987752"/>
            <a:ext cx="313273" cy="74585"/>
            <a:chOff x="3655625" y="914400"/>
            <a:chExt cx="2743200" cy="690600"/>
          </a:xfrm>
        </p:grpSpPr>
        <p:sp>
          <p:nvSpPr>
            <p:cNvPr id="3185" name="Google Shape;3185;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86" name="Google Shape;3186;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87" name="Google Shape;3187;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88" name="Google Shape;3188;p49"/>
          <p:cNvGrpSpPr/>
          <p:nvPr/>
        </p:nvGrpSpPr>
        <p:grpSpPr>
          <a:xfrm>
            <a:off x="3416456" y="3444952"/>
            <a:ext cx="313273" cy="74585"/>
            <a:chOff x="3655625" y="914400"/>
            <a:chExt cx="2743200" cy="690600"/>
          </a:xfrm>
        </p:grpSpPr>
        <p:sp>
          <p:nvSpPr>
            <p:cNvPr id="3189" name="Google Shape;3189;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90" name="Google Shape;3190;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91" name="Google Shape;3191;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192" name="Google Shape;3192;p49"/>
          <p:cNvGrpSpPr/>
          <p:nvPr/>
        </p:nvGrpSpPr>
        <p:grpSpPr>
          <a:xfrm>
            <a:off x="3416456" y="2987752"/>
            <a:ext cx="313273" cy="74585"/>
            <a:chOff x="3655625" y="914400"/>
            <a:chExt cx="2743200" cy="690600"/>
          </a:xfrm>
        </p:grpSpPr>
        <p:sp>
          <p:nvSpPr>
            <p:cNvPr id="3193" name="Google Shape;3193;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194" name="Google Shape;3194;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195" name="Google Shape;3195;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196" name="Google Shape;3196;p49"/>
          <p:cNvSpPr txBox="1"/>
          <p:nvPr/>
        </p:nvSpPr>
        <p:spPr>
          <a:xfrm>
            <a:off x="3321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3197" name="Google Shape;3197;p49"/>
          <p:cNvCxnSpPr>
            <a:stCxn id="3173" idx="0"/>
            <a:endCxn id="3177" idx="2"/>
          </p:cNvCxnSpPr>
          <p:nvPr/>
        </p:nvCxnSpPr>
        <p:spPr>
          <a:xfrm rot="10800000">
            <a:off x="4487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198" name="Google Shape;3198;p49"/>
          <p:cNvCxnSpPr>
            <a:stCxn id="3181" idx="0"/>
            <a:endCxn id="3185" idx="2"/>
          </p:cNvCxnSpPr>
          <p:nvPr/>
        </p:nvCxnSpPr>
        <p:spPr>
          <a:xfrm rot="10800000">
            <a:off x="4030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199" name="Google Shape;3199;p49"/>
          <p:cNvCxnSpPr>
            <a:stCxn id="3189" idx="0"/>
            <a:endCxn id="3193" idx="2"/>
          </p:cNvCxnSpPr>
          <p:nvPr/>
        </p:nvCxnSpPr>
        <p:spPr>
          <a:xfrm rot="10800000">
            <a:off x="3573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200" name="Google Shape;3200;p49"/>
          <p:cNvCxnSpPr>
            <a:stCxn id="3189" idx="0"/>
            <a:endCxn id="3185" idx="2"/>
          </p:cNvCxnSpPr>
          <p:nvPr/>
        </p:nvCxnSpPr>
        <p:spPr>
          <a:xfrm flipH="1" rot="10800000">
            <a:off x="3573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201" name="Google Shape;3201;p49"/>
          <p:cNvCxnSpPr>
            <a:stCxn id="3189" idx="0"/>
            <a:endCxn id="3177" idx="2"/>
          </p:cNvCxnSpPr>
          <p:nvPr/>
        </p:nvCxnSpPr>
        <p:spPr>
          <a:xfrm flipH="1" rot="10800000">
            <a:off x="35730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202" name="Google Shape;3202;p49"/>
          <p:cNvCxnSpPr>
            <a:stCxn id="3189" idx="0"/>
            <a:endCxn id="3076" idx="2"/>
          </p:cNvCxnSpPr>
          <p:nvPr/>
        </p:nvCxnSpPr>
        <p:spPr>
          <a:xfrm flipH="1" rot="10800000">
            <a:off x="3573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3203" name="Google Shape;3203;p49"/>
          <p:cNvCxnSpPr>
            <a:stCxn id="3189" idx="0"/>
            <a:endCxn id="3080" idx="2"/>
          </p:cNvCxnSpPr>
          <p:nvPr/>
        </p:nvCxnSpPr>
        <p:spPr>
          <a:xfrm flipH="1" rot="10800000">
            <a:off x="3573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3204" name="Google Shape;3204;p49"/>
          <p:cNvCxnSpPr>
            <a:stCxn id="3189" idx="0"/>
            <a:endCxn id="3084" idx="2"/>
          </p:cNvCxnSpPr>
          <p:nvPr/>
        </p:nvCxnSpPr>
        <p:spPr>
          <a:xfrm flipH="1" rot="10800000">
            <a:off x="3573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3205" name="Google Shape;3205;p49"/>
          <p:cNvCxnSpPr>
            <a:stCxn id="3189" idx="0"/>
            <a:endCxn id="3149" idx="2"/>
          </p:cNvCxnSpPr>
          <p:nvPr/>
        </p:nvCxnSpPr>
        <p:spPr>
          <a:xfrm flipH="1" rot="10800000">
            <a:off x="3573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3206" name="Google Shape;3206;p49"/>
          <p:cNvCxnSpPr>
            <a:stCxn id="3181" idx="0"/>
            <a:endCxn id="3177" idx="2"/>
          </p:cNvCxnSpPr>
          <p:nvPr/>
        </p:nvCxnSpPr>
        <p:spPr>
          <a:xfrm flipH="1" rot="10800000">
            <a:off x="4030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207" name="Google Shape;3207;p49"/>
          <p:cNvCxnSpPr>
            <a:stCxn id="3181" idx="0"/>
            <a:endCxn id="3076" idx="2"/>
          </p:cNvCxnSpPr>
          <p:nvPr/>
        </p:nvCxnSpPr>
        <p:spPr>
          <a:xfrm flipH="1" rot="10800000">
            <a:off x="4030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208" name="Google Shape;3208;p49"/>
          <p:cNvCxnSpPr>
            <a:stCxn id="3181" idx="0"/>
            <a:endCxn id="3080" idx="2"/>
          </p:cNvCxnSpPr>
          <p:nvPr/>
        </p:nvCxnSpPr>
        <p:spPr>
          <a:xfrm flipH="1" rot="10800000">
            <a:off x="4030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3209" name="Google Shape;3209;p49"/>
          <p:cNvCxnSpPr>
            <a:stCxn id="3181" idx="0"/>
            <a:endCxn id="3084" idx="2"/>
          </p:cNvCxnSpPr>
          <p:nvPr/>
        </p:nvCxnSpPr>
        <p:spPr>
          <a:xfrm flipH="1" rot="10800000">
            <a:off x="4030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3210" name="Google Shape;3210;p49"/>
          <p:cNvCxnSpPr>
            <a:stCxn id="3181" idx="0"/>
            <a:endCxn id="3149" idx="2"/>
          </p:cNvCxnSpPr>
          <p:nvPr/>
        </p:nvCxnSpPr>
        <p:spPr>
          <a:xfrm flipH="1" rot="10800000">
            <a:off x="40302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3211" name="Google Shape;3211;p49"/>
          <p:cNvCxnSpPr>
            <a:stCxn id="3173" idx="0"/>
            <a:endCxn id="3076" idx="2"/>
          </p:cNvCxnSpPr>
          <p:nvPr/>
        </p:nvCxnSpPr>
        <p:spPr>
          <a:xfrm flipH="1" rot="10800000">
            <a:off x="4487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212" name="Google Shape;3212;p49"/>
          <p:cNvCxnSpPr>
            <a:stCxn id="3173" idx="0"/>
            <a:endCxn id="3080" idx="2"/>
          </p:cNvCxnSpPr>
          <p:nvPr/>
        </p:nvCxnSpPr>
        <p:spPr>
          <a:xfrm flipH="1" rot="10800000">
            <a:off x="4487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213" name="Google Shape;3213;p49"/>
          <p:cNvCxnSpPr>
            <a:stCxn id="3173" idx="0"/>
            <a:endCxn id="3084" idx="2"/>
          </p:cNvCxnSpPr>
          <p:nvPr/>
        </p:nvCxnSpPr>
        <p:spPr>
          <a:xfrm flipH="1" rot="10800000">
            <a:off x="4487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3214" name="Google Shape;3214;p49"/>
          <p:cNvCxnSpPr>
            <a:stCxn id="3173" idx="0"/>
            <a:endCxn id="3149" idx="2"/>
          </p:cNvCxnSpPr>
          <p:nvPr/>
        </p:nvCxnSpPr>
        <p:spPr>
          <a:xfrm flipH="1" rot="10800000">
            <a:off x="4487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3215" name="Google Shape;3215;p49"/>
          <p:cNvGrpSpPr/>
          <p:nvPr/>
        </p:nvGrpSpPr>
        <p:grpSpPr>
          <a:xfrm>
            <a:off x="4334156" y="2758466"/>
            <a:ext cx="313273" cy="74585"/>
            <a:chOff x="3655625" y="914400"/>
            <a:chExt cx="2743200" cy="690600"/>
          </a:xfrm>
        </p:grpSpPr>
        <p:sp>
          <p:nvSpPr>
            <p:cNvPr id="3216" name="Google Shape;3216;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17" name="Google Shape;3217;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218" name="Google Shape;3218;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219" name="Google Shape;3219;p49"/>
          <p:cNvGrpSpPr/>
          <p:nvPr/>
        </p:nvGrpSpPr>
        <p:grpSpPr>
          <a:xfrm>
            <a:off x="4334156" y="2537014"/>
            <a:ext cx="313273" cy="74585"/>
            <a:chOff x="3655625" y="914400"/>
            <a:chExt cx="2743200" cy="690600"/>
          </a:xfrm>
        </p:grpSpPr>
        <p:sp>
          <p:nvSpPr>
            <p:cNvPr id="3220" name="Google Shape;3220;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21" name="Google Shape;3221;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222" name="Google Shape;3222;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223" name="Google Shape;3223;p49"/>
          <p:cNvCxnSpPr>
            <a:stCxn id="3216" idx="0"/>
            <a:endCxn id="3220" idx="2"/>
          </p:cNvCxnSpPr>
          <p:nvPr/>
        </p:nvCxnSpPr>
        <p:spPr>
          <a:xfrm rot="10800000">
            <a:off x="4490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224" name="Google Shape;3224;p49"/>
          <p:cNvGrpSpPr/>
          <p:nvPr/>
        </p:nvGrpSpPr>
        <p:grpSpPr>
          <a:xfrm>
            <a:off x="3876956" y="2758466"/>
            <a:ext cx="313273" cy="74585"/>
            <a:chOff x="3655625" y="914400"/>
            <a:chExt cx="2743200" cy="690600"/>
          </a:xfrm>
        </p:grpSpPr>
        <p:sp>
          <p:nvSpPr>
            <p:cNvPr id="3225" name="Google Shape;3225;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26" name="Google Shape;3226;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227" name="Google Shape;3227;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228" name="Google Shape;3228;p49"/>
          <p:cNvGrpSpPr/>
          <p:nvPr/>
        </p:nvGrpSpPr>
        <p:grpSpPr>
          <a:xfrm>
            <a:off x="3876956" y="2537014"/>
            <a:ext cx="313273" cy="74585"/>
            <a:chOff x="3655625" y="914400"/>
            <a:chExt cx="2743200" cy="690600"/>
          </a:xfrm>
        </p:grpSpPr>
        <p:sp>
          <p:nvSpPr>
            <p:cNvPr id="3229" name="Google Shape;3229;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30" name="Google Shape;3230;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231" name="Google Shape;3231;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232" name="Google Shape;3232;p49"/>
          <p:cNvCxnSpPr>
            <a:stCxn id="3225" idx="0"/>
            <a:endCxn id="3229" idx="2"/>
          </p:cNvCxnSpPr>
          <p:nvPr/>
        </p:nvCxnSpPr>
        <p:spPr>
          <a:xfrm rot="10800000">
            <a:off x="4033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233" name="Google Shape;3233;p49"/>
          <p:cNvGrpSpPr/>
          <p:nvPr/>
        </p:nvGrpSpPr>
        <p:grpSpPr>
          <a:xfrm>
            <a:off x="3419756" y="2758466"/>
            <a:ext cx="313273" cy="74585"/>
            <a:chOff x="3655625" y="914400"/>
            <a:chExt cx="2743200" cy="690600"/>
          </a:xfrm>
        </p:grpSpPr>
        <p:sp>
          <p:nvSpPr>
            <p:cNvPr id="3234" name="Google Shape;3234;p4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35" name="Google Shape;3235;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236" name="Google Shape;3236;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237" name="Google Shape;3237;p49"/>
          <p:cNvGrpSpPr/>
          <p:nvPr/>
        </p:nvGrpSpPr>
        <p:grpSpPr>
          <a:xfrm>
            <a:off x="3419756" y="2537014"/>
            <a:ext cx="313273" cy="74585"/>
            <a:chOff x="3655625" y="914400"/>
            <a:chExt cx="2743200" cy="690600"/>
          </a:xfrm>
        </p:grpSpPr>
        <p:sp>
          <p:nvSpPr>
            <p:cNvPr id="3238" name="Google Shape;3238;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39" name="Google Shape;3239;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240" name="Google Shape;3240;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241" name="Google Shape;3241;p49"/>
          <p:cNvCxnSpPr>
            <a:stCxn id="3234" idx="0"/>
            <a:endCxn id="3238" idx="2"/>
          </p:cNvCxnSpPr>
          <p:nvPr/>
        </p:nvCxnSpPr>
        <p:spPr>
          <a:xfrm rot="10800000">
            <a:off x="35763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242" name="Google Shape;3242;p49"/>
          <p:cNvGrpSpPr/>
          <p:nvPr/>
        </p:nvGrpSpPr>
        <p:grpSpPr>
          <a:xfrm>
            <a:off x="3419756" y="807303"/>
            <a:ext cx="313273" cy="74585"/>
            <a:chOff x="3655625" y="914400"/>
            <a:chExt cx="2743200" cy="690600"/>
          </a:xfrm>
        </p:grpSpPr>
        <p:sp>
          <p:nvSpPr>
            <p:cNvPr id="3243" name="Google Shape;3243;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44" name="Google Shape;3244;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245" name="Google Shape;3245;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246" name="Google Shape;3246;p49"/>
          <p:cNvGrpSpPr/>
          <p:nvPr/>
        </p:nvGrpSpPr>
        <p:grpSpPr>
          <a:xfrm>
            <a:off x="3876956" y="807303"/>
            <a:ext cx="313273" cy="74585"/>
            <a:chOff x="3655625" y="914400"/>
            <a:chExt cx="2743200" cy="690600"/>
          </a:xfrm>
        </p:grpSpPr>
        <p:sp>
          <p:nvSpPr>
            <p:cNvPr id="3247" name="Google Shape;3247;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48" name="Google Shape;3248;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249" name="Google Shape;3249;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250" name="Google Shape;3250;p49"/>
          <p:cNvGrpSpPr/>
          <p:nvPr/>
        </p:nvGrpSpPr>
        <p:grpSpPr>
          <a:xfrm>
            <a:off x="4334156" y="807303"/>
            <a:ext cx="313273" cy="74585"/>
            <a:chOff x="3655625" y="914400"/>
            <a:chExt cx="2743200" cy="690600"/>
          </a:xfrm>
        </p:grpSpPr>
        <p:sp>
          <p:nvSpPr>
            <p:cNvPr id="3251" name="Google Shape;3251;p4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52" name="Google Shape;3252;p4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253" name="Google Shape;3253;p4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254" name="Google Shape;3254;p49"/>
          <p:cNvSpPr txBox="1"/>
          <p:nvPr/>
        </p:nvSpPr>
        <p:spPr>
          <a:xfrm>
            <a:off x="6899450" y="972675"/>
            <a:ext cx="2040000" cy="4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Output is a sequence</a:t>
            </a:r>
            <a:endParaRPr i="1">
              <a:solidFill>
                <a:srgbClr val="A61C00"/>
              </a:solidFill>
              <a:latin typeface="Roboto"/>
              <a:ea typeface="Roboto"/>
              <a:cs typeface="Roboto"/>
              <a:sym typeface="Roboto"/>
            </a:endParaRPr>
          </a:p>
        </p:txBody>
      </p:sp>
      <p:cxnSp>
        <p:nvCxnSpPr>
          <p:cNvPr id="3255" name="Google Shape;3255;p49"/>
          <p:cNvCxnSpPr>
            <a:stCxn id="3254" idx="0"/>
            <a:endCxn id="3169" idx="3"/>
          </p:cNvCxnSpPr>
          <p:nvPr/>
        </p:nvCxnSpPr>
        <p:spPr>
          <a:xfrm rot="10800000">
            <a:off x="6613250" y="635475"/>
            <a:ext cx="1306200" cy="337200"/>
          </a:xfrm>
          <a:prstGeom prst="straightConnector1">
            <a:avLst/>
          </a:prstGeom>
          <a:noFill/>
          <a:ln cap="flat" cmpd="sng" w="9525">
            <a:solidFill>
              <a:schemeClr val="dk2"/>
            </a:solidFill>
            <a:prstDash val="solid"/>
            <a:round/>
            <a:headEnd len="med" w="med" type="none"/>
            <a:tailEnd len="med" w="med" type="triangle"/>
          </a:ln>
        </p:spPr>
      </p:cxnSp>
      <p:sp>
        <p:nvSpPr>
          <p:cNvPr id="3256" name="Google Shape;3256;p49"/>
          <p:cNvSpPr txBox="1"/>
          <p:nvPr/>
        </p:nvSpPr>
        <p:spPr>
          <a:xfrm>
            <a:off x="3332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That</a:t>
            </a:r>
            <a:endParaRPr sz="1200">
              <a:solidFill>
                <a:srgbClr val="3C78D8"/>
              </a:solidFill>
              <a:latin typeface="Roboto"/>
              <a:ea typeface="Roboto"/>
              <a:cs typeface="Roboto"/>
              <a:sym typeface="Roboto"/>
            </a:endParaRPr>
          </a:p>
        </p:txBody>
      </p:sp>
      <p:sp>
        <p:nvSpPr>
          <p:cNvPr id="3257" name="Google Shape;3257;p49"/>
          <p:cNvSpPr txBox="1"/>
          <p:nvPr/>
        </p:nvSpPr>
        <p:spPr>
          <a:xfrm>
            <a:off x="3876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is</a:t>
            </a:r>
            <a:endParaRPr sz="1200">
              <a:solidFill>
                <a:srgbClr val="3C78D8"/>
              </a:solidFill>
              <a:latin typeface="Roboto"/>
              <a:ea typeface="Roboto"/>
              <a:cs typeface="Roboto"/>
              <a:sym typeface="Roboto"/>
            </a:endParaRPr>
          </a:p>
        </p:txBody>
      </p:sp>
      <p:sp>
        <p:nvSpPr>
          <p:cNvPr id="3258" name="Google Shape;3258;p49"/>
          <p:cNvSpPr txBox="1"/>
          <p:nvPr/>
        </p:nvSpPr>
        <p:spPr>
          <a:xfrm>
            <a:off x="4226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C78D8"/>
                </a:solidFill>
                <a:latin typeface="Roboto"/>
                <a:ea typeface="Roboto"/>
                <a:cs typeface="Roboto"/>
                <a:sym typeface="Roboto"/>
              </a:rPr>
              <a:t>good</a:t>
            </a:r>
            <a:endParaRPr sz="1200">
              <a:solidFill>
                <a:srgbClr val="3C78D8"/>
              </a:solidFill>
              <a:latin typeface="Roboto"/>
              <a:ea typeface="Roboto"/>
              <a:cs typeface="Roboto"/>
              <a:sym typeface="Roboto"/>
            </a:endParaRPr>
          </a:p>
        </p:txBody>
      </p:sp>
      <p:sp>
        <p:nvSpPr>
          <p:cNvPr id="3259" name="Google Shape;3259;p49"/>
          <p:cNvSpPr txBox="1"/>
          <p:nvPr/>
        </p:nvSpPr>
        <p:spPr>
          <a:xfrm>
            <a:off x="435725" y="1201250"/>
            <a:ext cx="2382900" cy="190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u="sng">
                <a:solidFill>
                  <a:srgbClr val="A61C00"/>
                </a:solidFill>
                <a:latin typeface="Roboto"/>
                <a:ea typeface="Roboto"/>
                <a:cs typeface="Roboto"/>
                <a:sym typeface="Roboto"/>
              </a:rPr>
              <a:t>Key design features</a:t>
            </a:r>
            <a:endParaRPr i="1" u="sng">
              <a:solidFill>
                <a:srgbClr val="A61C00"/>
              </a:solidFill>
              <a:latin typeface="Roboto"/>
              <a:ea typeface="Roboto"/>
              <a:cs typeface="Roboto"/>
              <a:sym typeface="Roboto"/>
            </a:endParaRPr>
          </a:p>
          <a:p>
            <a:pPr indent="0" lvl="0" marL="0" rtl="0" algn="l">
              <a:spcBef>
                <a:spcPts val="0"/>
              </a:spcBef>
              <a:spcAft>
                <a:spcPts val="0"/>
              </a:spcAft>
              <a:buNone/>
            </a:pPr>
            <a:r>
              <a:t/>
            </a:r>
            <a:endParaRPr i="1">
              <a:solidFill>
                <a:srgbClr val="A61C00"/>
              </a:solidFill>
              <a:latin typeface="Roboto"/>
              <a:ea typeface="Roboto"/>
              <a:cs typeface="Roboto"/>
              <a:sym typeface="Roboto"/>
            </a:endParaRPr>
          </a:p>
          <a:p>
            <a:pPr indent="0" lvl="0" marL="0" rtl="0" algn="l">
              <a:spcBef>
                <a:spcPts val="0"/>
              </a:spcBef>
              <a:spcAft>
                <a:spcPts val="0"/>
              </a:spcAft>
              <a:buNone/>
            </a:pPr>
            <a:r>
              <a:rPr i="1" lang="en">
                <a:solidFill>
                  <a:srgbClr val="A61C00"/>
                </a:solidFill>
                <a:latin typeface="Roboto"/>
                <a:ea typeface="Roboto"/>
                <a:cs typeface="Roboto"/>
                <a:sym typeface="Roboto"/>
              </a:rPr>
              <a:t>Self attention also serves the role of cross-attention</a:t>
            </a:r>
            <a:endParaRPr i="1">
              <a:solidFill>
                <a:srgbClr val="A61C00"/>
              </a:solidFill>
              <a:latin typeface="Roboto"/>
              <a:ea typeface="Roboto"/>
              <a:cs typeface="Roboto"/>
              <a:sym typeface="Roboto"/>
            </a:endParaRPr>
          </a:p>
          <a:p>
            <a:pPr indent="0" lvl="0" marL="0" rtl="0" algn="l">
              <a:spcBef>
                <a:spcPts val="0"/>
              </a:spcBef>
              <a:spcAft>
                <a:spcPts val="0"/>
              </a:spcAft>
              <a:buNone/>
            </a:pPr>
            <a:r>
              <a:t/>
            </a:r>
            <a:endParaRPr i="1">
              <a:solidFill>
                <a:srgbClr val="A61C00"/>
              </a:solidFill>
              <a:latin typeface="Roboto"/>
              <a:ea typeface="Roboto"/>
              <a:cs typeface="Roboto"/>
              <a:sym typeface="Roboto"/>
            </a:endParaRPr>
          </a:p>
          <a:p>
            <a:pPr indent="0" lvl="0" marL="0" rtl="0" algn="l">
              <a:spcBef>
                <a:spcPts val="0"/>
              </a:spcBef>
              <a:spcAft>
                <a:spcPts val="0"/>
              </a:spcAft>
              <a:buNone/>
            </a:pPr>
            <a:r>
              <a:rPr i="1" lang="en">
                <a:solidFill>
                  <a:srgbClr val="A61C00"/>
                </a:solidFill>
                <a:latin typeface="Roboto"/>
                <a:ea typeface="Roboto"/>
                <a:cs typeface="Roboto"/>
                <a:sym typeface="Roboto"/>
              </a:rPr>
              <a:t>Same set of parameters apply to both input and target sequences</a:t>
            </a:r>
            <a:endParaRPr i="1">
              <a:solidFill>
                <a:srgbClr val="A61C00"/>
              </a:solidFill>
              <a:latin typeface="Roboto"/>
              <a:ea typeface="Roboto"/>
              <a:cs typeface="Roboto"/>
              <a:sym typeface="Roboto"/>
            </a:endParaRPr>
          </a:p>
        </p:txBody>
      </p:sp>
      <p:cxnSp>
        <p:nvCxnSpPr>
          <p:cNvPr id="3260" name="Google Shape;3260;p49"/>
          <p:cNvCxnSpPr>
            <a:endCxn id="3140" idx="2"/>
          </p:cNvCxnSpPr>
          <p:nvPr/>
        </p:nvCxnSpPr>
        <p:spPr>
          <a:xfrm flipH="1">
            <a:off x="1627175" y="4500700"/>
            <a:ext cx="3543600" cy="161700"/>
          </a:xfrm>
          <a:prstGeom prst="bentConnector4">
            <a:avLst>
              <a:gd fmla="val 1" name="adj1"/>
              <a:gd fmla="val 101160" name="adj2"/>
            </a:avLst>
          </a:prstGeom>
          <a:noFill/>
          <a:ln cap="flat" cmpd="sng" w="9525">
            <a:solidFill>
              <a:schemeClr val="dk2"/>
            </a:solidFill>
            <a:prstDash val="solid"/>
            <a:round/>
            <a:headEnd len="med" w="med" type="triangle"/>
            <a:tailEnd len="med" w="med" type="none"/>
          </a:ln>
        </p:spPr>
      </p:cxnSp>
      <p:sp>
        <p:nvSpPr>
          <p:cNvPr id="3261" name="Google Shape;326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5" name="Shape 3265"/>
        <p:cNvGrpSpPr/>
        <p:nvPr/>
      </p:nvGrpSpPr>
      <p:grpSpPr>
        <a:xfrm>
          <a:off x="0" y="0"/>
          <a:ext cx="0" cy="0"/>
          <a:chOff x="0" y="0"/>
          <a:chExt cx="0" cy="0"/>
        </a:xfrm>
      </p:grpSpPr>
      <p:sp>
        <p:nvSpPr>
          <p:cNvPr id="3266" name="Google Shape;3266;p50"/>
          <p:cNvSpPr txBox="1"/>
          <p:nvPr/>
        </p:nvSpPr>
        <p:spPr>
          <a:xfrm>
            <a:off x="311700" y="966725"/>
            <a:ext cx="8520600" cy="27267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3500">
                <a:latin typeface="Roboto"/>
                <a:ea typeface="Roboto"/>
                <a:cs typeface="Roboto"/>
                <a:sym typeface="Roboto"/>
              </a:rPr>
              <a:t>How different are encoder-decoder and decoder-onl</a:t>
            </a:r>
            <a:r>
              <a:rPr lang="en" sz="3500">
                <a:latin typeface="Roboto"/>
                <a:ea typeface="Roboto"/>
                <a:cs typeface="Roboto"/>
                <a:sym typeface="Roboto"/>
              </a:rPr>
              <a:t>y architectures</a:t>
            </a:r>
            <a:r>
              <a:rPr lang="en" sz="3500">
                <a:latin typeface="Roboto"/>
                <a:ea typeface="Roboto"/>
                <a:cs typeface="Roboto"/>
                <a:sym typeface="Roboto"/>
              </a:rPr>
              <a:t>?</a:t>
            </a:r>
            <a:endParaRPr sz="3500">
              <a:latin typeface="Roboto"/>
              <a:ea typeface="Roboto"/>
              <a:cs typeface="Roboto"/>
              <a:sym typeface="Roboto"/>
            </a:endParaRPr>
          </a:p>
          <a:p>
            <a:pPr indent="0" lvl="0" marL="0" rtl="0" algn="ctr">
              <a:spcBef>
                <a:spcPts val="0"/>
              </a:spcBef>
              <a:spcAft>
                <a:spcPts val="0"/>
              </a:spcAft>
              <a:buNone/>
            </a:pPr>
            <a:r>
              <a:t/>
            </a:r>
            <a:endParaRPr sz="3500">
              <a:latin typeface="Roboto"/>
              <a:ea typeface="Roboto"/>
              <a:cs typeface="Roboto"/>
              <a:sym typeface="Roboto"/>
            </a:endParaRPr>
          </a:p>
          <a:p>
            <a:pPr indent="0" lvl="0" marL="0" rtl="0" algn="ctr">
              <a:spcBef>
                <a:spcPts val="0"/>
              </a:spcBef>
              <a:spcAft>
                <a:spcPts val="0"/>
              </a:spcAft>
              <a:buNone/>
            </a:pPr>
            <a:r>
              <a:rPr lang="en" sz="2300">
                <a:latin typeface="Roboto"/>
                <a:ea typeface="Roboto"/>
                <a:cs typeface="Roboto"/>
                <a:sym typeface="Roboto"/>
              </a:rPr>
              <a:t>Let’s try to </a:t>
            </a:r>
            <a:r>
              <a:rPr lang="en" sz="2300">
                <a:latin typeface="Roboto"/>
                <a:ea typeface="Roboto"/>
                <a:cs typeface="Roboto"/>
                <a:sym typeface="Roboto"/>
              </a:rPr>
              <a:t>transform</a:t>
            </a:r>
            <a:r>
              <a:rPr lang="en" sz="2300">
                <a:latin typeface="Roboto"/>
                <a:ea typeface="Roboto"/>
                <a:cs typeface="Roboto"/>
                <a:sym typeface="Roboto"/>
              </a:rPr>
              <a:t> encoder-decoder into decoder-only</a:t>
            </a:r>
            <a:endParaRPr sz="2300">
              <a:latin typeface="Roboto"/>
              <a:ea typeface="Roboto"/>
              <a:cs typeface="Roboto"/>
              <a:sym typeface="Roboto"/>
            </a:endParaRPr>
          </a:p>
        </p:txBody>
      </p:sp>
      <p:sp>
        <p:nvSpPr>
          <p:cNvPr id="3267" name="Google Shape;3267;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1" name="Shape 3271"/>
        <p:cNvGrpSpPr/>
        <p:nvPr/>
      </p:nvGrpSpPr>
      <p:grpSpPr>
        <a:xfrm>
          <a:off x="0" y="0"/>
          <a:ext cx="0" cy="0"/>
          <a:chOff x="0" y="0"/>
          <a:chExt cx="0" cy="0"/>
        </a:xfrm>
      </p:grpSpPr>
      <p:sp>
        <p:nvSpPr>
          <p:cNvPr id="3272" name="Google Shape;3272;p51"/>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 of the differences</a:t>
            </a:r>
            <a:endParaRPr/>
          </a:p>
        </p:txBody>
      </p:sp>
      <p:graphicFrame>
        <p:nvGraphicFramePr>
          <p:cNvPr id="3273" name="Google Shape;3273;p51"/>
          <p:cNvGraphicFramePr/>
          <p:nvPr/>
        </p:nvGraphicFramePr>
        <p:xfrm>
          <a:off x="387900" y="1252475"/>
          <a:ext cx="3000000" cy="3000000"/>
        </p:xfrm>
        <a:graphic>
          <a:graphicData uri="http://schemas.openxmlformats.org/drawingml/2006/table">
            <a:tbl>
              <a:tblPr>
                <a:noFill/>
                <a:tableStyleId>{EB4F61EB-9F4D-4772-B5CA-0CA35B3376C2}</a:tableStyleId>
              </a:tblPr>
              <a:tblGrid>
                <a:gridCol w="2243975"/>
                <a:gridCol w="3396025"/>
                <a:gridCol w="2880600"/>
              </a:tblGrid>
              <a:tr h="381000">
                <a:tc>
                  <a:txBody>
                    <a:bodyPr/>
                    <a:lstStyle/>
                    <a:p>
                      <a:pPr indent="0" lvl="0" marL="0" rtl="0" algn="l">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Encoder-decoder</a:t>
                      </a:r>
                      <a:endParaRPr b="1">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Decoder-only</a:t>
                      </a:r>
                      <a:endParaRPr b="1">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Additional c</a:t>
                      </a:r>
                      <a:r>
                        <a:rPr lang="en">
                          <a:latin typeface="Roboto"/>
                          <a:ea typeface="Roboto"/>
                          <a:cs typeface="Roboto"/>
                          <a:sym typeface="Roboto"/>
                        </a:rPr>
                        <a:t>ross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Parameter sharing</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Target-to-input attention pattern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Input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274" name="Google Shape;3274;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8" name="Shape 3278"/>
        <p:cNvGrpSpPr/>
        <p:nvPr/>
      </p:nvGrpSpPr>
      <p:grpSpPr>
        <a:xfrm>
          <a:off x="0" y="0"/>
          <a:ext cx="0" cy="0"/>
          <a:chOff x="0" y="0"/>
          <a:chExt cx="0" cy="0"/>
        </a:xfrm>
      </p:grpSpPr>
      <p:sp>
        <p:nvSpPr>
          <p:cNvPr id="3279" name="Google Shape;3279;p52"/>
          <p:cNvSpPr/>
          <p:nvPr/>
        </p:nvSpPr>
        <p:spPr>
          <a:xfrm>
            <a:off x="2728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3280" name="Google Shape;3280;p52"/>
          <p:cNvSpPr/>
          <p:nvPr/>
        </p:nvSpPr>
        <p:spPr>
          <a:xfrm>
            <a:off x="158272" y="1948750"/>
            <a:ext cx="1676100" cy="26493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3281" name="Google Shape;3281;p52"/>
          <p:cNvSpPr/>
          <p:nvPr/>
        </p:nvSpPr>
        <p:spPr>
          <a:xfrm>
            <a:off x="254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3282" name="Google Shape;3282;p52"/>
          <p:cNvSpPr/>
          <p:nvPr/>
        </p:nvSpPr>
        <p:spPr>
          <a:xfrm>
            <a:off x="321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3283" name="Google Shape;3283;p52"/>
          <p:cNvSpPr/>
          <p:nvPr/>
        </p:nvSpPr>
        <p:spPr>
          <a:xfrm>
            <a:off x="342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284" name="Google Shape;3284;p52"/>
          <p:cNvGrpSpPr/>
          <p:nvPr/>
        </p:nvGrpSpPr>
        <p:grpSpPr>
          <a:xfrm>
            <a:off x="378203" y="3903853"/>
            <a:ext cx="313273" cy="74585"/>
            <a:chOff x="3655625" y="914400"/>
            <a:chExt cx="2743200" cy="690600"/>
          </a:xfrm>
        </p:grpSpPr>
        <p:sp>
          <p:nvSpPr>
            <p:cNvPr id="3285" name="Google Shape;3285;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86" name="Google Shape;3286;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287" name="Google Shape;3287;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288" name="Google Shape;3288;p52"/>
          <p:cNvSpPr txBox="1"/>
          <p:nvPr/>
        </p:nvSpPr>
        <p:spPr>
          <a:xfrm>
            <a:off x="299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3289" name="Google Shape;3289;p52"/>
          <p:cNvGrpSpPr/>
          <p:nvPr/>
        </p:nvGrpSpPr>
        <p:grpSpPr>
          <a:xfrm>
            <a:off x="835403" y="3903853"/>
            <a:ext cx="313273" cy="74585"/>
            <a:chOff x="3655625" y="914400"/>
            <a:chExt cx="2743200" cy="690600"/>
          </a:xfrm>
        </p:grpSpPr>
        <p:sp>
          <p:nvSpPr>
            <p:cNvPr id="3290" name="Google Shape;3290;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91" name="Google Shape;3291;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292" name="Google Shape;3292;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293" name="Google Shape;3293;p52"/>
          <p:cNvSpPr txBox="1"/>
          <p:nvPr/>
        </p:nvSpPr>
        <p:spPr>
          <a:xfrm>
            <a:off x="832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3294" name="Google Shape;3294;p52"/>
          <p:cNvGrpSpPr/>
          <p:nvPr/>
        </p:nvGrpSpPr>
        <p:grpSpPr>
          <a:xfrm>
            <a:off x="1292603" y="3903853"/>
            <a:ext cx="313273" cy="74585"/>
            <a:chOff x="3655625" y="914400"/>
            <a:chExt cx="2743200" cy="690600"/>
          </a:xfrm>
        </p:grpSpPr>
        <p:sp>
          <p:nvSpPr>
            <p:cNvPr id="3295" name="Google Shape;3295;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96" name="Google Shape;3296;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297" name="Google Shape;3297;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298" name="Google Shape;3298;p52"/>
          <p:cNvSpPr txBox="1"/>
          <p:nvPr/>
        </p:nvSpPr>
        <p:spPr>
          <a:xfrm>
            <a:off x="1208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3299" name="Google Shape;3299;p52"/>
          <p:cNvGrpSpPr/>
          <p:nvPr/>
        </p:nvGrpSpPr>
        <p:grpSpPr>
          <a:xfrm>
            <a:off x="378203" y="3446653"/>
            <a:ext cx="313273" cy="74585"/>
            <a:chOff x="3655625" y="914400"/>
            <a:chExt cx="2743200" cy="690600"/>
          </a:xfrm>
        </p:grpSpPr>
        <p:sp>
          <p:nvSpPr>
            <p:cNvPr id="3300" name="Google Shape;3300;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01" name="Google Shape;3301;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02" name="Google Shape;3302;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303" name="Google Shape;3303;p52"/>
          <p:cNvGrpSpPr/>
          <p:nvPr/>
        </p:nvGrpSpPr>
        <p:grpSpPr>
          <a:xfrm>
            <a:off x="835403" y="3446653"/>
            <a:ext cx="313273" cy="74585"/>
            <a:chOff x="3655625" y="914400"/>
            <a:chExt cx="2743200" cy="690600"/>
          </a:xfrm>
        </p:grpSpPr>
        <p:sp>
          <p:nvSpPr>
            <p:cNvPr id="3304" name="Google Shape;3304;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05" name="Google Shape;3305;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06" name="Google Shape;3306;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307" name="Google Shape;3307;p52"/>
          <p:cNvGrpSpPr/>
          <p:nvPr/>
        </p:nvGrpSpPr>
        <p:grpSpPr>
          <a:xfrm>
            <a:off x="1292603" y="3446653"/>
            <a:ext cx="313273" cy="74585"/>
            <a:chOff x="3655625" y="914400"/>
            <a:chExt cx="2743200" cy="690600"/>
          </a:xfrm>
        </p:grpSpPr>
        <p:sp>
          <p:nvSpPr>
            <p:cNvPr id="3308" name="Google Shape;3308;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09" name="Google Shape;3309;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10" name="Google Shape;3310;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311" name="Google Shape;3311;p52"/>
          <p:cNvCxnSpPr>
            <a:stCxn id="3290" idx="0"/>
            <a:endCxn id="3300" idx="2"/>
          </p:cNvCxnSpPr>
          <p:nvPr/>
        </p:nvCxnSpPr>
        <p:spPr>
          <a:xfrm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312" name="Google Shape;3312;p52"/>
          <p:cNvCxnSpPr>
            <a:stCxn id="3295" idx="0"/>
          </p:cNvCxnSpPr>
          <p:nvPr/>
        </p:nvCxnSpPr>
        <p:spPr>
          <a:xfrm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313" name="Google Shape;3313;p52"/>
          <p:cNvCxnSpPr>
            <a:stCxn id="3285" idx="0"/>
          </p:cNvCxnSpPr>
          <p:nvPr/>
        </p:nvCxnSpPr>
        <p:spPr>
          <a:xfrm rot="10800000">
            <a:off x="534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314" name="Google Shape;3314;p52"/>
          <p:cNvCxnSpPr>
            <a:stCxn id="3285" idx="0"/>
            <a:endCxn id="3304" idx="2"/>
          </p:cNvCxnSpPr>
          <p:nvPr/>
        </p:nvCxnSpPr>
        <p:spPr>
          <a:xfrm flipH="1"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315" name="Google Shape;3315;p52"/>
          <p:cNvCxnSpPr>
            <a:stCxn id="3285" idx="0"/>
            <a:endCxn id="3308" idx="2"/>
          </p:cNvCxnSpPr>
          <p:nvPr/>
        </p:nvCxnSpPr>
        <p:spPr>
          <a:xfrm flipH="1"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316" name="Google Shape;3316;p52"/>
          <p:cNvCxnSpPr>
            <a:stCxn id="3290" idx="0"/>
            <a:endCxn id="3304" idx="2"/>
          </p:cNvCxnSpPr>
          <p:nvPr/>
        </p:nvCxnSpPr>
        <p:spPr>
          <a:xfrm rot="10800000">
            <a:off x="992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317" name="Google Shape;3317;p52"/>
          <p:cNvCxnSpPr>
            <a:stCxn id="3295" idx="0"/>
            <a:endCxn id="3308" idx="2"/>
          </p:cNvCxnSpPr>
          <p:nvPr/>
        </p:nvCxnSpPr>
        <p:spPr>
          <a:xfrm rot="10800000">
            <a:off x="1449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318" name="Google Shape;3318;p52"/>
          <p:cNvCxnSpPr>
            <a:stCxn id="3295" idx="0"/>
            <a:endCxn id="3304" idx="2"/>
          </p:cNvCxnSpPr>
          <p:nvPr/>
        </p:nvCxnSpPr>
        <p:spPr>
          <a:xfrm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319" name="Google Shape;3319;p52"/>
          <p:cNvCxnSpPr>
            <a:stCxn id="3290" idx="0"/>
            <a:endCxn id="3308" idx="2"/>
          </p:cNvCxnSpPr>
          <p:nvPr/>
        </p:nvCxnSpPr>
        <p:spPr>
          <a:xfrm flipH="1"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3320" name="Google Shape;3320;p52"/>
          <p:cNvGrpSpPr/>
          <p:nvPr/>
        </p:nvGrpSpPr>
        <p:grpSpPr>
          <a:xfrm>
            <a:off x="378203" y="3201599"/>
            <a:ext cx="313273" cy="74585"/>
            <a:chOff x="3655625" y="914400"/>
            <a:chExt cx="2743200" cy="690600"/>
          </a:xfrm>
        </p:grpSpPr>
        <p:sp>
          <p:nvSpPr>
            <p:cNvPr id="3321" name="Google Shape;3321;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22" name="Google Shape;3322;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23" name="Google Shape;3323;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324" name="Google Shape;3324;p52"/>
          <p:cNvGrpSpPr/>
          <p:nvPr/>
        </p:nvGrpSpPr>
        <p:grpSpPr>
          <a:xfrm>
            <a:off x="835403" y="3201599"/>
            <a:ext cx="313273" cy="74585"/>
            <a:chOff x="3655625" y="914400"/>
            <a:chExt cx="2743200" cy="690600"/>
          </a:xfrm>
        </p:grpSpPr>
        <p:sp>
          <p:nvSpPr>
            <p:cNvPr id="3325" name="Google Shape;3325;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26" name="Google Shape;3326;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27" name="Google Shape;3327;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328" name="Google Shape;3328;p52"/>
          <p:cNvGrpSpPr/>
          <p:nvPr/>
        </p:nvGrpSpPr>
        <p:grpSpPr>
          <a:xfrm>
            <a:off x="1292603" y="3201599"/>
            <a:ext cx="313273" cy="74585"/>
            <a:chOff x="3655625" y="914400"/>
            <a:chExt cx="2743200" cy="690600"/>
          </a:xfrm>
        </p:grpSpPr>
        <p:sp>
          <p:nvSpPr>
            <p:cNvPr id="3329" name="Google Shape;3329;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30" name="Google Shape;3330;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31" name="Google Shape;3331;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332" name="Google Shape;3332;p52"/>
          <p:cNvGrpSpPr/>
          <p:nvPr/>
        </p:nvGrpSpPr>
        <p:grpSpPr>
          <a:xfrm>
            <a:off x="378203" y="2980147"/>
            <a:ext cx="313273" cy="74585"/>
            <a:chOff x="3655625" y="914400"/>
            <a:chExt cx="2743200" cy="690600"/>
          </a:xfrm>
        </p:grpSpPr>
        <p:sp>
          <p:nvSpPr>
            <p:cNvPr id="3333" name="Google Shape;3333;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34" name="Google Shape;3334;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35" name="Google Shape;3335;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336" name="Google Shape;3336;p52"/>
          <p:cNvGrpSpPr/>
          <p:nvPr/>
        </p:nvGrpSpPr>
        <p:grpSpPr>
          <a:xfrm>
            <a:off x="835403" y="2980147"/>
            <a:ext cx="313273" cy="74585"/>
            <a:chOff x="3655625" y="914400"/>
            <a:chExt cx="2743200" cy="690600"/>
          </a:xfrm>
        </p:grpSpPr>
        <p:sp>
          <p:nvSpPr>
            <p:cNvPr id="3337" name="Google Shape;3337;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38" name="Google Shape;3338;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39" name="Google Shape;3339;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340" name="Google Shape;3340;p52"/>
          <p:cNvGrpSpPr/>
          <p:nvPr/>
        </p:nvGrpSpPr>
        <p:grpSpPr>
          <a:xfrm>
            <a:off x="1292603" y="2980147"/>
            <a:ext cx="313273" cy="74585"/>
            <a:chOff x="3655625" y="914400"/>
            <a:chExt cx="2743200" cy="690600"/>
          </a:xfrm>
        </p:grpSpPr>
        <p:sp>
          <p:nvSpPr>
            <p:cNvPr id="3341" name="Google Shape;3341;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42" name="Google Shape;3342;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43" name="Google Shape;3343;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344" name="Google Shape;3344;p52"/>
          <p:cNvCxnSpPr>
            <a:stCxn id="3321" idx="0"/>
            <a:endCxn id="3333" idx="2"/>
          </p:cNvCxnSpPr>
          <p:nvPr/>
        </p:nvCxnSpPr>
        <p:spPr>
          <a:xfrm rot="10800000">
            <a:off x="534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3345" name="Google Shape;3345;p52"/>
          <p:cNvCxnSpPr>
            <a:stCxn id="3329" idx="0"/>
            <a:endCxn id="3341" idx="2"/>
          </p:cNvCxnSpPr>
          <p:nvPr/>
        </p:nvCxnSpPr>
        <p:spPr>
          <a:xfrm rot="10800000">
            <a:off x="1449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3346" name="Google Shape;3346;p52"/>
          <p:cNvCxnSpPr>
            <a:stCxn id="3325" idx="0"/>
            <a:endCxn id="3337" idx="2"/>
          </p:cNvCxnSpPr>
          <p:nvPr/>
        </p:nvCxnSpPr>
        <p:spPr>
          <a:xfrm rot="10800000">
            <a:off x="992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3347" name="Google Shape;3347;p52"/>
          <p:cNvSpPr/>
          <p:nvPr/>
        </p:nvSpPr>
        <p:spPr>
          <a:xfrm>
            <a:off x="301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3348" name="Google Shape;3348;p52"/>
          <p:cNvSpPr/>
          <p:nvPr/>
        </p:nvSpPr>
        <p:spPr>
          <a:xfrm>
            <a:off x="404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3349" name="Google Shape;3349;p52"/>
          <p:cNvSpPr/>
          <p:nvPr/>
        </p:nvSpPr>
        <p:spPr>
          <a:xfrm>
            <a:off x="404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3350" name="Google Shape;3350;p52"/>
          <p:cNvSpPr/>
          <p:nvPr/>
        </p:nvSpPr>
        <p:spPr>
          <a:xfrm>
            <a:off x="2816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3351" name="Google Shape;3351;p52"/>
          <p:cNvSpPr/>
          <p:nvPr/>
        </p:nvSpPr>
        <p:spPr>
          <a:xfrm>
            <a:off x="2856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352" name="Google Shape;3352;p52"/>
          <p:cNvGrpSpPr/>
          <p:nvPr/>
        </p:nvGrpSpPr>
        <p:grpSpPr>
          <a:xfrm>
            <a:off x="2892803" y="3955308"/>
            <a:ext cx="313273" cy="74585"/>
            <a:chOff x="3655625" y="914400"/>
            <a:chExt cx="2743200" cy="690600"/>
          </a:xfrm>
        </p:grpSpPr>
        <p:sp>
          <p:nvSpPr>
            <p:cNvPr id="3353" name="Google Shape;3353;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54" name="Google Shape;3354;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55" name="Google Shape;3355;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356" name="Google Shape;3356;p52"/>
          <p:cNvSpPr txBox="1"/>
          <p:nvPr/>
        </p:nvSpPr>
        <p:spPr>
          <a:xfrm>
            <a:off x="3271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3357" name="Google Shape;3357;p52"/>
          <p:cNvGrpSpPr/>
          <p:nvPr/>
        </p:nvGrpSpPr>
        <p:grpSpPr>
          <a:xfrm>
            <a:off x="3350003" y="3955308"/>
            <a:ext cx="313273" cy="74585"/>
            <a:chOff x="3655625" y="914400"/>
            <a:chExt cx="2743200" cy="690600"/>
          </a:xfrm>
        </p:grpSpPr>
        <p:sp>
          <p:nvSpPr>
            <p:cNvPr id="3358" name="Google Shape;3358;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59" name="Google Shape;3359;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60" name="Google Shape;3360;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361" name="Google Shape;3361;p52"/>
          <p:cNvSpPr txBox="1"/>
          <p:nvPr/>
        </p:nvSpPr>
        <p:spPr>
          <a:xfrm>
            <a:off x="3797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3362" name="Google Shape;3362;p52"/>
          <p:cNvGrpSpPr/>
          <p:nvPr/>
        </p:nvGrpSpPr>
        <p:grpSpPr>
          <a:xfrm>
            <a:off x="3807203" y="3955308"/>
            <a:ext cx="313273" cy="74585"/>
            <a:chOff x="3655625" y="914400"/>
            <a:chExt cx="2743200" cy="690600"/>
          </a:xfrm>
        </p:grpSpPr>
        <p:sp>
          <p:nvSpPr>
            <p:cNvPr id="3363" name="Google Shape;3363;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64" name="Google Shape;3364;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65" name="Google Shape;3365;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366" name="Google Shape;3366;p52"/>
          <p:cNvSpPr txBox="1"/>
          <p:nvPr/>
        </p:nvSpPr>
        <p:spPr>
          <a:xfrm>
            <a:off x="4211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3367" name="Google Shape;3367;p52"/>
          <p:cNvGrpSpPr/>
          <p:nvPr/>
        </p:nvGrpSpPr>
        <p:grpSpPr>
          <a:xfrm>
            <a:off x="2892803" y="3498108"/>
            <a:ext cx="313273" cy="74585"/>
            <a:chOff x="3655625" y="914400"/>
            <a:chExt cx="2743200" cy="690600"/>
          </a:xfrm>
        </p:grpSpPr>
        <p:sp>
          <p:nvSpPr>
            <p:cNvPr id="3368" name="Google Shape;3368;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69" name="Google Shape;3369;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70" name="Google Shape;3370;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371" name="Google Shape;3371;p52"/>
          <p:cNvGrpSpPr/>
          <p:nvPr/>
        </p:nvGrpSpPr>
        <p:grpSpPr>
          <a:xfrm>
            <a:off x="3350003" y="3498108"/>
            <a:ext cx="313273" cy="74585"/>
            <a:chOff x="3655625" y="914400"/>
            <a:chExt cx="2743200" cy="690600"/>
          </a:xfrm>
        </p:grpSpPr>
        <p:sp>
          <p:nvSpPr>
            <p:cNvPr id="3372" name="Google Shape;3372;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73" name="Google Shape;3373;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74" name="Google Shape;3374;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375" name="Google Shape;3375;p52"/>
          <p:cNvGrpSpPr/>
          <p:nvPr/>
        </p:nvGrpSpPr>
        <p:grpSpPr>
          <a:xfrm>
            <a:off x="3807203" y="3498108"/>
            <a:ext cx="313273" cy="74585"/>
            <a:chOff x="3655625" y="914400"/>
            <a:chExt cx="2743200" cy="690600"/>
          </a:xfrm>
        </p:grpSpPr>
        <p:sp>
          <p:nvSpPr>
            <p:cNvPr id="3376" name="Google Shape;3376;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77" name="Google Shape;3377;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78" name="Google Shape;3378;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379" name="Google Shape;3379;p52"/>
          <p:cNvCxnSpPr>
            <a:stCxn id="3353" idx="0"/>
          </p:cNvCxnSpPr>
          <p:nvPr/>
        </p:nvCxnSpPr>
        <p:spPr>
          <a:xfrm rot="10800000">
            <a:off x="3049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380" name="Google Shape;3380;p52"/>
          <p:cNvCxnSpPr>
            <a:stCxn id="3353" idx="0"/>
            <a:endCxn id="3372" idx="2"/>
          </p:cNvCxnSpPr>
          <p:nvPr/>
        </p:nvCxnSpPr>
        <p:spPr>
          <a:xfrm flipH="1" rot="10800000">
            <a:off x="3049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381" name="Google Shape;3381;p52"/>
          <p:cNvCxnSpPr>
            <a:stCxn id="3353" idx="0"/>
            <a:endCxn id="3376" idx="2"/>
          </p:cNvCxnSpPr>
          <p:nvPr/>
        </p:nvCxnSpPr>
        <p:spPr>
          <a:xfrm flipH="1" rot="10800000">
            <a:off x="3049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382" name="Google Shape;3382;p52"/>
          <p:cNvCxnSpPr>
            <a:stCxn id="3358" idx="0"/>
            <a:endCxn id="3372" idx="2"/>
          </p:cNvCxnSpPr>
          <p:nvPr/>
        </p:nvCxnSpPr>
        <p:spPr>
          <a:xfrm rot="10800000">
            <a:off x="3506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383" name="Google Shape;3383;p52"/>
          <p:cNvCxnSpPr>
            <a:stCxn id="3363" idx="0"/>
            <a:endCxn id="3376" idx="2"/>
          </p:cNvCxnSpPr>
          <p:nvPr/>
        </p:nvCxnSpPr>
        <p:spPr>
          <a:xfrm rot="10800000">
            <a:off x="3963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384" name="Google Shape;3384;p52"/>
          <p:cNvCxnSpPr>
            <a:stCxn id="3358" idx="0"/>
            <a:endCxn id="3376" idx="2"/>
          </p:cNvCxnSpPr>
          <p:nvPr/>
        </p:nvCxnSpPr>
        <p:spPr>
          <a:xfrm flipH="1" rot="10800000">
            <a:off x="3506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3385" name="Google Shape;3385;p52"/>
          <p:cNvGrpSpPr/>
          <p:nvPr/>
        </p:nvGrpSpPr>
        <p:grpSpPr>
          <a:xfrm rot="-5400000">
            <a:off x="3724796" y="2328825"/>
            <a:ext cx="109798" cy="26302"/>
            <a:chOff x="4885225" y="945750"/>
            <a:chExt cx="311926" cy="74700"/>
          </a:xfrm>
        </p:grpSpPr>
        <p:sp>
          <p:nvSpPr>
            <p:cNvPr id="3386" name="Google Shape;3386;p52"/>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87" name="Google Shape;3387;p52"/>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88" name="Google Shape;3388;p52"/>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389" name="Google Shape;3389;p52"/>
          <p:cNvSpPr/>
          <p:nvPr/>
        </p:nvSpPr>
        <p:spPr>
          <a:xfrm>
            <a:off x="2816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3390" name="Google Shape;3390;p52"/>
          <p:cNvSpPr/>
          <p:nvPr/>
        </p:nvSpPr>
        <p:spPr>
          <a:xfrm>
            <a:off x="2856872" y="1204438"/>
            <a:ext cx="1798200" cy="4650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3391" name="Google Shape;3391;p52"/>
          <p:cNvSpPr/>
          <p:nvPr/>
        </p:nvSpPr>
        <p:spPr>
          <a:xfrm>
            <a:off x="2870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3392" name="Google Shape;3392;p52"/>
          <p:cNvSpPr/>
          <p:nvPr/>
        </p:nvSpPr>
        <p:spPr>
          <a:xfrm>
            <a:off x="2856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3393" name="Google Shape;3393;p52"/>
          <p:cNvGrpSpPr/>
          <p:nvPr/>
        </p:nvGrpSpPr>
        <p:grpSpPr>
          <a:xfrm>
            <a:off x="2892678" y="1380708"/>
            <a:ext cx="313273" cy="74585"/>
            <a:chOff x="3655625" y="914400"/>
            <a:chExt cx="2743200" cy="690600"/>
          </a:xfrm>
        </p:grpSpPr>
        <p:sp>
          <p:nvSpPr>
            <p:cNvPr id="3394" name="Google Shape;3394;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95" name="Google Shape;3395;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396" name="Google Shape;3396;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397" name="Google Shape;3397;p52"/>
          <p:cNvGrpSpPr/>
          <p:nvPr/>
        </p:nvGrpSpPr>
        <p:grpSpPr>
          <a:xfrm>
            <a:off x="3349878" y="1373704"/>
            <a:ext cx="313273" cy="74585"/>
            <a:chOff x="3655625" y="914400"/>
            <a:chExt cx="2743200" cy="690600"/>
          </a:xfrm>
        </p:grpSpPr>
        <p:sp>
          <p:nvSpPr>
            <p:cNvPr id="3398" name="Google Shape;3398;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99" name="Google Shape;3399;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00" name="Google Shape;3400;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01" name="Google Shape;3401;p52"/>
          <p:cNvGrpSpPr/>
          <p:nvPr/>
        </p:nvGrpSpPr>
        <p:grpSpPr>
          <a:xfrm>
            <a:off x="3807078" y="1373704"/>
            <a:ext cx="313273" cy="74585"/>
            <a:chOff x="3655625" y="914400"/>
            <a:chExt cx="2743200" cy="690600"/>
          </a:xfrm>
        </p:grpSpPr>
        <p:sp>
          <p:nvSpPr>
            <p:cNvPr id="3402" name="Google Shape;3402;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03" name="Google Shape;3403;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04" name="Google Shape;3404;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05" name="Google Shape;3405;p52"/>
          <p:cNvGrpSpPr/>
          <p:nvPr/>
        </p:nvGrpSpPr>
        <p:grpSpPr>
          <a:xfrm>
            <a:off x="395215" y="1858996"/>
            <a:ext cx="313273" cy="74585"/>
            <a:chOff x="3655625" y="914400"/>
            <a:chExt cx="2743200" cy="690600"/>
          </a:xfrm>
        </p:grpSpPr>
        <p:sp>
          <p:nvSpPr>
            <p:cNvPr id="3406" name="Google Shape;3406;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07" name="Google Shape;3407;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08" name="Google Shape;3408;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09" name="Google Shape;3409;p52"/>
          <p:cNvGrpSpPr/>
          <p:nvPr/>
        </p:nvGrpSpPr>
        <p:grpSpPr>
          <a:xfrm>
            <a:off x="852415" y="1858996"/>
            <a:ext cx="313273" cy="74585"/>
            <a:chOff x="3655625" y="914400"/>
            <a:chExt cx="2743200" cy="690600"/>
          </a:xfrm>
        </p:grpSpPr>
        <p:sp>
          <p:nvSpPr>
            <p:cNvPr id="3410" name="Google Shape;3410;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11" name="Google Shape;3411;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12" name="Google Shape;3412;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13" name="Google Shape;3413;p52"/>
          <p:cNvGrpSpPr/>
          <p:nvPr/>
        </p:nvGrpSpPr>
        <p:grpSpPr>
          <a:xfrm>
            <a:off x="1309615" y="1858996"/>
            <a:ext cx="313273" cy="74585"/>
            <a:chOff x="3655625" y="914400"/>
            <a:chExt cx="2743200" cy="690600"/>
          </a:xfrm>
        </p:grpSpPr>
        <p:sp>
          <p:nvSpPr>
            <p:cNvPr id="3414" name="Google Shape;3414;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15" name="Google Shape;3415;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16" name="Google Shape;3416;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417" name="Google Shape;3417;p52"/>
          <p:cNvCxnSpPr>
            <a:stCxn id="3410" idx="0"/>
          </p:cNvCxnSpPr>
          <p:nvPr/>
        </p:nvCxnSpPr>
        <p:spPr>
          <a:xfrm rot="10800000">
            <a:off x="1009052" y="1686196"/>
            <a:ext cx="0" cy="172800"/>
          </a:xfrm>
          <a:prstGeom prst="straightConnector1">
            <a:avLst/>
          </a:prstGeom>
          <a:noFill/>
          <a:ln cap="flat" cmpd="sng" w="9525">
            <a:solidFill>
              <a:schemeClr val="dk2"/>
            </a:solidFill>
            <a:prstDash val="solid"/>
            <a:round/>
            <a:headEnd len="med" w="med" type="none"/>
            <a:tailEnd len="med" w="med" type="none"/>
          </a:ln>
        </p:spPr>
      </p:cxnSp>
      <p:cxnSp>
        <p:nvCxnSpPr>
          <p:cNvPr id="3418" name="Google Shape;3418;p52"/>
          <p:cNvCxnSpPr>
            <a:stCxn id="3414" idx="0"/>
          </p:cNvCxnSpPr>
          <p:nvPr/>
        </p:nvCxnSpPr>
        <p:spPr>
          <a:xfrm rot="10800000">
            <a:off x="1466252" y="1687696"/>
            <a:ext cx="0" cy="171300"/>
          </a:xfrm>
          <a:prstGeom prst="straightConnector1">
            <a:avLst/>
          </a:prstGeom>
          <a:noFill/>
          <a:ln cap="flat" cmpd="sng" w="9525">
            <a:solidFill>
              <a:schemeClr val="dk2"/>
            </a:solidFill>
            <a:prstDash val="solid"/>
            <a:round/>
            <a:headEnd len="med" w="med" type="none"/>
            <a:tailEnd len="med" w="med" type="none"/>
          </a:ln>
        </p:spPr>
      </p:cxnSp>
      <p:cxnSp>
        <p:nvCxnSpPr>
          <p:cNvPr id="3419" name="Google Shape;3419;p52"/>
          <p:cNvCxnSpPr>
            <a:stCxn id="3394" idx="0"/>
            <a:endCxn id="3406" idx="0"/>
          </p:cNvCxnSpPr>
          <p:nvPr/>
        </p:nvCxnSpPr>
        <p:spPr>
          <a:xfrm rot="5400000">
            <a:off x="1561465" y="371058"/>
            <a:ext cx="478200" cy="2497500"/>
          </a:xfrm>
          <a:prstGeom prst="bentConnector3">
            <a:avLst>
              <a:gd fmla="val -33802" name="adj1"/>
            </a:avLst>
          </a:prstGeom>
          <a:noFill/>
          <a:ln cap="flat" cmpd="sng" w="9525">
            <a:solidFill>
              <a:schemeClr val="dk2"/>
            </a:solidFill>
            <a:prstDash val="solid"/>
            <a:round/>
            <a:headEnd len="med" w="med" type="none"/>
            <a:tailEnd len="med" w="med" type="none"/>
          </a:ln>
        </p:spPr>
      </p:cxnSp>
      <p:cxnSp>
        <p:nvCxnSpPr>
          <p:cNvPr id="3420" name="Google Shape;3420;p52"/>
          <p:cNvCxnSpPr>
            <a:stCxn id="3398" idx="0"/>
            <a:endCxn id="3406" idx="0"/>
          </p:cNvCxnSpPr>
          <p:nvPr/>
        </p:nvCxnSpPr>
        <p:spPr>
          <a:xfrm rot="5400000">
            <a:off x="1786465" y="139054"/>
            <a:ext cx="485400" cy="2954700"/>
          </a:xfrm>
          <a:prstGeom prst="bentConnector3">
            <a:avLst>
              <a:gd fmla="val -25902" name="adj1"/>
            </a:avLst>
          </a:prstGeom>
          <a:noFill/>
          <a:ln cap="flat" cmpd="sng" w="9525">
            <a:solidFill>
              <a:schemeClr val="dk2"/>
            </a:solidFill>
            <a:prstDash val="solid"/>
            <a:round/>
            <a:headEnd len="med" w="med" type="none"/>
            <a:tailEnd len="med" w="med" type="none"/>
          </a:ln>
        </p:spPr>
      </p:cxnSp>
      <p:cxnSp>
        <p:nvCxnSpPr>
          <p:cNvPr id="3421" name="Google Shape;3421;p52"/>
          <p:cNvCxnSpPr>
            <a:stCxn id="3402" idx="0"/>
            <a:endCxn id="3406" idx="0"/>
          </p:cNvCxnSpPr>
          <p:nvPr/>
        </p:nvCxnSpPr>
        <p:spPr>
          <a:xfrm rot="5400000">
            <a:off x="2015065" y="-89546"/>
            <a:ext cx="485400" cy="3411900"/>
          </a:xfrm>
          <a:prstGeom prst="bentConnector3">
            <a:avLst>
              <a:gd fmla="val -18009" name="adj1"/>
            </a:avLst>
          </a:prstGeom>
          <a:noFill/>
          <a:ln cap="flat" cmpd="sng" w="9525">
            <a:solidFill>
              <a:schemeClr val="dk2"/>
            </a:solidFill>
            <a:prstDash val="solid"/>
            <a:round/>
            <a:headEnd len="med" w="med" type="none"/>
            <a:tailEnd len="med" w="med" type="none"/>
          </a:ln>
        </p:spPr>
      </p:cxnSp>
      <p:cxnSp>
        <p:nvCxnSpPr>
          <p:cNvPr id="3422" name="Google Shape;3422;p52"/>
          <p:cNvCxnSpPr>
            <a:stCxn id="3410" idx="0"/>
          </p:cNvCxnSpPr>
          <p:nvPr/>
        </p:nvCxnSpPr>
        <p:spPr>
          <a:xfrm rot="10800000">
            <a:off x="1009052" y="1218196"/>
            <a:ext cx="0" cy="640800"/>
          </a:xfrm>
          <a:prstGeom prst="straightConnector1">
            <a:avLst/>
          </a:prstGeom>
          <a:noFill/>
          <a:ln cap="flat" cmpd="sng" w="9525">
            <a:solidFill>
              <a:schemeClr val="dk2"/>
            </a:solidFill>
            <a:prstDash val="solid"/>
            <a:round/>
            <a:headEnd len="med" w="med" type="none"/>
            <a:tailEnd len="med" w="med" type="none"/>
          </a:ln>
        </p:spPr>
      </p:cxnSp>
      <p:cxnSp>
        <p:nvCxnSpPr>
          <p:cNvPr id="3423" name="Google Shape;3423;p52"/>
          <p:cNvCxnSpPr>
            <a:stCxn id="3414" idx="0"/>
          </p:cNvCxnSpPr>
          <p:nvPr/>
        </p:nvCxnSpPr>
        <p:spPr>
          <a:xfrm rot="10800000">
            <a:off x="1466252" y="1221796"/>
            <a:ext cx="0" cy="637200"/>
          </a:xfrm>
          <a:prstGeom prst="straightConnector1">
            <a:avLst/>
          </a:prstGeom>
          <a:noFill/>
          <a:ln cap="flat" cmpd="sng" w="9525">
            <a:solidFill>
              <a:schemeClr val="dk2"/>
            </a:solidFill>
            <a:prstDash val="solid"/>
            <a:round/>
            <a:headEnd len="med" w="med" type="none"/>
            <a:tailEnd len="med" w="med" type="none"/>
          </a:ln>
        </p:spPr>
      </p:cxnSp>
      <p:grpSp>
        <p:nvGrpSpPr>
          <p:cNvPr id="3424" name="Google Shape;3424;p52"/>
          <p:cNvGrpSpPr/>
          <p:nvPr/>
        </p:nvGrpSpPr>
        <p:grpSpPr>
          <a:xfrm rot="-5400000">
            <a:off x="939981" y="2771949"/>
            <a:ext cx="109798" cy="26302"/>
            <a:chOff x="4885225" y="945750"/>
            <a:chExt cx="311926" cy="74700"/>
          </a:xfrm>
        </p:grpSpPr>
        <p:sp>
          <p:nvSpPr>
            <p:cNvPr id="3425" name="Google Shape;3425;p52"/>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26" name="Google Shape;3426;p52"/>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27" name="Google Shape;3427;p52"/>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3428" name="Google Shape;3428;p52"/>
          <p:cNvGrpSpPr/>
          <p:nvPr/>
        </p:nvGrpSpPr>
        <p:grpSpPr>
          <a:xfrm>
            <a:off x="2896103" y="722118"/>
            <a:ext cx="313273" cy="74585"/>
            <a:chOff x="3655625" y="914400"/>
            <a:chExt cx="2743200" cy="690600"/>
          </a:xfrm>
        </p:grpSpPr>
        <p:sp>
          <p:nvSpPr>
            <p:cNvPr id="3429" name="Google Shape;3429;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30" name="Google Shape;3430;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31" name="Google Shape;3431;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32" name="Google Shape;3432;p52"/>
          <p:cNvGrpSpPr/>
          <p:nvPr/>
        </p:nvGrpSpPr>
        <p:grpSpPr>
          <a:xfrm>
            <a:off x="3353303" y="722118"/>
            <a:ext cx="313273" cy="74585"/>
            <a:chOff x="3655625" y="914400"/>
            <a:chExt cx="2743200" cy="690600"/>
          </a:xfrm>
        </p:grpSpPr>
        <p:sp>
          <p:nvSpPr>
            <p:cNvPr id="3433" name="Google Shape;3433;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34" name="Google Shape;3434;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35" name="Google Shape;3435;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36" name="Google Shape;3436;p52"/>
          <p:cNvGrpSpPr/>
          <p:nvPr/>
        </p:nvGrpSpPr>
        <p:grpSpPr>
          <a:xfrm>
            <a:off x="3810503" y="722118"/>
            <a:ext cx="313273" cy="74585"/>
            <a:chOff x="3655625" y="914400"/>
            <a:chExt cx="2743200" cy="690600"/>
          </a:xfrm>
        </p:grpSpPr>
        <p:sp>
          <p:nvSpPr>
            <p:cNvPr id="3437" name="Google Shape;3437;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38" name="Google Shape;3438;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39" name="Google Shape;3439;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440" name="Google Shape;3440;p52"/>
          <p:cNvSpPr txBox="1"/>
          <p:nvPr/>
        </p:nvSpPr>
        <p:spPr>
          <a:xfrm>
            <a:off x="2814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3441" name="Google Shape;3441;p52"/>
          <p:cNvSpPr txBox="1"/>
          <p:nvPr/>
        </p:nvSpPr>
        <p:spPr>
          <a:xfrm>
            <a:off x="3339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3442" name="Google Shape;3442;p52"/>
          <p:cNvSpPr txBox="1"/>
          <p:nvPr/>
        </p:nvSpPr>
        <p:spPr>
          <a:xfrm>
            <a:off x="3754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3443" name="Google Shape;3443;p52"/>
          <p:cNvGrpSpPr/>
          <p:nvPr/>
        </p:nvGrpSpPr>
        <p:grpSpPr>
          <a:xfrm>
            <a:off x="4264403" y="3955308"/>
            <a:ext cx="313273" cy="74585"/>
            <a:chOff x="3655625" y="914400"/>
            <a:chExt cx="2743200" cy="690600"/>
          </a:xfrm>
        </p:grpSpPr>
        <p:sp>
          <p:nvSpPr>
            <p:cNvPr id="3444" name="Google Shape;3444;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45" name="Google Shape;3445;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46" name="Google Shape;3446;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47" name="Google Shape;3447;p52"/>
          <p:cNvGrpSpPr/>
          <p:nvPr/>
        </p:nvGrpSpPr>
        <p:grpSpPr>
          <a:xfrm>
            <a:off x="4264403" y="3498108"/>
            <a:ext cx="313273" cy="74585"/>
            <a:chOff x="3655625" y="914400"/>
            <a:chExt cx="2743200" cy="690600"/>
          </a:xfrm>
        </p:grpSpPr>
        <p:sp>
          <p:nvSpPr>
            <p:cNvPr id="3448" name="Google Shape;3448;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49" name="Google Shape;3449;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50" name="Google Shape;3450;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451" name="Google Shape;3451;p52"/>
          <p:cNvCxnSpPr>
            <a:stCxn id="3353" idx="0"/>
            <a:endCxn id="3448" idx="2"/>
          </p:cNvCxnSpPr>
          <p:nvPr/>
        </p:nvCxnSpPr>
        <p:spPr>
          <a:xfrm flipH="1" rot="10800000">
            <a:off x="3049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3452" name="Google Shape;3452;p52"/>
          <p:cNvCxnSpPr>
            <a:stCxn id="3358" idx="0"/>
            <a:endCxn id="3448" idx="2"/>
          </p:cNvCxnSpPr>
          <p:nvPr/>
        </p:nvCxnSpPr>
        <p:spPr>
          <a:xfrm flipH="1" rot="10800000">
            <a:off x="3506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453" name="Google Shape;3453;p52"/>
          <p:cNvCxnSpPr>
            <a:stCxn id="3363" idx="0"/>
            <a:endCxn id="3448" idx="2"/>
          </p:cNvCxnSpPr>
          <p:nvPr/>
        </p:nvCxnSpPr>
        <p:spPr>
          <a:xfrm flipH="1" rot="10800000">
            <a:off x="3963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454" name="Google Shape;3454;p52"/>
          <p:cNvCxnSpPr>
            <a:stCxn id="3444" idx="0"/>
            <a:endCxn id="3448" idx="2"/>
          </p:cNvCxnSpPr>
          <p:nvPr/>
        </p:nvCxnSpPr>
        <p:spPr>
          <a:xfrm rot="10800000">
            <a:off x="4421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3455" name="Google Shape;3455;p52"/>
          <p:cNvSpPr/>
          <p:nvPr/>
        </p:nvSpPr>
        <p:spPr>
          <a:xfrm>
            <a:off x="2839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3456" name="Google Shape;3456;p52"/>
          <p:cNvGrpSpPr/>
          <p:nvPr/>
        </p:nvGrpSpPr>
        <p:grpSpPr>
          <a:xfrm>
            <a:off x="2896103" y="2801514"/>
            <a:ext cx="313273" cy="74585"/>
            <a:chOff x="3655625" y="914400"/>
            <a:chExt cx="2743200" cy="690600"/>
          </a:xfrm>
        </p:grpSpPr>
        <p:sp>
          <p:nvSpPr>
            <p:cNvPr id="3457" name="Google Shape;3457;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58" name="Google Shape;3458;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59" name="Google Shape;3459;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60" name="Google Shape;3460;p52"/>
          <p:cNvGrpSpPr/>
          <p:nvPr/>
        </p:nvGrpSpPr>
        <p:grpSpPr>
          <a:xfrm>
            <a:off x="3353303" y="2801514"/>
            <a:ext cx="313273" cy="74585"/>
            <a:chOff x="3655625" y="914400"/>
            <a:chExt cx="2743200" cy="690600"/>
          </a:xfrm>
        </p:grpSpPr>
        <p:sp>
          <p:nvSpPr>
            <p:cNvPr id="3461" name="Google Shape;3461;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62" name="Google Shape;3462;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63" name="Google Shape;3463;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64" name="Google Shape;3464;p52"/>
          <p:cNvGrpSpPr/>
          <p:nvPr/>
        </p:nvGrpSpPr>
        <p:grpSpPr>
          <a:xfrm>
            <a:off x="3810503" y="2801514"/>
            <a:ext cx="313273" cy="74585"/>
            <a:chOff x="3655625" y="914400"/>
            <a:chExt cx="2743200" cy="690600"/>
          </a:xfrm>
        </p:grpSpPr>
        <p:sp>
          <p:nvSpPr>
            <p:cNvPr id="3465" name="Google Shape;3465;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66" name="Google Shape;3466;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67" name="Google Shape;3467;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68" name="Google Shape;3468;p52"/>
          <p:cNvGrpSpPr/>
          <p:nvPr/>
        </p:nvGrpSpPr>
        <p:grpSpPr>
          <a:xfrm>
            <a:off x="2896103" y="2580063"/>
            <a:ext cx="313273" cy="74585"/>
            <a:chOff x="3655625" y="914400"/>
            <a:chExt cx="2743200" cy="690600"/>
          </a:xfrm>
        </p:grpSpPr>
        <p:sp>
          <p:nvSpPr>
            <p:cNvPr id="3469" name="Google Shape;3469;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70" name="Google Shape;3470;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71" name="Google Shape;3471;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72" name="Google Shape;3472;p52"/>
          <p:cNvGrpSpPr/>
          <p:nvPr/>
        </p:nvGrpSpPr>
        <p:grpSpPr>
          <a:xfrm>
            <a:off x="3353303" y="2580063"/>
            <a:ext cx="313273" cy="74585"/>
            <a:chOff x="3655625" y="914400"/>
            <a:chExt cx="2743200" cy="690600"/>
          </a:xfrm>
        </p:grpSpPr>
        <p:sp>
          <p:nvSpPr>
            <p:cNvPr id="3473" name="Google Shape;3473;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74" name="Google Shape;3474;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75" name="Google Shape;3475;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76" name="Google Shape;3476;p52"/>
          <p:cNvGrpSpPr/>
          <p:nvPr/>
        </p:nvGrpSpPr>
        <p:grpSpPr>
          <a:xfrm>
            <a:off x="3810503" y="2580063"/>
            <a:ext cx="313273" cy="74585"/>
            <a:chOff x="3655625" y="914400"/>
            <a:chExt cx="2743200" cy="690600"/>
          </a:xfrm>
        </p:grpSpPr>
        <p:sp>
          <p:nvSpPr>
            <p:cNvPr id="3477" name="Google Shape;3477;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78" name="Google Shape;3478;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79" name="Google Shape;3479;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480" name="Google Shape;3480;p52"/>
          <p:cNvCxnSpPr>
            <a:stCxn id="3457" idx="0"/>
            <a:endCxn id="3469" idx="2"/>
          </p:cNvCxnSpPr>
          <p:nvPr/>
        </p:nvCxnSpPr>
        <p:spPr>
          <a:xfrm rot="10800000">
            <a:off x="3052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3481" name="Google Shape;3481;p52"/>
          <p:cNvCxnSpPr>
            <a:stCxn id="3465" idx="0"/>
            <a:endCxn id="3477" idx="2"/>
          </p:cNvCxnSpPr>
          <p:nvPr/>
        </p:nvCxnSpPr>
        <p:spPr>
          <a:xfrm rot="10800000">
            <a:off x="3967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3482" name="Google Shape;3482;p52"/>
          <p:cNvCxnSpPr>
            <a:stCxn id="3461" idx="0"/>
            <a:endCxn id="3473" idx="2"/>
          </p:cNvCxnSpPr>
          <p:nvPr/>
        </p:nvCxnSpPr>
        <p:spPr>
          <a:xfrm rot="10800000">
            <a:off x="3509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483" name="Google Shape;3483;p52"/>
          <p:cNvGrpSpPr/>
          <p:nvPr/>
        </p:nvGrpSpPr>
        <p:grpSpPr>
          <a:xfrm>
            <a:off x="4267703" y="2804397"/>
            <a:ext cx="313273" cy="74585"/>
            <a:chOff x="3655625" y="914400"/>
            <a:chExt cx="2743200" cy="690600"/>
          </a:xfrm>
        </p:grpSpPr>
        <p:sp>
          <p:nvSpPr>
            <p:cNvPr id="3484" name="Google Shape;3484;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85" name="Google Shape;3485;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86" name="Google Shape;3486;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487" name="Google Shape;3487;p52"/>
          <p:cNvGrpSpPr/>
          <p:nvPr/>
        </p:nvGrpSpPr>
        <p:grpSpPr>
          <a:xfrm>
            <a:off x="4267703" y="2576499"/>
            <a:ext cx="313273" cy="74585"/>
            <a:chOff x="3655625" y="914400"/>
            <a:chExt cx="2743200" cy="690600"/>
          </a:xfrm>
        </p:grpSpPr>
        <p:sp>
          <p:nvSpPr>
            <p:cNvPr id="3488" name="Google Shape;3488;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89" name="Google Shape;3489;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90" name="Google Shape;3490;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491" name="Google Shape;3491;p52"/>
          <p:cNvCxnSpPr>
            <a:stCxn id="3484" idx="0"/>
            <a:endCxn id="3488" idx="2"/>
          </p:cNvCxnSpPr>
          <p:nvPr/>
        </p:nvCxnSpPr>
        <p:spPr>
          <a:xfrm rot="10800000">
            <a:off x="4424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3492" name="Google Shape;3492;p52"/>
          <p:cNvSpPr txBox="1"/>
          <p:nvPr/>
        </p:nvSpPr>
        <p:spPr>
          <a:xfrm>
            <a:off x="2753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3493" name="Google Shape;3493;p52"/>
          <p:cNvGrpSpPr/>
          <p:nvPr/>
        </p:nvGrpSpPr>
        <p:grpSpPr>
          <a:xfrm>
            <a:off x="4264266" y="722118"/>
            <a:ext cx="313273" cy="74585"/>
            <a:chOff x="3655625" y="914400"/>
            <a:chExt cx="2743200" cy="690600"/>
          </a:xfrm>
        </p:grpSpPr>
        <p:sp>
          <p:nvSpPr>
            <p:cNvPr id="3494" name="Google Shape;3494;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95" name="Google Shape;3495;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496" name="Google Shape;3496;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497" name="Google Shape;3497;p52"/>
          <p:cNvSpPr txBox="1"/>
          <p:nvPr/>
        </p:nvSpPr>
        <p:spPr>
          <a:xfrm>
            <a:off x="4179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3498" name="Google Shape;3498;p52"/>
          <p:cNvGrpSpPr/>
          <p:nvPr/>
        </p:nvGrpSpPr>
        <p:grpSpPr>
          <a:xfrm>
            <a:off x="4264278" y="1373704"/>
            <a:ext cx="313273" cy="74585"/>
            <a:chOff x="3655625" y="914400"/>
            <a:chExt cx="2743200" cy="690600"/>
          </a:xfrm>
        </p:grpSpPr>
        <p:sp>
          <p:nvSpPr>
            <p:cNvPr id="3499" name="Google Shape;3499;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00" name="Google Shape;3500;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01" name="Google Shape;3501;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502" name="Google Shape;3502;p52"/>
          <p:cNvCxnSpPr>
            <a:stCxn id="3499" idx="0"/>
            <a:endCxn id="3406" idx="0"/>
          </p:cNvCxnSpPr>
          <p:nvPr/>
        </p:nvCxnSpPr>
        <p:spPr>
          <a:xfrm rot="5400000">
            <a:off x="2243665" y="-318146"/>
            <a:ext cx="485400" cy="3869100"/>
          </a:xfrm>
          <a:prstGeom prst="bentConnector3">
            <a:avLst>
              <a:gd fmla="val -11875" name="adj1"/>
            </a:avLst>
          </a:prstGeom>
          <a:noFill/>
          <a:ln cap="flat" cmpd="sng" w="9525">
            <a:solidFill>
              <a:schemeClr val="dk2"/>
            </a:solidFill>
            <a:prstDash val="solid"/>
            <a:round/>
            <a:headEnd len="med" w="med" type="none"/>
            <a:tailEnd len="med" w="med" type="none"/>
          </a:ln>
        </p:spPr>
      </p:cxnSp>
      <p:sp>
        <p:nvSpPr>
          <p:cNvPr id="3503" name="Google Shape;3503;p52"/>
          <p:cNvSpPr/>
          <p:nvPr/>
        </p:nvSpPr>
        <p:spPr>
          <a:xfrm>
            <a:off x="2856897" y="3189900"/>
            <a:ext cx="1798200" cy="1917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3504" name="Google Shape;3504;p52"/>
          <p:cNvGrpSpPr/>
          <p:nvPr/>
        </p:nvGrpSpPr>
        <p:grpSpPr>
          <a:xfrm>
            <a:off x="3363678" y="3253799"/>
            <a:ext cx="313273" cy="74585"/>
            <a:chOff x="3655625" y="914400"/>
            <a:chExt cx="2743200" cy="690600"/>
          </a:xfrm>
        </p:grpSpPr>
        <p:sp>
          <p:nvSpPr>
            <p:cNvPr id="3505" name="Google Shape;3505;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06" name="Google Shape;3506;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07" name="Google Shape;3507;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508" name="Google Shape;3508;p52"/>
          <p:cNvGrpSpPr/>
          <p:nvPr/>
        </p:nvGrpSpPr>
        <p:grpSpPr>
          <a:xfrm>
            <a:off x="3820878" y="3253799"/>
            <a:ext cx="313273" cy="74585"/>
            <a:chOff x="3655625" y="914400"/>
            <a:chExt cx="2743200" cy="690600"/>
          </a:xfrm>
        </p:grpSpPr>
        <p:sp>
          <p:nvSpPr>
            <p:cNvPr id="3509" name="Google Shape;3509;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10" name="Google Shape;3510;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11" name="Google Shape;3511;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512" name="Google Shape;3512;p52"/>
          <p:cNvGrpSpPr/>
          <p:nvPr/>
        </p:nvGrpSpPr>
        <p:grpSpPr>
          <a:xfrm>
            <a:off x="4278078" y="3253799"/>
            <a:ext cx="313273" cy="74585"/>
            <a:chOff x="3655625" y="914400"/>
            <a:chExt cx="2743200" cy="690600"/>
          </a:xfrm>
        </p:grpSpPr>
        <p:sp>
          <p:nvSpPr>
            <p:cNvPr id="3513" name="Google Shape;3513;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14" name="Google Shape;3514;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15" name="Google Shape;3515;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516" name="Google Shape;3516;p52"/>
          <p:cNvGrpSpPr/>
          <p:nvPr/>
        </p:nvGrpSpPr>
        <p:grpSpPr>
          <a:xfrm>
            <a:off x="2906478" y="3253799"/>
            <a:ext cx="313200" cy="74700"/>
            <a:chOff x="5335131" y="2757062"/>
            <a:chExt cx="313200" cy="74700"/>
          </a:xfrm>
        </p:grpSpPr>
        <p:sp>
          <p:nvSpPr>
            <p:cNvPr id="3517" name="Google Shape;3517;p52"/>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18" name="Google Shape;3518;p52"/>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3519" name="Google Shape;3519;p52"/>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sp>
        <p:nvSpPr>
          <p:cNvPr id="3520" name="Google Shape;3520;p52"/>
          <p:cNvSpPr/>
          <p:nvPr/>
        </p:nvSpPr>
        <p:spPr>
          <a:xfrm>
            <a:off x="556297" y="1763100"/>
            <a:ext cx="2516450" cy="1483863"/>
          </a:xfrm>
          <a:custGeom>
            <a:rect b="b" l="l" r="r" t="t"/>
            <a:pathLst>
              <a:path extrusionOk="0" h="51407" w="100658">
                <a:moveTo>
                  <a:pt x="100658" y="51407"/>
                </a:moveTo>
                <a:lnTo>
                  <a:pt x="100658" y="47065"/>
                </a:lnTo>
                <a:lnTo>
                  <a:pt x="57655" y="47065"/>
                </a:lnTo>
                <a:lnTo>
                  <a:pt x="57655" y="0"/>
                </a:lnTo>
                <a:lnTo>
                  <a:pt x="0" y="0"/>
                </a:lnTo>
                <a:lnTo>
                  <a:pt x="0" y="4007"/>
                </a:lnTo>
              </a:path>
            </a:pathLst>
          </a:custGeom>
          <a:noFill/>
          <a:ln cap="flat" cmpd="sng" w="9525">
            <a:solidFill>
              <a:schemeClr val="dk2"/>
            </a:solidFill>
            <a:prstDash val="solid"/>
            <a:round/>
            <a:headEnd len="med" w="med" type="none"/>
            <a:tailEnd len="med" w="med" type="none"/>
          </a:ln>
        </p:spPr>
      </p:sp>
      <p:sp>
        <p:nvSpPr>
          <p:cNvPr id="3521" name="Google Shape;3521;p52"/>
          <p:cNvSpPr/>
          <p:nvPr/>
        </p:nvSpPr>
        <p:spPr>
          <a:xfrm>
            <a:off x="558447" y="1700775"/>
            <a:ext cx="2974125" cy="1553012"/>
          </a:xfrm>
          <a:custGeom>
            <a:rect b="b" l="l" r="r" t="t"/>
            <a:pathLst>
              <a:path extrusionOk="0" h="53910" w="118965">
                <a:moveTo>
                  <a:pt x="118965" y="53910"/>
                </a:moveTo>
                <a:lnTo>
                  <a:pt x="118965" y="47430"/>
                </a:lnTo>
                <a:lnTo>
                  <a:pt x="60130" y="47430"/>
                </a:lnTo>
                <a:lnTo>
                  <a:pt x="60130" y="0"/>
                </a:lnTo>
                <a:lnTo>
                  <a:pt x="0" y="0"/>
                </a:lnTo>
              </a:path>
            </a:pathLst>
          </a:custGeom>
          <a:noFill/>
          <a:ln cap="flat" cmpd="sng" w="9525">
            <a:solidFill>
              <a:schemeClr val="dk2"/>
            </a:solidFill>
            <a:prstDash val="solid"/>
            <a:round/>
            <a:headEnd len="med" w="med" type="none"/>
            <a:tailEnd len="med" w="med" type="none"/>
          </a:ln>
        </p:spPr>
      </p:sp>
      <p:sp>
        <p:nvSpPr>
          <p:cNvPr id="3522" name="Google Shape;3522;p52"/>
          <p:cNvSpPr/>
          <p:nvPr/>
        </p:nvSpPr>
        <p:spPr>
          <a:xfrm>
            <a:off x="564922" y="1629500"/>
            <a:ext cx="3421225" cy="1624358"/>
          </a:xfrm>
          <a:custGeom>
            <a:rect b="b" l="l" r="r" t="t"/>
            <a:pathLst>
              <a:path extrusionOk="0" h="56761" w="136849">
                <a:moveTo>
                  <a:pt x="136849" y="56761"/>
                </a:moveTo>
                <a:lnTo>
                  <a:pt x="136849" y="48726"/>
                </a:lnTo>
                <a:lnTo>
                  <a:pt x="62204" y="48726"/>
                </a:lnTo>
                <a:lnTo>
                  <a:pt x="62204" y="0"/>
                </a:lnTo>
                <a:lnTo>
                  <a:pt x="0" y="0"/>
                </a:lnTo>
              </a:path>
            </a:pathLst>
          </a:custGeom>
          <a:noFill/>
          <a:ln cap="flat" cmpd="sng" w="9525">
            <a:solidFill>
              <a:schemeClr val="dk2"/>
            </a:solidFill>
            <a:prstDash val="solid"/>
            <a:round/>
            <a:headEnd len="med" w="med" type="none"/>
            <a:tailEnd len="med" w="med" type="none"/>
          </a:ln>
        </p:spPr>
      </p:sp>
      <p:sp>
        <p:nvSpPr>
          <p:cNvPr id="3523" name="Google Shape;3523;p52"/>
          <p:cNvSpPr/>
          <p:nvPr/>
        </p:nvSpPr>
        <p:spPr>
          <a:xfrm>
            <a:off x="558447" y="1564700"/>
            <a:ext cx="3887750" cy="1682212"/>
          </a:xfrm>
          <a:custGeom>
            <a:rect b="b" l="l" r="r" t="t"/>
            <a:pathLst>
              <a:path extrusionOk="0" h="59353" w="155510">
                <a:moveTo>
                  <a:pt x="155510" y="59353"/>
                </a:moveTo>
                <a:lnTo>
                  <a:pt x="155510" y="50281"/>
                </a:lnTo>
                <a:lnTo>
                  <a:pt x="64536" y="50281"/>
                </a:lnTo>
                <a:lnTo>
                  <a:pt x="64536" y="0"/>
                </a:lnTo>
                <a:lnTo>
                  <a:pt x="0" y="0"/>
                </a:lnTo>
              </a:path>
            </a:pathLst>
          </a:custGeom>
          <a:noFill/>
          <a:ln cap="flat" cmpd="sng" w="9525">
            <a:solidFill>
              <a:schemeClr val="dk2"/>
            </a:solidFill>
            <a:prstDash val="solid"/>
            <a:round/>
            <a:headEnd len="med" w="med" type="none"/>
            <a:tailEnd len="med" w="med" type="none"/>
          </a:ln>
        </p:spPr>
      </p:sp>
      <p:cxnSp>
        <p:nvCxnSpPr>
          <p:cNvPr id="3524" name="Google Shape;3524;p52"/>
          <p:cNvCxnSpPr/>
          <p:nvPr/>
        </p:nvCxnSpPr>
        <p:spPr>
          <a:xfrm>
            <a:off x="5202125" y="-10475"/>
            <a:ext cx="0" cy="5181300"/>
          </a:xfrm>
          <a:prstGeom prst="straightConnector1">
            <a:avLst/>
          </a:prstGeom>
          <a:noFill/>
          <a:ln cap="flat" cmpd="sng" w="19050">
            <a:solidFill>
              <a:schemeClr val="dk2"/>
            </a:solidFill>
            <a:prstDash val="dash"/>
            <a:round/>
            <a:headEnd len="med" w="med" type="none"/>
            <a:tailEnd len="med" w="med" type="none"/>
          </a:ln>
        </p:spPr>
      </p:cxnSp>
      <p:sp>
        <p:nvSpPr>
          <p:cNvPr id="3525" name="Google Shape;3525;p52"/>
          <p:cNvSpPr/>
          <p:nvPr/>
        </p:nvSpPr>
        <p:spPr>
          <a:xfrm>
            <a:off x="5480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3526" name="Google Shape;3526;p52"/>
          <p:cNvSpPr txBox="1"/>
          <p:nvPr/>
        </p:nvSpPr>
        <p:spPr>
          <a:xfrm>
            <a:off x="6080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3527" name="Google Shape;3527;p52"/>
          <p:cNvSpPr txBox="1"/>
          <p:nvPr/>
        </p:nvSpPr>
        <p:spPr>
          <a:xfrm>
            <a:off x="6624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3528" name="Google Shape;3528;p52"/>
          <p:cNvSpPr txBox="1"/>
          <p:nvPr/>
        </p:nvSpPr>
        <p:spPr>
          <a:xfrm>
            <a:off x="6968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3529" name="Google Shape;3529;p52"/>
          <p:cNvSpPr/>
          <p:nvPr/>
        </p:nvSpPr>
        <p:spPr>
          <a:xfrm>
            <a:off x="5607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3530" name="Google Shape;3530;p52"/>
          <p:cNvSpPr/>
          <p:nvPr/>
        </p:nvSpPr>
        <p:spPr>
          <a:xfrm>
            <a:off x="5656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531" name="Google Shape;3531;p52"/>
          <p:cNvGrpSpPr/>
          <p:nvPr/>
        </p:nvGrpSpPr>
        <p:grpSpPr>
          <a:xfrm>
            <a:off x="7074056" y="3444952"/>
            <a:ext cx="313273" cy="74585"/>
            <a:chOff x="3655625" y="914400"/>
            <a:chExt cx="2743200" cy="690600"/>
          </a:xfrm>
        </p:grpSpPr>
        <p:sp>
          <p:nvSpPr>
            <p:cNvPr id="3532" name="Google Shape;3532;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33" name="Google Shape;3533;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34" name="Google Shape;3534;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535" name="Google Shape;3535;p52"/>
          <p:cNvSpPr txBox="1"/>
          <p:nvPr/>
        </p:nvSpPr>
        <p:spPr>
          <a:xfrm>
            <a:off x="7463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3536" name="Google Shape;3536;p52"/>
          <p:cNvGrpSpPr/>
          <p:nvPr/>
        </p:nvGrpSpPr>
        <p:grpSpPr>
          <a:xfrm>
            <a:off x="7531256" y="3444952"/>
            <a:ext cx="313273" cy="74585"/>
            <a:chOff x="3655625" y="914400"/>
            <a:chExt cx="2743200" cy="690600"/>
          </a:xfrm>
        </p:grpSpPr>
        <p:sp>
          <p:nvSpPr>
            <p:cNvPr id="3537" name="Google Shape;3537;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38" name="Google Shape;3538;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39" name="Google Shape;3539;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540" name="Google Shape;3540;p52"/>
          <p:cNvSpPr txBox="1"/>
          <p:nvPr/>
        </p:nvSpPr>
        <p:spPr>
          <a:xfrm>
            <a:off x="7967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3541" name="Google Shape;3541;p52"/>
          <p:cNvGrpSpPr/>
          <p:nvPr/>
        </p:nvGrpSpPr>
        <p:grpSpPr>
          <a:xfrm>
            <a:off x="7988456" y="3444952"/>
            <a:ext cx="313273" cy="74585"/>
            <a:chOff x="3655625" y="914400"/>
            <a:chExt cx="2743200" cy="690600"/>
          </a:xfrm>
        </p:grpSpPr>
        <p:sp>
          <p:nvSpPr>
            <p:cNvPr id="3542" name="Google Shape;3542;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43" name="Google Shape;3543;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44" name="Google Shape;3544;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545" name="Google Shape;3545;p52"/>
          <p:cNvSpPr txBox="1"/>
          <p:nvPr/>
        </p:nvSpPr>
        <p:spPr>
          <a:xfrm>
            <a:off x="8393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3546" name="Google Shape;3546;p52"/>
          <p:cNvGrpSpPr/>
          <p:nvPr/>
        </p:nvGrpSpPr>
        <p:grpSpPr>
          <a:xfrm>
            <a:off x="7074056" y="2987752"/>
            <a:ext cx="313273" cy="74585"/>
            <a:chOff x="3655625" y="914400"/>
            <a:chExt cx="2743200" cy="690600"/>
          </a:xfrm>
        </p:grpSpPr>
        <p:sp>
          <p:nvSpPr>
            <p:cNvPr id="3547" name="Google Shape;3547;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48" name="Google Shape;3548;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49" name="Google Shape;3549;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550" name="Google Shape;3550;p52"/>
          <p:cNvGrpSpPr/>
          <p:nvPr/>
        </p:nvGrpSpPr>
        <p:grpSpPr>
          <a:xfrm>
            <a:off x="7531256" y="2987752"/>
            <a:ext cx="313273" cy="74585"/>
            <a:chOff x="3655625" y="914400"/>
            <a:chExt cx="2743200" cy="690600"/>
          </a:xfrm>
        </p:grpSpPr>
        <p:sp>
          <p:nvSpPr>
            <p:cNvPr id="3551" name="Google Shape;3551;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52" name="Google Shape;3552;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53" name="Google Shape;3553;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554" name="Google Shape;3554;p52"/>
          <p:cNvGrpSpPr/>
          <p:nvPr/>
        </p:nvGrpSpPr>
        <p:grpSpPr>
          <a:xfrm>
            <a:off x="7988456" y="2987752"/>
            <a:ext cx="313273" cy="74585"/>
            <a:chOff x="3655625" y="914400"/>
            <a:chExt cx="2743200" cy="690600"/>
          </a:xfrm>
        </p:grpSpPr>
        <p:sp>
          <p:nvSpPr>
            <p:cNvPr id="3555" name="Google Shape;3555;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56" name="Google Shape;3556;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57" name="Google Shape;3557;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558" name="Google Shape;3558;p52"/>
          <p:cNvCxnSpPr>
            <a:stCxn id="3532" idx="0"/>
          </p:cNvCxnSpPr>
          <p:nvPr/>
        </p:nvCxnSpPr>
        <p:spPr>
          <a:xfrm rot="10800000">
            <a:off x="7230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559" name="Google Shape;3559;p52"/>
          <p:cNvCxnSpPr>
            <a:stCxn id="3532" idx="0"/>
            <a:endCxn id="3551" idx="2"/>
          </p:cNvCxnSpPr>
          <p:nvPr/>
        </p:nvCxnSpPr>
        <p:spPr>
          <a:xfrm flipH="1" rot="10800000">
            <a:off x="7230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560" name="Google Shape;3560;p52"/>
          <p:cNvCxnSpPr>
            <a:stCxn id="3532" idx="0"/>
            <a:endCxn id="3555" idx="2"/>
          </p:cNvCxnSpPr>
          <p:nvPr/>
        </p:nvCxnSpPr>
        <p:spPr>
          <a:xfrm flipH="1" rot="10800000">
            <a:off x="7230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561" name="Google Shape;3561;p52"/>
          <p:cNvCxnSpPr>
            <a:stCxn id="3537" idx="0"/>
            <a:endCxn id="3551" idx="2"/>
          </p:cNvCxnSpPr>
          <p:nvPr/>
        </p:nvCxnSpPr>
        <p:spPr>
          <a:xfrm rot="10800000">
            <a:off x="7687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562" name="Google Shape;3562;p52"/>
          <p:cNvCxnSpPr>
            <a:stCxn id="3542" idx="0"/>
            <a:endCxn id="3555" idx="2"/>
          </p:cNvCxnSpPr>
          <p:nvPr/>
        </p:nvCxnSpPr>
        <p:spPr>
          <a:xfrm rot="10800000">
            <a:off x="8145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563" name="Google Shape;3563;p52"/>
          <p:cNvCxnSpPr>
            <a:stCxn id="3537" idx="0"/>
            <a:endCxn id="3555" idx="2"/>
          </p:cNvCxnSpPr>
          <p:nvPr/>
        </p:nvCxnSpPr>
        <p:spPr>
          <a:xfrm flipH="1" rot="10800000">
            <a:off x="7687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3564" name="Google Shape;3564;p52"/>
          <p:cNvGrpSpPr/>
          <p:nvPr/>
        </p:nvGrpSpPr>
        <p:grpSpPr>
          <a:xfrm rot="-5400000">
            <a:off x="7179088" y="2142702"/>
            <a:ext cx="109798" cy="26302"/>
            <a:chOff x="4885225" y="945750"/>
            <a:chExt cx="311926" cy="74700"/>
          </a:xfrm>
        </p:grpSpPr>
        <p:sp>
          <p:nvSpPr>
            <p:cNvPr id="3565" name="Google Shape;3565;p52"/>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66" name="Google Shape;3566;p52"/>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67" name="Google Shape;3567;p52"/>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568" name="Google Shape;3568;p52"/>
          <p:cNvSpPr/>
          <p:nvPr/>
        </p:nvSpPr>
        <p:spPr>
          <a:xfrm>
            <a:off x="5607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3569" name="Google Shape;3569;p52"/>
          <p:cNvSpPr/>
          <p:nvPr/>
        </p:nvSpPr>
        <p:spPr>
          <a:xfrm>
            <a:off x="5655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3570" name="Google Shape;3570;p52"/>
          <p:cNvSpPr/>
          <p:nvPr/>
        </p:nvSpPr>
        <p:spPr>
          <a:xfrm>
            <a:off x="5656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3571" name="Google Shape;3571;p52"/>
          <p:cNvSpPr/>
          <p:nvPr/>
        </p:nvSpPr>
        <p:spPr>
          <a:xfrm>
            <a:off x="5656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3572" name="Google Shape;3572;p52"/>
          <p:cNvGrpSpPr/>
          <p:nvPr/>
        </p:nvGrpSpPr>
        <p:grpSpPr>
          <a:xfrm>
            <a:off x="7077356" y="2758466"/>
            <a:ext cx="313273" cy="74585"/>
            <a:chOff x="3655625" y="914400"/>
            <a:chExt cx="2743200" cy="690600"/>
          </a:xfrm>
        </p:grpSpPr>
        <p:sp>
          <p:nvSpPr>
            <p:cNvPr id="3573" name="Google Shape;3573;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74" name="Google Shape;3574;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75" name="Google Shape;3575;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576" name="Google Shape;3576;p52"/>
          <p:cNvGrpSpPr/>
          <p:nvPr/>
        </p:nvGrpSpPr>
        <p:grpSpPr>
          <a:xfrm>
            <a:off x="7534556" y="2758466"/>
            <a:ext cx="313273" cy="74585"/>
            <a:chOff x="3655625" y="914400"/>
            <a:chExt cx="2743200" cy="690600"/>
          </a:xfrm>
        </p:grpSpPr>
        <p:sp>
          <p:nvSpPr>
            <p:cNvPr id="3577" name="Google Shape;3577;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78" name="Google Shape;3578;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79" name="Google Shape;3579;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580" name="Google Shape;3580;p52"/>
          <p:cNvGrpSpPr/>
          <p:nvPr/>
        </p:nvGrpSpPr>
        <p:grpSpPr>
          <a:xfrm>
            <a:off x="7991756" y="2758466"/>
            <a:ext cx="313273" cy="74585"/>
            <a:chOff x="3655625" y="914400"/>
            <a:chExt cx="2743200" cy="690600"/>
          </a:xfrm>
        </p:grpSpPr>
        <p:sp>
          <p:nvSpPr>
            <p:cNvPr id="3581" name="Google Shape;3581;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82" name="Google Shape;3582;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83" name="Google Shape;3583;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584" name="Google Shape;3584;p52"/>
          <p:cNvGrpSpPr/>
          <p:nvPr/>
        </p:nvGrpSpPr>
        <p:grpSpPr>
          <a:xfrm>
            <a:off x="7077356" y="2537014"/>
            <a:ext cx="313273" cy="74585"/>
            <a:chOff x="3655625" y="914400"/>
            <a:chExt cx="2743200" cy="690600"/>
          </a:xfrm>
        </p:grpSpPr>
        <p:sp>
          <p:nvSpPr>
            <p:cNvPr id="3585" name="Google Shape;3585;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86" name="Google Shape;3586;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87" name="Google Shape;3587;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588" name="Google Shape;3588;p52"/>
          <p:cNvGrpSpPr/>
          <p:nvPr/>
        </p:nvGrpSpPr>
        <p:grpSpPr>
          <a:xfrm>
            <a:off x="7534556" y="2537014"/>
            <a:ext cx="313273" cy="74585"/>
            <a:chOff x="3655625" y="914400"/>
            <a:chExt cx="2743200" cy="690600"/>
          </a:xfrm>
        </p:grpSpPr>
        <p:sp>
          <p:nvSpPr>
            <p:cNvPr id="3589" name="Google Shape;3589;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90" name="Google Shape;3590;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91" name="Google Shape;3591;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592" name="Google Shape;3592;p52"/>
          <p:cNvGrpSpPr/>
          <p:nvPr/>
        </p:nvGrpSpPr>
        <p:grpSpPr>
          <a:xfrm>
            <a:off x="7991756" y="2537014"/>
            <a:ext cx="313273" cy="74585"/>
            <a:chOff x="3655625" y="914400"/>
            <a:chExt cx="2743200" cy="690600"/>
          </a:xfrm>
        </p:grpSpPr>
        <p:sp>
          <p:nvSpPr>
            <p:cNvPr id="3593" name="Google Shape;3593;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594" name="Google Shape;3594;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595" name="Google Shape;3595;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596" name="Google Shape;3596;p52"/>
          <p:cNvCxnSpPr>
            <a:stCxn id="3573" idx="0"/>
            <a:endCxn id="3585" idx="2"/>
          </p:cNvCxnSpPr>
          <p:nvPr/>
        </p:nvCxnSpPr>
        <p:spPr>
          <a:xfrm rot="10800000">
            <a:off x="7233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3597" name="Google Shape;3597;p52"/>
          <p:cNvCxnSpPr>
            <a:stCxn id="3581" idx="0"/>
            <a:endCxn id="3593" idx="2"/>
          </p:cNvCxnSpPr>
          <p:nvPr/>
        </p:nvCxnSpPr>
        <p:spPr>
          <a:xfrm rot="10800000">
            <a:off x="8148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3598" name="Google Shape;3598;p52"/>
          <p:cNvCxnSpPr>
            <a:stCxn id="3577" idx="0"/>
            <a:endCxn id="3589" idx="2"/>
          </p:cNvCxnSpPr>
          <p:nvPr/>
        </p:nvCxnSpPr>
        <p:spPr>
          <a:xfrm rot="10800000">
            <a:off x="7691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599" name="Google Shape;3599;p52"/>
          <p:cNvGrpSpPr/>
          <p:nvPr/>
        </p:nvGrpSpPr>
        <p:grpSpPr>
          <a:xfrm>
            <a:off x="7077356" y="807303"/>
            <a:ext cx="313273" cy="74585"/>
            <a:chOff x="3655625" y="914400"/>
            <a:chExt cx="2743200" cy="690600"/>
          </a:xfrm>
        </p:grpSpPr>
        <p:sp>
          <p:nvSpPr>
            <p:cNvPr id="3600" name="Google Shape;3600;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01" name="Google Shape;3601;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02" name="Google Shape;3602;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603" name="Google Shape;3603;p52"/>
          <p:cNvGrpSpPr/>
          <p:nvPr/>
        </p:nvGrpSpPr>
        <p:grpSpPr>
          <a:xfrm>
            <a:off x="7534556" y="807303"/>
            <a:ext cx="313273" cy="74585"/>
            <a:chOff x="3655625" y="914400"/>
            <a:chExt cx="2743200" cy="690600"/>
          </a:xfrm>
        </p:grpSpPr>
        <p:sp>
          <p:nvSpPr>
            <p:cNvPr id="3604" name="Google Shape;3604;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05" name="Google Shape;3605;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06" name="Google Shape;3606;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607" name="Google Shape;3607;p52"/>
          <p:cNvGrpSpPr/>
          <p:nvPr/>
        </p:nvGrpSpPr>
        <p:grpSpPr>
          <a:xfrm>
            <a:off x="7991756" y="807303"/>
            <a:ext cx="313273" cy="74585"/>
            <a:chOff x="3655625" y="914400"/>
            <a:chExt cx="2743200" cy="690600"/>
          </a:xfrm>
        </p:grpSpPr>
        <p:sp>
          <p:nvSpPr>
            <p:cNvPr id="3608" name="Google Shape;3608;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09" name="Google Shape;3609;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10" name="Google Shape;3610;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611" name="Google Shape;3611;p52"/>
          <p:cNvSpPr txBox="1"/>
          <p:nvPr/>
        </p:nvSpPr>
        <p:spPr>
          <a:xfrm>
            <a:off x="6995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3612" name="Google Shape;3612;p52"/>
          <p:cNvSpPr txBox="1"/>
          <p:nvPr/>
        </p:nvSpPr>
        <p:spPr>
          <a:xfrm>
            <a:off x="7521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3613" name="Google Shape;3613;p52"/>
          <p:cNvSpPr txBox="1"/>
          <p:nvPr/>
        </p:nvSpPr>
        <p:spPr>
          <a:xfrm>
            <a:off x="7936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3614" name="Google Shape;3614;p52"/>
          <p:cNvGrpSpPr/>
          <p:nvPr/>
        </p:nvGrpSpPr>
        <p:grpSpPr>
          <a:xfrm>
            <a:off x="8445656" y="3444952"/>
            <a:ext cx="313273" cy="74585"/>
            <a:chOff x="3655625" y="914400"/>
            <a:chExt cx="2743200" cy="690600"/>
          </a:xfrm>
        </p:grpSpPr>
        <p:sp>
          <p:nvSpPr>
            <p:cNvPr id="3615" name="Google Shape;3615;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16" name="Google Shape;3616;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17" name="Google Shape;3617;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618" name="Google Shape;3618;p52"/>
          <p:cNvGrpSpPr/>
          <p:nvPr/>
        </p:nvGrpSpPr>
        <p:grpSpPr>
          <a:xfrm>
            <a:off x="8445656" y="2987752"/>
            <a:ext cx="313273" cy="74585"/>
            <a:chOff x="3655625" y="914400"/>
            <a:chExt cx="2743200" cy="690600"/>
          </a:xfrm>
        </p:grpSpPr>
        <p:sp>
          <p:nvSpPr>
            <p:cNvPr id="3619" name="Google Shape;3619;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20" name="Google Shape;3620;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21" name="Google Shape;3621;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622" name="Google Shape;3622;p52"/>
          <p:cNvCxnSpPr>
            <a:stCxn id="3532" idx="0"/>
            <a:endCxn id="3619" idx="2"/>
          </p:cNvCxnSpPr>
          <p:nvPr/>
        </p:nvCxnSpPr>
        <p:spPr>
          <a:xfrm flipH="1" rot="10800000">
            <a:off x="7230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3623" name="Google Shape;3623;p52"/>
          <p:cNvCxnSpPr>
            <a:stCxn id="3537" idx="0"/>
            <a:endCxn id="3619" idx="2"/>
          </p:cNvCxnSpPr>
          <p:nvPr/>
        </p:nvCxnSpPr>
        <p:spPr>
          <a:xfrm flipH="1" rot="10800000">
            <a:off x="7687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624" name="Google Shape;3624;p52"/>
          <p:cNvCxnSpPr>
            <a:stCxn id="3542" idx="0"/>
            <a:endCxn id="3619" idx="2"/>
          </p:cNvCxnSpPr>
          <p:nvPr/>
        </p:nvCxnSpPr>
        <p:spPr>
          <a:xfrm flipH="1" rot="10800000">
            <a:off x="8145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625" name="Google Shape;3625;p52"/>
          <p:cNvCxnSpPr>
            <a:stCxn id="3615" idx="0"/>
            <a:endCxn id="3619" idx="2"/>
          </p:cNvCxnSpPr>
          <p:nvPr/>
        </p:nvCxnSpPr>
        <p:spPr>
          <a:xfrm rot="10800000">
            <a:off x="8602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3626" name="Google Shape;3626;p52"/>
          <p:cNvGrpSpPr/>
          <p:nvPr/>
        </p:nvGrpSpPr>
        <p:grpSpPr>
          <a:xfrm>
            <a:off x="8448956" y="2761349"/>
            <a:ext cx="313273" cy="74585"/>
            <a:chOff x="3655625" y="914400"/>
            <a:chExt cx="2743200" cy="690600"/>
          </a:xfrm>
        </p:grpSpPr>
        <p:sp>
          <p:nvSpPr>
            <p:cNvPr id="3627" name="Google Shape;3627;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28" name="Google Shape;3628;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29" name="Google Shape;3629;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630" name="Google Shape;3630;p52"/>
          <p:cNvGrpSpPr/>
          <p:nvPr/>
        </p:nvGrpSpPr>
        <p:grpSpPr>
          <a:xfrm>
            <a:off x="8448956" y="2533450"/>
            <a:ext cx="313273" cy="74585"/>
            <a:chOff x="3655625" y="914400"/>
            <a:chExt cx="2743200" cy="690600"/>
          </a:xfrm>
        </p:grpSpPr>
        <p:sp>
          <p:nvSpPr>
            <p:cNvPr id="3631" name="Google Shape;3631;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32" name="Google Shape;3632;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33" name="Google Shape;3633;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634" name="Google Shape;3634;p52"/>
          <p:cNvCxnSpPr>
            <a:stCxn id="3627" idx="0"/>
            <a:endCxn id="3631" idx="2"/>
          </p:cNvCxnSpPr>
          <p:nvPr/>
        </p:nvCxnSpPr>
        <p:spPr>
          <a:xfrm rot="10800000">
            <a:off x="8605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3635" name="Google Shape;3635;p52"/>
          <p:cNvGrpSpPr/>
          <p:nvPr/>
        </p:nvGrpSpPr>
        <p:grpSpPr>
          <a:xfrm>
            <a:off x="8445519" y="807303"/>
            <a:ext cx="313273" cy="74585"/>
            <a:chOff x="3655625" y="914400"/>
            <a:chExt cx="2743200" cy="690600"/>
          </a:xfrm>
        </p:grpSpPr>
        <p:sp>
          <p:nvSpPr>
            <p:cNvPr id="3636" name="Google Shape;3636;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37" name="Google Shape;3637;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38" name="Google Shape;3638;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639" name="Google Shape;3639;p52"/>
          <p:cNvSpPr txBox="1"/>
          <p:nvPr/>
        </p:nvSpPr>
        <p:spPr>
          <a:xfrm>
            <a:off x="8327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3640" name="Google Shape;3640;p52"/>
          <p:cNvGrpSpPr/>
          <p:nvPr/>
        </p:nvGrpSpPr>
        <p:grpSpPr>
          <a:xfrm>
            <a:off x="6616856" y="3444952"/>
            <a:ext cx="313273" cy="74585"/>
            <a:chOff x="3655625" y="914400"/>
            <a:chExt cx="2743200" cy="690600"/>
          </a:xfrm>
        </p:grpSpPr>
        <p:sp>
          <p:nvSpPr>
            <p:cNvPr id="3641" name="Google Shape;3641;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42" name="Google Shape;3642;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43" name="Google Shape;3643;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644" name="Google Shape;3644;p52"/>
          <p:cNvGrpSpPr/>
          <p:nvPr/>
        </p:nvGrpSpPr>
        <p:grpSpPr>
          <a:xfrm>
            <a:off x="6616856" y="2987752"/>
            <a:ext cx="313273" cy="74585"/>
            <a:chOff x="3655625" y="914400"/>
            <a:chExt cx="2743200" cy="690600"/>
          </a:xfrm>
        </p:grpSpPr>
        <p:sp>
          <p:nvSpPr>
            <p:cNvPr id="3645" name="Google Shape;3645;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46" name="Google Shape;3646;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47" name="Google Shape;3647;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648" name="Google Shape;3648;p52"/>
          <p:cNvGrpSpPr/>
          <p:nvPr/>
        </p:nvGrpSpPr>
        <p:grpSpPr>
          <a:xfrm>
            <a:off x="6159656" y="3444952"/>
            <a:ext cx="313273" cy="74585"/>
            <a:chOff x="3655625" y="914400"/>
            <a:chExt cx="2743200" cy="690600"/>
          </a:xfrm>
        </p:grpSpPr>
        <p:sp>
          <p:nvSpPr>
            <p:cNvPr id="3649" name="Google Shape;3649;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50" name="Google Shape;3650;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51" name="Google Shape;3651;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652" name="Google Shape;3652;p52"/>
          <p:cNvGrpSpPr/>
          <p:nvPr/>
        </p:nvGrpSpPr>
        <p:grpSpPr>
          <a:xfrm>
            <a:off x="6159656" y="2987752"/>
            <a:ext cx="313273" cy="74585"/>
            <a:chOff x="3655625" y="914400"/>
            <a:chExt cx="2743200" cy="690600"/>
          </a:xfrm>
        </p:grpSpPr>
        <p:sp>
          <p:nvSpPr>
            <p:cNvPr id="3653" name="Google Shape;3653;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54" name="Google Shape;3654;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55" name="Google Shape;3655;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656" name="Google Shape;3656;p52"/>
          <p:cNvGrpSpPr/>
          <p:nvPr/>
        </p:nvGrpSpPr>
        <p:grpSpPr>
          <a:xfrm>
            <a:off x="5702456" y="3444952"/>
            <a:ext cx="313273" cy="74585"/>
            <a:chOff x="3655625" y="914400"/>
            <a:chExt cx="2743200" cy="690600"/>
          </a:xfrm>
        </p:grpSpPr>
        <p:sp>
          <p:nvSpPr>
            <p:cNvPr id="3657" name="Google Shape;3657;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58" name="Google Shape;3658;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59" name="Google Shape;3659;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660" name="Google Shape;3660;p52"/>
          <p:cNvGrpSpPr/>
          <p:nvPr/>
        </p:nvGrpSpPr>
        <p:grpSpPr>
          <a:xfrm>
            <a:off x="5702456" y="2987752"/>
            <a:ext cx="313273" cy="74585"/>
            <a:chOff x="3655625" y="914400"/>
            <a:chExt cx="2743200" cy="690600"/>
          </a:xfrm>
        </p:grpSpPr>
        <p:sp>
          <p:nvSpPr>
            <p:cNvPr id="3661" name="Google Shape;3661;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62" name="Google Shape;3662;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63" name="Google Shape;3663;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664" name="Google Shape;3664;p52"/>
          <p:cNvSpPr txBox="1"/>
          <p:nvPr/>
        </p:nvSpPr>
        <p:spPr>
          <a:xfrm>
            <a:off x="5607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3665" name="Google Shape;3665;p52"/>
          <p:cNvCxnSpPr>
            <a:stCxn id="3641" idx="0"/>
            <a:endCxn id="3645" idx="2"/>
          </p:cNvCxnSpPr>
          <p:nvPr/>
        </p:nvCxnSpPr>
        <p:spPr>
          <a:xfrm rot="10800000">
            <a:off x="6773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666" name="Google Shape;3666;p52"/>
          <p:cNvCxnSpPr>
            <a:stCxn id="3649" idx="0"/>
            <a:endCxn id="3653"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667" name="Google Shape;3667;p52"/>
          <p:cNvCxnSpPr>
            <a:stCxn id="3657" idx="0"/>
            <a:endCxn id="3661"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668" name="Google Shape;3668;p52"/>
          <p:cNvCxnSpPr>
            <a:stCxn id="3657" idx="0"/>
            <a:endCxn id="3653"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669" name="Google Shape;3669;p52"/>
          <p:cNvCxnSpPr>
            <a:stCxn id="3657" idx="0"/>
            <a:endCxn id="3645" idx="2"/>
          </p:cNvCxnSpPr>
          <p:nvPr/>
        </p:nvCxnSpPr>
        <p:spPr>
          <a:xfrm flipH="1" rot="10800000">
            <a:off x="58590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670" name="Google Shape;3670;p52"/>
          <p:cNvCxnSpPr>
            <a:stCxn id="3657" idx="0"/>
            <a:endCxn id="3547" idx="2"/>
          </p:cNvCxnSpPr>
          <p:nvPr/>
        </p:nvCxnSpPr>
        <p:spPr>
          <a:xfrm flipH="1" rot="10800000">
            <a:off x="5859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3671" name="Google Shape;3671;p52"/>
          <p:cNvCxnSpPr>
            <a:stCxn id="3657" idx="0"/>
            <a:endCxn id="3551" idx="2"/>
          </p:cNvCxnSpPr>
          <p:nvPr/>
        </p:nvCxnSpPr>
        <p:spPr>
          <a:xfrm flipH="1" rot="10800000">
            <a:off x="5859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3672" name="Google Shape;3672;p52"/>
          <p:cNvCxnSpPr>
            <a:stCxn id="3657" idx="0"/>
            <a:endCxn id="3555" idx="2"/>
          </p:cNvCxnSpPr>
          <p:nvPr/>
        </p:nvCxnSpPr>
        <p:spPr>
          <a:xfrm flipH="1" rot="10800000">
            <a:off x="5859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3673" name="Google Shape;3673;p52"/>
          <p:cNvCxnSpPr>
            <a:stCxn id="3657" idx="0"/>
            <a:endCxn id="3619" idx="2"/>
          </p:cNvCxnSpPr>
          <p:nvPr/>
        </p:nvCxnSpPr>
        <p:spPr>
          <a:xfrm flipH="1" rot="10800000">
            <a:off x="5859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3674" name="Google Shape;3674;p52"/>
          <p:cNvCxnSpPr>
            <a:stCxn id="3649" idx="0"/>
            <a:endCxn id="3645" idx="2"/>
          </p:cNvCxnSpPr>
          <p:nvPr/>
        </p:nvCxnSpPr>
        <p:spPr>
          <a:xfrm flipH="1" rot="10800000">
            <a:off x="6316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675" name="Google Shape;3675;p52"/>
          <p:cNvCxnSpPr>
            <a:stCxn id="3649" idx="0"/>
            <a:endCxn id="3547" idx="2"/>
          </p:cNvCxnSpPr>
          <p:nvPr/>
        </p:nvCxnSpPr>
        <p:spPr>
          <a:xfrm flipH="1" rot="10800000">
            <a:off x="6316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676" name="Google Shape;3676;p52"/>
          <p:cNvCxnSpPr>
            <a:stCxn id="3649" idx="0"/>
            <a:endCxn id="3551" idx="2"/>
          </p:cNvCxnSpPr>
          <p:nvPr/>
        </p:nvCxnSpPr>
        <p:spPr>
          <a:xfrm flipH="1" rot="10800000">
            <a:off x="6316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3677" name="Google Shape;3677;p52"/>
          <p:cNvCxnSpPr>
            <a:stCxn id="3649" idx="0"/>
            <a:endCxn id="3555" idx="2"/>
          </p:cNvCxnSpPr>
          <p:nvPr/>
        </p:nvCxnSpPr>
        <p:spPr>
          <a:xfrm flipH="1" rot="10800000">
            <a:off x="6316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3678" name="Google Shape;3678;p52"/>
          <p:cNvCxnSpPr>
            <a:stCxn id="3649" idx="0"/>
            <a:endCxn id="3619" idx="2"/>
          </p:cNvCxnSpPr>
          <p:nvPr/>
        </p:nvCxnSpPr>
        <p:spPr>
          <a:xfrm flipH="1" rot="10800000">
            <a:off x="63162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3679" name="Google Shape;3679;p52"/>
          <p:cNvCxnSpPr>
            <a:stCxn id="3641" idx="0"/>
            <a:endCxn id="3547" idx="2"/>
          </p:cNvCxnSpPr>
          <p:nvPr/>
        </p:nvCxnSpPr>
        <p:spPr>
          <a:xfrm flipH="1" rot="10800000">
            <a:off x="6773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680" name="Google Shape;3680;p52"/>
          <p:cNvCxnSpPr>
            <a:stCxn id="3641" idx="0"/>
            <a:endCxn id="3551" idx="2"/>
          </p:cNvCxnSpPr>
          <p:nvPr/>
        </p:nvCxnSpPr>
        <p:spPr>
          <a:xfrm flipH="1" rot="10800000">
            <a:off x="6773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681" name="Google Shape;3681;p52"/>
          <p:cNvCxnSpPr>
            <a:stCxn id="3641" idx="0"/>
            <a:endCxn id="3555" idx="2"/>
          </p:cNvCxnSpPr>
          <p:nvPr/>
        </p:nvCxnSpPr>
        <p:spPr>
          <a:xfrm flipH="1" rot="10800000">
            <a:off x="6773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3682" name="Google Shape;3682;p52"/>
          <p:cNvCxnSpPr>
            <a:stCxn id="3641" idx="0"/>
            <a:endCxn id="3619" idx="2"/>
          </p:cNvCxnSpPr>
          <p:nvPr/>
        </p:nvCxnSpPr>
        <p:spPr>
          <a:xfrm flipH="1" rot="10800000">
            <a:off x="6773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3683" name="Google Shape;3683;p52"/>
          <p:cNvGrpSpPr/>
          <p:nvPr/>
        </p:nvGrpSpPr>
        <p:grpSpPr>
          <a:xfrm>
            <a:off x="6620156" y="2758466"/>
            <a:ext cx="313273" cy="74585"/>
            <a:chOff x="3655625" y="914400"/>
            <a:chExt cx="2743200" cy="690600"/>
          </a:xfrm>
        </p:grpSpPr>
        <p:sp>
          <p:nvSpPr>
            <p:cNvPr id="3684" name="Google Shape;3684;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85" name="Google Shape;3685;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86" name="Google Shape;3686;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687" name="Google Shape;3687;p52"/>
          <p:cNvGrpSpPr/>
          <p:nvPr/>
        </p:nvGrpSpPr>
        <p:grpSpPr>
          <a:xfrm>
            <a:off x="6620156" y="2537014"/>
            <a:ext cx="313273" cy="74585"/>
            <a:chOff x="3655625" y="914400"/>
            <a:chExt cx="2743200" cy="690600"/>
          </a:xfrm>
        </p:grpSpPr>
        <p:sp>
          <p:nvSpPr>
            <p:cNvPr id="3688" name="Google Shape;3688;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89" name="Google Shape;3689;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90" name="Google Shape;3690;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691" name="Google Shape;3691;p52"/>
          <p:cNvCxnSpPr>
            <a:stCxn id="3684" idx="0"/>
            <a:endCxn id="3688" idx="2"/>
          </p:cNvCxnSpPr>
          <p:nvPr/>
        </p:nvCxnSpPr>
        <p:spPr>
          <a:xfrm rot="10800000">
            <a:off x="6776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692" name="Google Shape;3692;p52"/>
          <p:cNvGrpSpPr/>
          <p:nvPr/>
        </p:nvGrpSpPr>
        <p:grpSpPr>
          <a:xfrm>
            <a:off x="6162956" y="2758466"/>
            <a:ext cx="313273" cy="74585"/>
            <a:chOff x="3655625" y="914400"/>
            <a:chExt cx="2743200" cy="690600"/>
          </a:xfrm>
        </p:grpSpPr>
        <p:sp>
          <p:nvSpPr>
            <p:cNvPr id="3693" name="Google Shape;3693;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94" name="Google Shape;3694;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95" name="Google Shape;3695;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696" name="Google Shape;3696;p52"/>
          <p:cNvGrpSpPr/>
          <p:nvPr/>
        </p:nvGrpSpPr>
        <p:grpSpPr>
          <a:xfrm>
            <a:off x="6162956" y="2537014"/>
            <a:ext cx="313273" cy="74585"/>
            <a:chOff x="3655625" y="914400"/>
            <a:chExt cx="2743200" cy="690600"/>
          </a:xfrm>
        </p:grpSpPr>
        <p:sp>
          <p:nvSpPr>
            <p:cNvPr id="3697" name="Google Shape;3697;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98" name="Google Shape;3698;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699" name="Google Shape;3699;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700" name="Google Shape;3700;p52"/>
          <p:cNvCxnSpPr>
            <a:stCxn id="3693" idx="0"/>
            <a:endCxn id="3697" idx="2"/>
          </p:cNvCxnSpPr>
          <p:nvPr/>
        </p:nvCxnSpPr>
        <p:spPr>
          <a:xfrm rot="10800000">
            <a:off x="6319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701" name="Google Shape;3701;p52"/>
          <p:cNvGrpSpPr/>
          <p:nvPr/>
        </p:nvGrpSpPr>
        <p:grpSpPr>
          <a:xfrm>
            <a:off x="5705756" y="2758466"/>
            <a:ext cx="313273" cy="74585"/>
            <a:chOff x="3655625" y="914400"/>
            <a:chExt cx="2743200" cy="690600"/>
          </a:xfrm>
        </p:grpSpPr>
        <p:sp>
          <p:nvSpPr>
            <p:cNvPr id="3702" name="Google Shape;3702;p5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03" name="Google Shape;3703;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04" name="Google Shape;3704;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705" name="Google Shape;3705;p52"/>
          <p:cNvGrpSpPr/>
          <p:nvPr/>
        </p:nvGrpSpPr>
        <p:grpSpPr>
          <a:xfrm>
            <a:off x="5705756" y="2537014"/>
            <a:ext cx="313273" cy="74585"/>
            <a:chOff x="3655625" y="914400"/>
            <a:chExt cx="2743200" cy="690600"/>
          </a:xfrm>
        </p:grpSpPr>
        <p:sp>
          <p:nvSpPr>
            <p:cNvPr id="3706" name="Google Shape;3706;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07" name="Google Shape;3707;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08" name="Google Shape;3708;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709" name="Google Shape;3709;p52"/>
          <p:cNvCxnSpPr>
            <a:stCxn id="3702" idx="0"/>
            <a:endCxn id="3706"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710" name="Google Shape;3710;p52"/>
          <p:cNvGrpSpPr/>
          <p:nvPr/>
        </p:nvGrpSpPr>
        <p:grpSpPr>
          <a:xfrm>
            <a:off x="5705756" y="807303"/>
            <a:ext cx="313273" cy="74585"/>
            <a:chOff x="3655625" y="914400"/>
            <a:chExt cx="2743200" cy="690600"/>
          </a:xfrm>
        </p:grpSpPr>
        <p:sp>
          <p:nvSpPr>
            <p:cNvPr id="3711" name="Google Shape;3711;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12" name="Google Shape;3712;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13" name="Google Shape;3713;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714" name="Google Shape;3714;p52"/>
          <p:cNvGrpSpPr/>
          <p:nvPr/>
        </p:nvGrpSpPr>
        <p:grpSpPr>
          <a:xfrm>
            <a:off x="6162956" y="807303"/>
            <a:ext cx="313273" cy="74585"/>
            <a:chOff x="3655625" y="914400"/>
            <a:chExt cx="2743200" cy="690600"/>
          </a:xfrm>
        </p:grpSpPr>
        <p:sp>
          <p:nvSpPr>
            <p:cNvPr id="3715" name="Google Shape;3715;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16" name="Google Shape;3716;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17" name="Google Shape;3717;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718" name="Google Shape;3718;p52"/>
          <p:cNvGrpSpPr/>
          <p:nvPr/>
        </p:nvGrpSpPr>
        <p:grpSpPr>
          <a:xfrm>
            <a:off x="6620156" y="807303"/>
            <a:ext cx="313273" cy="74585"/>
            <a:chOff x="3655625" y="914400"/>
            <a:chExt cx="2743200" cy="690600"/>
          </a:xfrm>
        </p:grpSpPr>
        <p:sp>
          <p:nvSpPr>
            <p:cNvPr id="3719" name="Google Shape;3719;p5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20" name="Google Shape;3720;p5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21" name="Google Shape;3721;p5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722" name="Google Shape;3722;p52"/>
          <p:cNvSpPr txBox="1"/>
          <p:nvPr/>
        </p:nvSpPr>
        <p:spPr>
          <a:xfrm>
            <a:off x="5618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3723" name="Google Shape;3723;p52"/>
          <p:cNvSpPr txBox="1"/>
          <p:nvPr/>
        </p:nvSpPr>
        <p:spPr>
          <a:xfrm>
            <a:off x="6162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3724" name="Google Shape;3724;p52"/>
          <p:cNvSpPr txBox="1"/>
          <p:nvPr/>
        </p:nvSpPr>
        <p:spPr>
          <a:xfrm>
            <a:off x="6512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3725" name="Google Shape;372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9" name="Shape 3729"/>
        <p:cNvGrpSpPr/>
        <p:nvPr/>
      </p:nvGrpSpPr>
      <p:grpSpPr>
        <a:xfrm>
          <a:off x="0" y="0"/>
          <a:ext cx="0" cy="0"/>
          <a:chOff x="0" y="0"/>
          <a:chExt cx="0" cy="0"/>
        </a:xfrm>
      </p:grpSpPr>
      <p:sp>
        <p:nvSpPr>
          <p:cNvPr id="3730" name="Google Shape;3730;p53"/>
          <p:cNvSpPr/>
          <p:nvPr/>
        </p:nvSpPr>
        <p:spPr>
          <a:xfrm>
            <a:off x="2728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3731" name="Google Shape;3731;p53"/>
          <p:cNvSpPr/>
          <p:nvPr/>
        </p:nvSpPr>
        <p:spPr>
          <a:xfrm>
            <a:off x="158272" y="1948750"/>
            <a:ext cx="1676100" cy="26493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3732" name="Google Shape;3732;p53"/>
          <p:cNvSpPr/>
          <p:nvPr/>
        </p:nvSpPr>
        <p:spPr>
          <a:xfrm>
            <a:off x="254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3733" name="Google Shape;3733;p53"/>
          <p:cNvSpPr/>
          <p:nvPr/>
        </p:nvSpPr>
        <p:spPr>
          <a:xfrm>
            <a:off x="321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3734" name="Google Shape;3734;p53"/>
          <p:cNvSpPr/>
          <p:nvPr/>
        </p:nvSpPr>
        <p:spPr>
          <a:xfrm>
            <a:off x="342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735" name="Google Shape;3735;p53"/>
          <p:cNvGrpSpPr/>
          <p:nvPr/>
        </p:nvGrpSpPr>
        <p:grpSpPr>
          <a:xfrm>
            <a:off x="378203" y="3903853"/>
            <a:ext cx="313273" cy="74585"/>
            <a:chOff x="3655625" y="914400"/>
            <a:chExt cx="2743200" cy="690600"/>
          </a:xfrm>
        </p:grpSpPr>
        <p:sp>
          <p:nvSpPr>
            <p:cNvPr id="3736" name="Google Shape;3736;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37" name="Google Shape;3737;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38" name="Google Shape;3738;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739" name="Google Shape;3739;p53"/>
          <p:cNvSpPr txBox="1"/>
          <p:nvPr/>
        </p:nvSpPr>
        <p:spPr>
          <a:xfrm>
            <a:off x="299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3740" name="Google Shape;3740;p53"/>
          <p:cNvGrpSpPr/>
          <p:nvPr/>
        </p:nvGrpSpPr>
        <p:grpSpPr>
          <a:xfrm>
            <a:off x="835403" y="3903853"/>
            <a:ext cx="313273" cy="74585"/>
            <a:chOff x="3655625" y="914400"/>
            <a:chExt cx="2743200" cy="690600"/>
          </a:xfrm>
        </p:grpSpPr>
        <p:sp>
          <p:nvSpPr>
            <p:cNvPr id="3741" name="Google Shape;3741;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42" name="Google Shape;3742;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43" name="Google Shape;3743;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744" name="Google Shape;3744;p53"/>
          <p:cNvSpPr txBox="1"/>
          <p:nvPr/>
        </p:nvSpPr>
        <p:spPr>
          <a:xfrm>
            <a:off x="832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3745" name="Google Shape;3745;p53"/>
          <p:cNvGrpSpPr/>
          <p:nvPr/>
        </p:nvGrpSpPr>
        <p:grpSpPr>
          <a:xfrm>
            <a:off x="1292603" y="3903853"/>
            <a:ext cx="313273" cy="74585"/>
            <a:chOff x="3655625" y="914400"/>
            <a:chExt cx="2743200" cy="690600"/>
          </a:xfrm>
        </p:grpSpPr>
        <p:sp>
          <p:nvSpPr>
            <p:cNvPr id="3746" name="Google Shape;3746;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47" name="Google Shape;3747;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48" name="Google Shape;3748;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749" name="Google Shape;3749;p53"/>
          <p:cNvSpPr txBox="1"/>
          <p:nvPr/>
        </p:nvSpPr>
        <p:spPr>
          <a:xfrm>
            <a:off x="1208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3750" name="Google Shape;3750;p53"/>
          <p:cNvGrpSpPr/>
          <p:nvPr/>
        </p:nvGrpSpPr>
        <p:grpSpPr>
          <a:xfrm>
            <a:off x="378203" y="3446653"/>
            <a:ext cx="313273" cy="74585"/>
            <a:chOff x="3655625" y="914400"/>
            <a:chExt cx="2743200" cy="690600"/>
          </a:xfrm>
        </p:grpSpPr>
        <p:sp>
          <p:nvSpPr>
            <p:cNvPr id="3751" name="Google Shape;3751;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52" name="Google Shape;3752;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53" name="Google Shape;3753;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754" name="Google Shape;3754;p53"/>
          <p:cNvGrpSpPr/>
          <p:nvPr/>
        </p:nvGrpSpPr>
        <p:grpSpPr>
          <a:xfrm>
            <a:off x="835403" y="3446653"/>
            <a:ext cx="313273" cy="74585"/>
            <a:chOff x="3655625" y="914400"/>
            <a:chExt cx="2743200" cy="690600"/>
          </a:xfrm>
        </p:grpSpPr>
        <p:sp>
          <p:nvSpPr>
            <p:cNvPr id="3755" name="Google Shape;3755;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56" name="Google Shape;3756;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57" name="Google Shape;3757;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758" name="Google Shape;3758;p53"/>
          <p:cNvGrpSpPr/>
          <p:nvPr/>
        </p:nvGrpSpPr>
        <p:grpSpPr>
          <a:xfrm>
            <a:off x="1292603" y="3446653"/>
            <a:ext cx="313273" cy="74585"/>
            <a:chOff x="3655625" y="914400"/>
            <a:chExt cx="2743200" cy="690600"/>
          </a:xfrm>
        </p:grpSpPr>
        <p:sp>
          <p:nvSpPr>
            <p:cNvPr id="3759" name="Google Shape;3759;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60" name="Google Shape;3760;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61" name="Google Shape;3761;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762" name="Google Shape;3762;p53"/>
          <p:cNvCxnSpPr>
            <a:stCxn id="3741" idx="0"/>
            <a:endCxn id="3751" idx="2"/>
          </p:cNvCxnSpPr>
          <p:nvPr/>
        </p:nvCxnSpPr>
        <p:spPr>
          <a:xfrm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763" name="Google Shape;3763;p53"/>
          <p:cNvCxnSpPr>
            <a:stCxn id="3746" idx="0"/>
          </p:cNvCxnSpPr>
          <p:nvPr/>
        </p:nvCxnSpPr>
        <p:spPr>
          <a:xfrm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764" name="Google Shape;3764;p53"/>
          <p:cNvCxnSpPr>
            <a:stCxn id="3736" idx="0"/>
          </p:cNvCxnSpPr>
          <p:nvPr/>
        </p:nvCxnSpPr>
        <p:spPr>
          <a:xfrm rot="10800000">
            <a:off x="534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765" name="Google Shape;3765;p53"/>
          <p:cNvCxnSpPr>
            <a:stCxn id="3736" idx="0"/>
            <a:endCxn id="3755" idx="2"/>
          </p:cNvCxnSpPr>
          <p:nvPr/>
        </p:nvCxnSpPr>
        <p:spPr>
          <a:xfrm flipH="1"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766" name="Google Shape;3766;p53"/>
          <p:cNvCxnSpPr>
            <a:stCxn id="3736" idx="0"/>
            <a:endCxn id="3759" idx="2"/>
          </p:cNvCxnSpPr>
          <p:nvPr/>
        </p:nvCxnSpPr>
        <p:spPr>
          <a:xfrm flipH="1"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767" name="Google Shape;3767;p53"/>
          <p:cNvCxnSpPr>
            <a:stCxn id="3741" idx="0"/>
            <a:endCxn id="3755" idx="2"/>
          </p:cNvCxnSpPr>
          <p:nvPr/>
        </p:nvCxnSpPr>
        <p:spPr>
          <a:xfrm rot="10800000">
            <a:off x="992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768" name="Google Shape;3768;p53"/>
          <p:cNvCxnSpPr>
            <a:stCxn id="3746" idx="0"/>
            <a:endCxn id="3759" idx="2"/>
          </p:cNvCxnSpPr>
          <p:nvPr/>
        </p:nvCxnSpPr>
        <p:spPr>
          <a:xfrm rot="10800000">
            <a:off x="1449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769" name="Google Shape;3769;p53"/>
          <p:cNvCxnSpPr>
            <a:stCxn id="3746" idx="0"/>
            <a:endCxn id="3755" idx="2"/>
          </p:cNvCxnSpPr>
          <p:nvPr/>
        </p:nvCxnSpPr>
        <p:spPr>
          <a:xfrm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770" name="Google Shape;3770;p53"/>
          <p:cNvCxnSpPr>
            <a:stCxn id="3741" idx="0"/>
            <a:endCxn id="3759" idx="2"/>
          </p:cNvCxnSpPr>
          <p:nvPr/>
        </p:nvCxnSpPr>
        <p:spPr>
          <a:xfrm flipH="1"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3771" name="Google Shape;3771;p53"/>
          <p:cNvGrpSpPr/>
          <p:nvPr/>
        </p:nvGrpSpPr>
        <p:grpSpPr>
          <a:xfrm>
            <a:off x="378203" y="3201599"/>
            <a:ext cx="313273" cy="74585"/>
            <a:chOff x="3655625" y="914400"/>
            <a:chExt cx="2743200" cy="690600"/>
          </a:xfrm>
        </p:grpSpPr>
        <p:sp>
          <p:nvSpPr>
            <p:cNvPr id="3772" name="Google Shape;3772;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73" name="Google Shape;3773;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74" name="Google Shape;3774;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775" name="Google Shape;3775;p53"/>
          <p:cNvGrpSpPr/>
          <p:nvPr/>
        </p:nvGrpSpPr>
        <p:grpSpPr>
          <a:xfrm>
            <a:off x="835403" y="3201599"/>
            <a:ext cx="313273" cy="74585"/>
            <a:chOff x="3655625" y="914400"/>
            <a:chExt cx="2743200" cy="690600"/>
          </a:xfrm>
        </p:grpSpPr>
        <p:sp>
          <p:nvSpPr>
            <p:cNvPr id="3776" name="Google Shape;3776;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77" name="Google Shape;3777;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78" name="Google Shape;3778;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779" name="Google Shape;3779;p53"/>
          <p:cNvGrpSpPr/>
          <p:nvPr/>
        </p:nvGrpSpPr>
        <p:grpSpPr>
          <a:xfrm>
            <a:off x="1292603" y="3201599"/>
            <a:ext cx="313273" cy="74585"/>
            <a:chOff x="3655625" y="914400"/>
            <a:chExt cx="2743200" cy="690600"/>
          </a:xfrm>
        </p:grpSpPr>
        <p:sp>
          <p:nvSpPr>
            <p:cNvPr id="3780" name="Google Shape;3780;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81" name="Google Shape;3781;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82" name="Google Shape;3782;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783" name="Google Shape;3783;p53"/>
          <p:cNvGrpSpPr/>
          <p:nvPr/>
        </p:nvGrpSpPr>
        <p:grpSpPr>
          <a:xfrm>
            <a:off x="378203" y="2980147"/>
            <a:ext cx="313273" cy="74585"/>
            <a:chOff x="3655625" y="914400"/>
            <a:chExt cx="2743200" cy="690600"/>
          </a:xfrm>
        </p:grpSpPr>
        <p:sp>
          <p:nvSpPr>
            <p:cNvPr id="3784" name="Google Shape;3784;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85" name="Google Shape;3785;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86" name="Google Shape;3786;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787" name="Google Shape;3787;p53"/>
          <p:cNvGrpSpPr/>
          <p:nvPr/>
        </p:nvGrpSpPr>
        <p:grpSpPr>
          <a:xfrm>
            <a:off x="835403" y="2980147"/>
            <a:ext cx="313273" cy="74585"/>
            <a:chOff x="3655625" y="914400"/>
            <a:chExt cx="2743200" cy="690600"/>
          </a:xfrm>
        </p:grpSpPr>
        <p:sp>
          <p:nvSpPr>
            <p:cNvPr id="3788" name="Google Shape;3788;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89" name="Google Shape;3789;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90" name="Google Shape;3790;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791" name="Google Shape;3791;p53"/>
          <p:cNvGrpSpPr/>
          <p:nvPr/>
        </p:nvGrpSpPr>
        <p:grpSpPr>
          <a:xfrm>
            <a:off x="1292603" y="2980147"/>
            <a:ext cx="313273" cy="74585"/>
            <a:chOff x="3655625" y="914400"/>
            <a:chExt cx="2743200" cy="690600"/>
          </a:xfrm>
        </p:grpSpPr>
        <p:sp>
          <p:nvSpPr>
            <p:cNvPr id="3792" name="Google Shape;3792;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93" name="Google Shape;3793;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794" name="Google Shape;3794;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795" name="Google Shape;3795;p53"/>
          <p:cNvCxnSpPr>
            <a:stCxn id="3772" idx="0"/>
            <a:endCxn id="3784" idx="2"/>
          </p:cNvCxnSpPr>
          <p:nvPr/>
        </p:nvCxnSpPr>
        <p:spPr>
          <a:xfrm rot="10800000">
            <a:off x="534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3796" name="Google Shape;3796;p53"/>
          <p:cNvCxnSpPr>
            <a:stCxn id="3780" idx="0"/>
            <a:endCxn id="3792" idx="2"/>
          </p:cNvCxnSpPr>
          <p:nvPr/>
        </p:nvCxnSpPr>
        <p:spPr>
          <a:xfrm rot="10800000">
            <a:off x="1449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3797" name="Google Shape;3797;p53"/>
          <p:cNvCxnSpPr>
            <a:stCxn id="3776" idx="0"/>
            <a:endCxn id="3788" idx="2"/>
          </p:cNvCxnSpPr>
          <p:nvPr/>
        </p:nvCxnSpPr>
        <p:spPr>
          <a:xfrm rot="10800000">
            <a:off x="992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3798" name="Google Shape;3798;p53"/>
          <p:cNvSpPr/>
          <p:nvPr/>
        </p:nvSpPr>
        <p:spPr>
          <a:xfrm>
            <a:off x="301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3799" name="Google Shape;3799;p53"/>
          <p:cNvSpPr/>
          <p:nvPr/>
        </p:nvSpPr>
        <p:spPr>
          <a:xfrm>
            <a:off x="404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3800" name="Google Shape;3800;p53"/>
          <p:cNvSpPr/>
          <p:nvPr/>
        </p:nvSpPr>
        <p:spPr>
          <a:xfrm>
            <a:off x="404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3801" name="Google Shape;3801;p53"/>
          <p:cNvSpPr/>
          <p:nvPr/>
        </p:nvSpPr>
        <p:spPr>
          <a:xfrm>
            <a:off x="2816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3802" name="Google Shape;3802;p53"/>
          <p:cNvSpPr/>
          <p:nvPr/>
        </p:nvSpPr>
        <p:spPr>
          <a:xfrm>
            <a:off x="2856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803" name="Google Shape;3803;p53"/>
          <p:cNvGrpSpPr/>
          <p:nvPr/>
        </p:nvGrpSpPr>
        <p:grpSpPr>
          <a:xfrm>
            <a:off x="2892803" y="3955308"/>
            <a:ext cx="313273" cy="74585"/>
            <a:chOff x="3655625" y="914400"/>
            <a:chExt cx="2743200" cy="690600"/>
          </a:xfrm>
        </p:grpSpPr>
        <p:sp>
          <p:nvSpPr>
            <p:cNvPr id="3804" name="Google Shape;3804;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05" name="Google Shape;3805;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06" name="Google Shape;3806;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807" name="Google Shape;3807;p53"/>
          <p:cNvSpPr txBox="1"/>
          <p:nvPr/>
        </p:nvSpPr>
        <p:spPr>
          <a:xfrm>
            <a:off x="3271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3808" name="Google Shape;3808;p53"/>
          <p:cNvGrpSpPr/>
          <p:nvPr/>
        </p:nvGrpSpPr>
        <p:grpSpPr>
          <a:xfrm>
            <a:off x="3350003" y="3955308"/>
            <a:ext cx="313273" cy="74585"/>
            <a:chOff x="3655625" y="914400"/>
            <a:chExt cx="2743200" cy="690600"/>
          </a:xfrm>
        </p:grpSpPr>
        <p:sp>
          <p:nvSpPr>
            <p:cNvPr id="3809" name="Google Shape;3809;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10" name="Google Shape;3810;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11" name="Google Shape;3811;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812" name="Google Shape;3812;p53"/>
          <p:cNvSpPr txBox="1"/>
          <p:nvPr/>
        </p:nvSpPr>
        <p:spPr>
          <a:xfrm>
            <a:off x="3797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3813" name="Google Shape;3813;p53"/>
          <p:cNvGrpSpPr/>
          <p:nvPr/>
        </p:nvGrpSpPr>
        <p:grpSpPr>
          <a:xfrm>
            <a:off x="3807203" y="3955308"/>
            <a:ext cx="313273" cy="74585"/>
            <a:chOff x="3655625" y="914400"/>
            <a:chExt cx="2743200" cy="690600"/>
          </a:xfrm>
        </p:grpSpPr>
        <p:sp>
          <p:nvSpPr>
            <p:cNvPr id="3814" name="Google Shape;3814;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15" name="Google Shape;3815;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16" name="Google Shape;3816;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817" name="Google Shape;3817;p53"/>
          <p:cNvSpPr txBox="1"/>
          <p:nvPr/>
        </p:nvSpPr>
        <p:spPr>
          <a:xfrm>
            <a:off x="4211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3818" name="Google Shape;3818;p53"/>
          <p:cNvGrpSpPr/>
          <p:nvPr/>
        </p:nvGrpSpPr>
        <p:grpSpPr>
          <a:xfrm>
            <a:off x="2892803" y="3498108"/>
            <a:ext cx="313273" cy="74585"/>
            <a:chOff x="3655625" y="914400"/>
            <a:chExt cx="2743200" cy="690600"/>
          </a:xfrm>
        </p:grpSpPr>
        <p:sp>
          <p:nvSpPr>
            <p:cNvPr id="3819" name="Google Shape;3819;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20" name="Google Shape;3820;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21" name="Google Shape;3821;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822" name="Google Shape;3822;p53"/>
          <p:cNvGrpSpPr/>
          <p:nvPr/>
        </p:nvGrpSpPr>
        <p:grpSpPr>
          <a:xfrm>
            <a:off x="3350003" y="3498108"/>
            <a:ext cx="313273" cy="74585"/>
            <a:chOff x="3655625" y="914400"/>
            <a:chExt cx="2743200" cy="690600"/>
          </a:xfrm>
        </p:grpSpPr>
        <p:sp>
          <p:nvSpPr>
            <p:cNvPr id="3823" name="Google Shape;3823;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24" name="Google Shape;3824;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25" name="Google Shape;3825;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826" name="Google Shape;3826;p53"/>
          <p:cNvGrpSpPr/>
          <p:nvPr/>
        </p:nvGrpSpPr>
        <p:grpSpPr>
          <a:xfrm>
            <a:off x="3807203" y="3498108"/>
            <a:ext cx="313273" cy="74585"/>
            <a:chOff x="3655625" y="914400"/>
            <a:chExt cx="2743200" cy="690600"/>
          </a:xfrm>
        </p:grpSpPr>
        <p:sp>
          <p:nvSpPr>
            <p:cNvPr id="3827" name="Google Shape;3827;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28" name="Google Shape;3828;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29" name="Google Shape;3829;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830" name="Google Shape;3830;p53"/>
          <p:cNvCxnSpPr>
            <a:stCxn id="3804" idx="0"/>
          </p:cNvCxnSpPr>
          <p:nvPr/>
        </p:nvCxnSpPr>
        <p:spPr>
          <a:xfrm rot="10800000">
            <a:off x="3049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831" name="Google Shape;3831;p53"/>
          <p:cNvCxnSpPr>
            <a:stCxn id="3804" idx="0"/>
            <a:endCxn id="3823" idx="2"/>
          </p:cNvCxnSpPr>
          <p:nvPr/>
        </p:nvCxnSpPr>
        <p:spPr>
          <a:xfrm flipH="1" rot="10800000">
            <a:off x="3049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832" name="Google Shape;3832;p53"/>
          <p:cNvCxnSpPr>
            <a:stCxn id="3804" idx="0"/>
            <a:endCxn id="3827" idx="2"/>
          </p:cNvCxnSpPr>
          <p:nvPr/>
        </p:nvCxnSpPr>
        <p:spPr>
          <a:xfrm flipH="1" rot="10800000">
            <a:off x="3049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833" name="Google Shape;3833;p53"/>
          <p:cNvCxnSpPr>
            <a:stCxn id="3809" idx="0"/>
            <a:endCxn id="3823" idx="2"/>
          </p:cNvCxnSpPr>
          <p:nvPr/>
        </p:nvCxnSpPr>
        <p:spPr>
          <a:xfrm rot="10800000">
            <a:off x="3506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834" name="Google Shape;3834;p53"/>
          <p:cNvCxnSpPr>
            <a:stCxn id="3814" idx="0"/>
            <a:endCxn id="3827" idx="2"/>
          </p:cNvCxnSpPr>
          <p:nvPr/>
        </p:nvCxnSpPr>
        <p:spPr>
          <a:xfrm rot="10800000">
            <a:off x="3963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3835" name="Google Shape;3835;p53"/>
          <p:cNvCxnSpPr>
            <a:stCxn id="3809" idx="0"/>
            <a:endCxn id="3827" idx="2"/>
          </p:cNvCxnSpPr>
          <p:nvPr/>
        </p:nvCxnSpPr>
        <p:spPr>
          <a:xfrm flipH="1" rot="10800000">
            <a:off x="3506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3836" name="Google Shape;3836;p53"/>
          <p:cNvGrpSpPr/>
          <p:nvPr/>
        </p:nvGrpSpPr>
        <p:grpSpPr>
          <a:xfrm rot="-5400000">
            <a:off x="3724796" y="2328825"/>
            <a:ext cx="109798" cy="26302"/>
            <a:chOff x="4885225" y="945750"/>
            <a:chExt cx="311926" cy="74700"/>
          </a:xfrm>
        </p:grpSpPr>
        <p:sp>
          <p:nvSpPr>
            <p:cNvPr id="3837" name="Google Shape;3837;p53"/>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38" name="Google Shape;3838;p53"/>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39" name="Google Shape;3839;p53"/>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840" name="Google Shape;3840;p53"/>
          <p:cNvSpPr/>
          <p:nvPr/>
        </p:nvSpPr>
        <p:spPr>
          <a:xfrm>
            <a:off x="2816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3841" name="Google Shape;3841;p53"/>
          <p:cNvSpPr/>
          <p:nvPr/>
        </p:nvSpPr>
        <p:spPr>
          <a:xfrm>
            <a:off x="2856872" y="1204438"/>
            <a:ext cx="1798200" cy="46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3842" name="Google Shape;3842;p53"/>
          <p:cNvSpPr/>
          <p:nvPr/>
        </p:nvSpPr>
        <p:spPr>
          <a:xfrm>
            <a:off x="2870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3843" name="Google Shape;3843;p53"/>
          <p:cNvSpPr/>
          <p:nvPr/>
        </p:nvSpPr>
        <p:spPr>
          <a:xfrm>
            <a:off x="2856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3844" name="Google Shape;3844;p53"/>
          <p:cNvGrpSpPr/>
          <p:nvPr/>
        </p:nvGrpSpPr>
        <p:grpSpPr>
          <a:xfrm>
            <a:off x="2892678" y="1380708"/>
            <a:ext cx="313273" cy="74585"/>
            <a:chOff x="3655625" y="914400"/>
            <a:chExt cx="2743200" cy="690600"/>
          </a:xfrm>
        </p:grpSpPr>
        <p:sp>
          <p:nvSpPr>
            <p:cNvPr id="3845" name="Google Shape;3845;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46" name="Google Shape;3846;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47" name="Google Shape;3847;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848" name="Google Shape;3848;p53"/>
          <p:cNvGrpSpPr/>
          <p:nvPr/>
        </p:nvGrpSpPr>
        <p:grpSpPr>
          <a:xfrm>
            <a:off x="3349878" y="1373704"/>
            <a:ext cx="313273" cy="74585"/>
            <a:chOff x="3655625" y="914400"/>
            <a:chExt cx="2743200" cy="690600"/>
          </a:xfrm>
        </p:grpSpPr>
        <p:sp>
          <p:nvSpPr>
            <p:cNvPr id="3849" name="Google Shape;3849;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50" name="Google Shape;3850;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51" name="Google Shape;3851;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852" name="Google Shape;3852;p53"/>
          <p:cNvGrpSpPr/>
          <p:nvPr/>
        </p:nvGrpSpPr>
        <p:grpSpPr>
          <a:xfrm>
            <a:off x="3807078" y="1373704"/>
            <a:ext cx="313273" cy="74585"/>
            <a:chOff x="3655625" y="914400"/>
            <a:chExt cx="2743200" cy="690600"/>
          </a:xfrm>
        </p:grpSpPr>
        <p:sp>
          <p:nvSpPr>
            <p:cNvPr id="3853" name="Google Shape;3853;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54" name="Google Shape;3854;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55" name="Google Shape;3855;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856" name="Google Shape;3856;p53"/>
          <p:cNvGrpSpPr/>
          <p:nvPr/>
        </p:nvGrpSpPr>
        <p:grpSpPr>
          <a:xfrm>
            <a:off x="395215" y="1858996"/>
            <a:ext cx="313273" cy="74585"/>
            <a:chOff x="3655625" y="914400"/>
            <a:chExt cx="2743200" cy="690600"/>
          </a:xfrm>
        </p:grpSpPr>
        <p:sp>
          <p:nvSpPr>
            <p:cNvPr id="3857" name="Google Shape;3857;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58" name="Google Shape;3858;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59" name="Google Shape;3859;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860" name="Google Shape;3860;p53"/>
          <p:cNvGrpSpPr/>
          <p:nvPr/>
        </p:nvGrpSpPr>
        <p:grpSpPr>
          <a:xfrm>
            <a:off x="852415" y="1858996"/>
            <a:ext cx="313273" cy="74585"/>
            <a:chOff x="3655625" y="914400"/>
            <a:chExt cx="2743200" cy="690600"/>
          </a:xfrm>
        </p:grpSpPr>
        <p:sp>
          <p:nvSpPr>
            <p:cNvPr id="3861" name="Google Shape;3861;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62" name="Google Shape;3862;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63" name="Google Shape;3863;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864" name="Google Shape;3864;p53"/>
          <p:cNvGrpSpPr/>
          <p:nvPr/>
        </p:nvGrpSpPr>
        <p:grpSpPr>
          <a:xfrm>
            <a:off x="1309615" y="1858996"/>
            <a:ext cx="313273" cy="74585"/>
            <a:chOff x="3655625" y="914400"/>
            <a:chExt cx="2743200" cy="690600"/>
          </a:xfrm>
        </p:grpSpPr>
        <p:sp>
          <p:nvSpPr>
            <p:cNvPr id="3865" name="Google Shape;3865;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66" name="Google Shape;3866;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67" name="Google Shape;3867;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868" name="Google Shape;3868;p53"/>
          <p:cNvCxnSpPr>
            <a:stCxn id="3861" idx="0"/>
          </p:cNvCxnSpPr>
          <p:nvPr/>
        </p:nvCxnSpPr>
        <p:spPr>
          <a:xfrm rot="10800000">
            <a:off x="1009052" y="1686196"/>
            <a:ext cx="0" cy="172800"/>
          </a:xfrm>
          <a:prstGeom prst="straightConnector1">
            <a:avLst/>
          </a:prstGeom>
          <a:noFill/>
          <a:ln cap="flat" cmpd="sng" w="9525">
            <a:solidFill>
              <a:schemeClr val="dk2"/>
            </a:solidFill>
            <a:prstDash val="solid"/>
            <a:round/>
            <a:headEnd len="med" w="med" type="none"/>
            <a:tailEnd len="med" w="med" type="none"/>
          </a:ln>
        </p:spPr>
      </p:cxnSp>
      <p:cxnSp>
        <p:nvCxnSpPr>
          <p:cNvPr id="3869" name="Google Shape;3869;p53"/>
          <p:cNvCxnSpPr>
            <a:stCxn id="3865" idx="0"/>
          </p:cNvCxnSpPr>
          <p:nvPr/>
        </p:nvCxnSpPr>
        <p:spPr>
          <a:xfrm rot="10800000">
            <a:off x="1466252" y="1687696"/>
            <a:ext cx="0" cy="171300"/>
          </a:xfrm>
          <a:prstGeom prst="straightConnector1">
            <a:avLst/>
          </a:prstGeom>
          <a:noFill/>
          <a:ln cap="flat" cmpd="sng" w="9525">
            <a:solidFill>
              <a:schemeClr val="dk2"/>
            </a:solidFill>
            <a:prstDash val="solid"/>
            <a:round/>
            <a:headEnd len="med" w="med" type="none"/>
            <a:tailEnd len="med" w="med" type="none"/>
          </a:ln>
        </p:spPr>
      </p:cxnSp>
      <p:cxnSp>
        <p:nvCxnSpPr>
          <p:cNvPr id="3870" name="Google Shape;3870;p53"/>
          <p:cNvCxnSpPr>
            <a:stCxn id="3845" idx="0"/>
            <a:endCxn id="3857" idx="0"/>
          </p:cNvCxnSpPr>
          <p:nvPr/>
        </p:nvCxnSpPr>
        <p:spPr>
          <a:xfrm rot="5400000">
            <a:off x="1561465" y="371058"/>
            <a:ext cx="478200" cy="2497500"/>
          </a:xfrm>
          <a:prstGeom prst="bentConnector3">
            <a:avLst>
              <a:gd fmla="val -33802" name="adj1"/>
            </a:avLst>
          </a:prstGeom>
          <a:noFill/>
          <a:ln cap="flat" cmpd="sng" w="9525">
            <a:solidFill>
              <a:schemeClr val="dk2"/>
            </a:solidFill>
            <a:prstDash val="solid"/>
            <a:round/>
            <a:headEnd len="med" w="med" type="none"/>
            <a:tailEnd len="med" w="med" type="none"/>
          </a:ln>
        </p:spPr>
      </p:cxnSp>
      <p:cxnSp>
        <p:nvCxnSpPr>
          <p:cNvPr id="3871" name="Google Shape;3871;p53"/>
          <p:cNvCxnSpPr>
            <a:stCxn id="3849" idx="0"/>
            <a:endCxn id="3857" idx="0"/>
          </p:cNvCxnSpPr>
          <p:nvPr/>
        </p:nvCxnSpPr>
        <p:spPr>
          <a:xfrm rot="5400000">
            <a:off x="1786465" y="139054"/>
            <a:ext cx="485400" cy="2954700"/>
          </a:xfrm>
          <a:prstGeom prst="bentConnector3">
            <a:avLst>
              <a:gd fmla="val -25902" name="adj1"/>
            </a:avLst>
          </a:prstGeom>
          <a:noFill/>
          <a:ln cap="flat" cmpd="sng" w="9525">
            <a:solidFill>
              <a:schemeClr val="dk2"/>
            </a:solidFill>
            <a:prstDash val="solid"/>
            <a:round/>
            <a:headEnd len="med" w="med" type="none"/>
            <a:tailEnd len="med" w="med" type="none"/>
          </a:ln>
        </p:spPr>
      </p:cxnSp>
      <p:cxnSp>
        <p:nvCxnSpPr>
          <p:cNvPr id="3872" name="Google Shape;3872;p53"/>
          <p:cNvCxnSpPr>
            <a:stCxn id="3853" idx="0"/>
            <a:endCxn id="3857" idx="0"/>
          </p:cNvCxnSpPr>
          <p:nvPr/>
        </p:nvCxnSpPr>
        <p:spPr>
          <a:xfrm rot="5400000">
            <a:off x="2015065" y="-89546"/>
            <a:ext cx="485400" cy="3411900"/>
          </a:xfrm>
          <a:prstGeom prst="bentConnector3">
            <a:avLst>
              <a:gd fmla="val -18009" name="adj1"/>
            </a:avLst>
          </a:prstGeom>
          <a:noFill/>
          <a:ln cap="flat" cmpd="sng" w="9525">
            <a:solidFill>
              <a:schemeClr val="dk2"/>
            </a:solidFill>
            <a:prstDash val="solid"/>
            <a:round/>
            <a:headEnd len="med" w="med" type="none"/>
            <a:tailEnd len="med" w="med" type="none"/>
          </a:ln>
        </p:spPr>
      </p:cxnSp>
      <p:cxnSp>
        <p:nvCxnSpPr>
          <p:cNvPr id="3873" name="Google Shape;3873;p53"/>
          <p:cNvCxnSpPr>
            <a:stCxn id="3861" idx="0"/>
          </p:cNvCxnSpPr>
          <p:nvPr/>
        </p:nvCxnSpPr>
        <p:spPr>
          <a:xfrm rot="10800000">
            <a:off x="1009052" y="1218196"/>
            <a:ext cx="0" cy="640800"/>
          </a:xfrm>
          <a:prstGeom prst="straightConnector1">
            <a:avLst/>
          </a:prstGeom>
          <a:noFill/>
          <a:ln cap="flat" cmpd="sng" w="9525">
            <a:solidFill>
              <a:schemeClr val="dk2"/>
            </a:solidFill>
            <a:prstDash val="solid"/>
            <a:round/>
            <a:headEnd len="med" w="med" type="none"/>
            <a:tailEnd len="med" w="med" type="none"/>
          </a:ln>
        </p:spPr>
      </p:cxnSp>
      <p:cxnSp>
        <p:nvCxnSpPr>
          <p:cNvPr id="3874" name="Google Shape;3874;p53"/>
          <p:cNvCxnSpPr>
            <a:stCxn id="3865" idx="0"/>
          </p:cNvCxnSpPr>
          <p:nvPr/>
        </p:nvCxnSpPr>
        <p:spPr>
          <a:xfrm rot="10800000">
            <a:off x="1466252" y="1221796"/>
            <a:ext cx="0" cy="637200"/>
          </a:xfrm>
          <a:prstGeom prst="straightConnector1">
            <a:avLst/>
          </a:prstGeom>
          <a:noFill/>
          <a:ln cap="flat" cmpd="sng" w="9525">
            <a:solidFill>
              <a:schemeClr val="dk2"/>
            </a:solidFill>
            <a:prstDash val="solid"/>
            <a:round/>
            <a:headEnd len="med" w="med" type="none"/>
            <a:tailEnd len="med" w="med" type="none"/>
          </a:ln>
        </p:spPr>
      </p:cxnSp>
      <p:grpSp>
        <p:nvGrpSpPr>
          <p:cNvPr id="3875" name="Google Shape;3875;p53"/>
          <p:cNvGrpSpPr/>
          <p:nvPr/>
        </p:nvGrpSpPr>
        <p:grpSpPr>
          <a:xfrm rot="-5400000">
            <a:off x="939981" y="2771949"/>
            <a:ext cx="109798" cy="26302"/>
            <a:chOff x="4885225" y="945750"/>
            <a:chExt cx="311926" cy="74700"/>
          </a:xfrm>
        </p:grpSpPr>
        <p:sp>
          <p:nvSpPr>
            <p:cNvPr id="3876" name="Google Shape;3876;p53"/>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77" name="Google Shape;3877;p53"/>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78" name="Google Shape;3878;p53"/>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3879" name="Google Shape;3879;p53"/>
          <p:cNvGrpSpPr/>
          <p:nvPr/>
        </p:nvGrpSpPr>
        <p:grpSpPr>
          <a:xfrm>
            <a:off x="2896103" y="722118"/>
            <a:ext cx="313273" cy="74585"/>
            <a:chOff x="3655625" y="914400"/>
            <a:chExt cx="2743200" cy="690600"/>
          </a:xfrm>
        </p:grpSpPr>
        <p:sp>
          <p:nvSpPr>
            <p:cNvPr id="3880" name="Google Shape;3880;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81" name="Google Shape;3881;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82" name="Google Shape;3882;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883" name="Google Shape;3883;p53"/>
          <p:cNvGrpSpPr/>
          <p:nvPr/>
        </p:nvGrpSpPr>
        <p:grpSpPr>
          <a:xfrm>
            <a:off x="3353303" y="722118"/>
            <a:ext cx="313273" cy="74585"/>
            <a:chOff x="3655625" y="914400"/>
            <a:chExt cx="2743200" cy="690600"/>
          </a:xfrm>
        </p:grpSpPr>
        <p:sp>
          <p:nvSpPr>
            <p:cNvPr id="3884" name="Google Shape;3884;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85" name="Google Shape;3885;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86" name="Google Shape;3886;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887" name="Google Shape;3887;p53"/>
          <p:cNvGrpSpPr/>
          <p:nvPr/>
        </p:nvGrpSpPr>
        <p:grpSpPr>
          <a:xfrm>
            <a:off x="3810503" y="722118"/>
            <a:ext cx="313273" cy="74585"/>
            <a:chOff x="3655625" y="914400"/>
            <a:chExt cx="2743200" cy="690600"/>
          </a:xfrm>
        </p:grpSpPr>
        <p:sp>
          <p:nvSpPr>
            <p:cNvPr id="3888" name="Google Shape;3888;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89" name="Google Shape;3889;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90" name="Google Shape;3890;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891" name="Google Shape;3891;p53"/>
          <p:cNvSpPr txBox="1"/>
          <p:nvPr/>
        </p:nvSpPr>
        <p:spPr>
          <a:xfrm>
            <a:off x="2814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3892" name="Google Shape;3892;p53"/>
          <p:cNvSpPr txBox="1"/>
          <p:nvPr/>
        </p:nvSpPr>
        <p:spPr>
          <a:xfrm>
            <a:off x="3339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3893" name="Google Shape;3893;p53"/>
          <p:cNvSpPr txBox="1"/>
          <p:nvPr/>
        </p:nvSpPr>
        <p:spPr>
          <a:xfrm>
            <a:off x="3754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3894" name="Google Shape;3894;p53"/>
          <p:cNvGrpSpPr/>
          <p:nvPr/>
        </p:nvGrpSpPr>
        <p:grpSpPr>
          <a:xfrm>
            <a:off x="4264403" y="3955308"/>
            <a:ext cx="313273" cy="74585"/>
            <a:chOff x="3655625" y="914400"/>
            <a:chExt cx="2743200" cy="690600"/>
          </a:xfrm>
        </p:grpSpPr>
        <p:sp>
          <p:nvSpPr>
            <p:cNvPr id="3895" name="Google Shape;3895;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896" name="Google Shape;3896;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897" name="Google Shape;3897;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898" name="Google Shape;3898;p53"/>
          <p:cNvGrpSpPr/>
          <p:nvPr/>
        </p:nvGrpSpPr>
        <p:grpSpPr>
          <a:xfrm>
            <a:off x="4264403" y="3498108"/>
            <a:ext cx="313273" cy="74585"/>
            <a:chOff x="3655625" y="914400"/>
            <a:chExt cx="2743200" cy="690600"/>
          </a:xfrm>
        </p:grpSpPr>
        <p:sp>
          <p:nvSpPr>
            <p:cNvPr id="3899" name="Google Shape;3899;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00" name="Google Shape;3900;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01" name="Google Shape;3901;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902" name="Google Shape;3902;p53"/>
          <p:cNvCxnSpPr>
            <a:stCxn id="3804" idx="0"/>
            <a:endCxn id="3899" idx="2"/>
          </p:cNvCxnSpPr>
          <p:nvPr/>
        </p:nvCxnSpPr>
        <p:spPr>
          <a:xfrm flipH="1" rot="10800000">
            <a:off x="3049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3903" name="Google Shape;3903;p53"/>
          <p:cNvCxnSpPr>
            <a:stCxn id="3809" idx="0"/>
            <a:endCxn id="3899" idx="2"/>
          </p:cNvCxnSpPr>
          <p:nvPr/>
        </p:nvCxnSpPr>
        <p:spPr>
          <a:xfrm flipH="1" rot="10800000">
            <a:off x="3506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3904" name="Google Shape;3904;p53"/>
          <p:cNvCxnSpPr>
            <a:stCxn id="3814" idx="0"/>
            <a:endCxn id="3899" idx="2"/>
          </p:cNvCxnSpPr>
          <p:nvPr/>
        </p:nvCxnSpPr>
        <p:spPr>
          <a:xfrm flipH="1" rot="10800000">
            <a:off x="3963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3905" name="Google Shape;3905;p53"/>
          <p:cNvCxnSpPr>
            <a:stCxn id="3895" idx="0"/>
            <a:endCxn id="3899" idx="2"/>
          </p:cNvCxnSpPr>
          <p:nvPr/>
        </p:nvCxnSpPr>
        <p:spPr>
          <a:xfrm rot="10800000">
            <a:off x="4421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3906" name="Google Shape;3906;p53"/>
          <p:cNvSpPr/>
          <p:nvPr/>
        </p:nvSpPr>
        <p:spPr>
          <a:xfrm>
            <a:off x="2839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3907" name="Google Shape;3907;p53"/>
          <p:cNvGrpSpPr/>
          <p:nvPr/>
        </p:nvGrpSpPr>
        <p:grpSpPr>
          <a:xfrm>
            <a:off x="2896103" y="2801514"/>
            <a:ext cx="313273" cy="74585"/>
            <a:chOff x="3655625" y="914400"/>
            <a:chExt cx="2743200" cy="690600"/>
          </a:xfrm>
        </p:grpSpPr>
        <p:sp>
          <p:nvSpPr>
            <p:cNvPr id="3908" name="Google Shape;3908;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09" name="Google Shape;3909;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10" name="Google Shape;3910;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911" name="Google Shape;3911;p53"/>
          <p:cNvGrpSpPr/>
          <p:nvPr/>
        </p:nvGrpSpPr>
        <p:grpSpPr>
          <a:xfrm>
            <a:off x="3353303" y="2801514"/>
            <a:ext cx="313273" cy="74585"/>
            <a:chOff x="3655625" y="914400"/>
            <a:chExt cx="2743200" cy="690600"/>
          </a:xfrm>
        </p:grpSpPr>
        <p:sp>
          <p:nvSpPr>
            <p:cNvPr id="3912" name="Google Shape;3912;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13" name="Google Shape;3913;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14" name="Google Shape;3914;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915" name="Google Shape;3915;p53"/>
          <p:cNvGrpSpPr/>
          <p:nvPr/>
        </p:nvGrpSpPr>
        <p:grpSpPr>
          <a:xfrm>
            <a:off x="3810503" y="2801514"/>
            <a:ext cx="313273" cy="74585"/>
            <a:chOff x="3655625" y="914400"/>
            <a:chExt cx="2743200" cy="690600"/>
          </a:xfrm>
        </p:grpSpPr>
        <p:sp>
          <p:nvSpPr>
            <p:cNvPr id="3916" name="Google Shape;3916;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17" name="Google Shape;3917;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18" name="Google Shape;3918;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919" name="Google Shape;3919;p53"/>
          <p:cNvGrpSpPr/>
          <p:nvPr/>
        </p:nvGrpSpPr>
        <p:grpSpPr>
          <a:xfrm>
            <a:off x="2896103" y="2580063"/>
            <a:ext cx="313273" cy="74585"/>
            <a:chOff x="3655625" y="914400"/>
            <a:chExt cx="2743200" cy="690600"/>
          </a:xfrm>
        </p:grpSpPr>
        <p:sp>
          <p:nvSpPr>
            <p:cNvPr id="3920" name="Google Shape;3920;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21" name="Google Shape;3921;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22" name="Google Shape;3922;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923" name="Google Shape;3923;p53"/>
          <p:cNvGrpSpPr/>
          <p:nvPr/>
        </p:nvGrpSpPr>
        <p:grpSpPr>
          <a:xfrm>
            <a:off x="3353303" y="2580063"/>
            <a:ext cx="313273" cy="74585"/>
            <a:chOff x="3655625" y="914400"/>
            <a:chExt cx="2743200" cy="690600"/>
          </a:xfrm>
        </p:grpSpPr>
        <p:sp>
          <p:nvSpPr>
            <p:cNvPr id="3924" name="Google Shape;3924;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25" name="Google Shape;3925;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26" name="Google Shape;3926;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927" name="Google Shape;3927;p53"/>
          <p:cNvGrpSpPr/>
          <p:nvPr/>
        </p:nvGrpSpPr>
        <p:grpSpPr>
          <a:xfrm>
            <a:off x="3810503" y="2580063"/>
            <a:ext cx="313273" cy="74585"/>
            <a:chOff x="3655625" y="914400"/>
            <a:chExt cx="2743200" cy="690600"/>
          </a:xfrm>
        </p:grpSpPr>
        <p:sp>
          <p:nvSpPr>
            <p:cNvPr id="3928" name="Google Shape;3928;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29" name="Google Shape;3929;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30" name="Google Shape;3930;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931" name="Google Shape;3931;p53"/>
          <p:cNvCxnSpPr>
            <a:stCxn id="3908" idx="0"/>
            <a:endCxn id="3920" idx="2"/>
          </p:cNvCxnSpPr>
          <p:nvPr/>
        </p:nvCxnSpPr>
        <p:spPr>
          <a:xfrm rot="10800000">
            <a:off x="3052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3932" name="Google Shape;3932;p53"/>
          <p:cNvCxnSpPr>
            <a:stCxn id="3916" idx="0"/>
            <a:endCxn id="3928" idx="2"/>
          </p:cNvCxnSpPr>
          <p:nvPr/>
        </p:nvCxnSpPr>
        <p:spPr>
          <a:xfrm rot="10800000">
            <a:off x="3967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3933" name="Google Shape;3933;p53"/>
          <p:cNvCxnSpPr>
            <a:stCxn id="3912" idx="0"/>
            <a:endCxn id="3924" idx="2"/>
          </p:cNvCxnSpPr>
          <p:nvPr/>
        </p:nvCxnSpPr>
        <p:spPr>
          <a:xfrm rot="10800000">
            <a:off x="3509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3934" name="Google Shape;3934;p53"/>
          <p:cNvGrpSpPr/>
          <p:nvPr/>
        </p:nvGrpSpPr>
        <p:grpSpPr>
          <a:xfrm>
            <a:off x="4267703" y="2804397"/>
            <a:ext cx="313273" cy="74585"/>
            <a:chOff x="3655625" y="914400"/>
            <a:chExt cx="2743200" cy="690600"/>
          </a:xfrm>
        </p:grpSpPr>
        <p:sp>
          <p:nvSpPr>
            <p:cNvPr id="3935" name="Google Shape;3935;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36" name="Google Shape;3936;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37" name="Google Shape;3937;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938" name="Google Shape;3938;p53"/>
          <p:cNvGrpSpPr/>
          <p:nvPr/>
        </p:nvGrpSpPr>
        <p:grpSpPr>
          <a:xfrm>
            <a:off x="4267703" y="2576499"/>
            <a:ext cx="313273" cy="74585"/>
            <a:chOff x="3655625" y="914400"/>
            <a:chExt cx="2743200" cy="690600"/>
          </a:xfrm>
        </p:grpSpPr>
        <p:sp>
          <p:nvSpPr>
            <p:cNvPr id="3939" name="Google Shape;3939;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40" name="Google Shape;3940;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41" name="Google Shape;3941;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942" name="Google Shape;3942;p53"/>
          <p:cNvCxnSpPr>
            <a:stCxn id="3935" idx="0"/>
            <a:endCxn id="3939" idx="2"/>
          </p:cNvCxnSpPr>
          <p:nvPr/>
        </p:nvCxnSpPr>
        <p:spPr>
          <a:xfrm rot="10800000">
            <a:off x="4424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3943" name="Google Shape;3943;p53"/>
          <p:cNvSpPr txBox="1"/>
          <p:nvPr/>
        </p:nvSpPr>
        <p:spPr>
          <a:xfrm>
            <a:off x="2753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3944" name="Google Shape;3944;p53"/>
          <p:cNvGrpSpPr/>
          <p:nvPr/>
        </p:nvGrpSpPr>
        <p:grpSpPr>
          <a:xfrm>
            <a:off x="4264266" y="722118"/>
            <a:ext cx="313273" cy="74585"/>
            <a:chOff x="3655625" y="914400"/>
            <a:chExt cx="2743200" cy="690600"/>
          </a:xfrm>
        </p:grpSpPr>
        <p:sp>
          <p:nvSpPr>
            <p:cNvPr id="3945" name="Google Shape;3945;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46" name="Google Shape;3946;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47" name="Google Shape;3947;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948" name="Google Shape;3948;p53"/>
          <p:cNvSpPr txBox="1"/>
          <p:nvPr/>
        </p:nvSpPr>
        <p:spPr>
          <a:xfrm>
            <a:off x="4179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3949" name="Google Shape;3949;p53"/>
          <p:cNvGrpSpPr/>
          <p:nvPr/>
        </p:nvGrpSpPr>
        <p:grpSpPr>
          <a:xfrm>
            <a:off x="4264278" y="1373704"/>
            <a:ext cx="313273" cy="74585"/>
            <a:chOff x="3655625" y="914400"/>
            <a:chExt cx="2743200" cy="690600"/>
          </a:xfrm>
        </p:grpSpPr>
        <p:sp>
          <p:nvSpPr>
            <p:cNvPr id="3950" name="Google Shape;3950;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51" name="Google Shape;3951;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52" name="Google Shape;3952;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3953" name="Google Shape;3953;p53"/>
          <p:cNvCxnSpPr>
            <a:stCxn id="3950" idx="0"/>
            <a:endCxn id="3857" idx="0"/>
          </p:cNvCxnSpPr>
          <p:nvPr/>
        </p:nvCxnSpPr>
        <p:spPr>
          <a:xfrm rot="5400000">
            <a:off x="2243665" y="-318146"/>
            <a:ext cx="485400" cy="3869100"/>
          </a:xfrm>
          <a:prstGeom prst="bentConnector3">
            <a:avLst>
              <a:gd fmla="val -11875" name="adj1"/>
            </a:avLst>
          </a:prstGeom>
          <a:noFill/>
          <a:ln cap="flat" cmpd="sng" w="9525">
            <a:solidFill>
              <a:schemeClr val="dk2"/>
            </a:solidFill>
            <a:prstDash val="solid"/>
            <a:round/>
            <a:headEnd len="med" w="med" type="none"/>
            <a:tailEnd len="med" w="med" type="none"/>
          </a:ln>
        </p:spPr>
      </p:cxnSp>
      <p:sp>
        <p:nvSpPr>
          <p:cNvPr id="3954" name="Google Shape;3954;p53"/>
          <p:cNvSpPr/>
          <p:nvPr/>
        </p:nvSpPr>
        <p:spPr>
          <a:xfrm>
            <a:off x="2856897" y="3189900"/>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3955" name="Google Shape;3955;p53"/>
          <p:cNvGrpSpPr/>
          <p:nvPr/>
        </p:nvGrpSpPr>
        <p:grpSpPr>
          <a:xfrm>
            <a:off x="3363678" y="3253799"/>
            <a:ext cx="313273" cy="74585"/>
            <a:chOff x="3655625" y="914400"/>
            <a:chExt cx="2743200" cy="690600"/>
          </a:xfrm>
        </p:grpSpPr>
        <p:sp>
          <p:nvSpPr>
            <p:cNvPr id="3956" name="Google Shape;3956;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57" name="Google Shape;3957;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58" name="Google Shape;3958;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959" name="Google Shape;3959;p53"/>
          <p:cNvGrpSpPr/>
          <p:nvPr/>
        </p:nvGrpSpPr>
        <p:grpSpPr>
          <a:xfrm>
            <a:off x="3820878" y="3253799"/>
            <a:ext cx="313273" cy="74585"/>
            <a:chOff x="3655625" y="914400"/>
            <a:chExt cx="2743200" cy="690600"/>
          </a:xfrm>
        </p:grpSpPr>
        <p:sp>
          <p:nvSpPr>
            <p:cNvPr id="3960" name="Google Shape;3960;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61" name="Google Shape;3961;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62" name="Google Shape;3962;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963" name="Google Shape;3963;p53"/>
          <p:cNvGrpSpPr/>
          <p:nvPr/>
        </p:nvGrpSpPr>
        <p:grpSpPr>
          <a:xfrm>
            <a:off x="4278078" y="3253799"/>
            <a:ext cx="313273" cy="74585"/>
            <a:chOff x="3655625" y="914400"/>
            <a:chExt cx="2743200" cy="690600"/>
          </a:xfrm>
        </p:grpSpPr>
        <p:sp>
          <p:nvSpPr>
            <p:cNvPr id="3964" name="Google Shape;3964;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65" name="Google Shape;3965;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66" name="Google Shape;3966;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3967" name="Google Shape;3967;p53"/>
          <p:cNvGrpSpPr/>
          <p:nvPr/>
        </p:nvGrpSpPr>
        <p:grpSpPr>
          <a:xfrm>
            <a:off x="2906478" y="3253799"/>
            <a:ext cx="313200" cy="74700"/>
            <a:chOff x="5335131" y="2757062"/>
            <a:chExt cx="313200" cy="74700"/>
          </a:xfrm>
        </p:grpSpPr>
        <p:sp>
          <p:nvSpPr>
            <p:cNvPr id="3968" name="Google Shape;3968;p53"/>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69" name="Google Shape;3969;p53"/>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3970" name="Google Shape;3970;p53"/>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sp>
        <p:nvSpPr>
          <p:cNvPr id="3971" name="Google Shape;3971;p53"/>
          <p:cNvSpPr/>
          <p:nvPr/>
        </p:nvSpPr>
        <p:spPr>
          <a:xfrm>
            <a:off x="556297" y="1763100"/>
            <a:ext cx="2516450" cy="1483863"/>
          </a:xfrm>
          <a:custGeom>
            <a:rect b="b" l="l" r="r" t="t"/>
            <a:pathLst>
              <a:path extrusionOk="0" h="51407" w="100658">
                <a:moveTo>
                  <a:pt x="100658" y="51407"/>
                </a:moveTo>
                <a:lnTo>
                  <a:pt x="100658" y="47065"/>
                </a:lnTo>
                <a:lnTo>
                  <a:pt x="57655" y="47065"/>
                </a:lnTo>
                <a:lnTo>
                  <a:pt x="57655" y="0"/>
                </a:lnTo>
                <a:lnTo>
                  <a:pt x="0" y="0"/>
                </a:lnTo>
                <a:lnTo>
                  <a:pt x="0" y="4007"/>
                </a:lnTo>
              </a:path>
            </a:pathLst>
          </a:custGeom>
          <a:noFill/>
          <a:ln cap="flat" cmpd="sng" w="9525">
            <a:solidFill>
              <a:schemeClr val="dk2"/>
            </a:solidFill>
            <a:prstDash val="solid"/>
            <a:round/>
            <a:headEnd len="med" w="med" type="none"/>
            <a:tailEnd len="med" w="med" type="none"/>
          </a:ln>
        </p:spPr>
      </p:sp>
      <p:sp>
        <p:nvSpPr>
          <p:cNvPr id="3972" name="Google Shape;3972;p53"/>
          <p:cNvSpPr/>
          <p:nvPr/>
        </p:nvSpPr>
        <p:spPr>
          <a:xfrm>
            <a:off x="558447" y="1700775"/>
            <a:ext cx="2974125" cy="1553012"/>
          </a:xfrm>
          <a:custGeom>
            <a:rect b="b" l="l" r="r" t="t"/>
            <a:pathLst>
              <a:path extrusionOk="0" h="53910" w="118965">
                <a:moveTo>
                  <a:pt x="118965" y="53910"/>
                </a:moveTo>
                <a:lnTo>
                  <a:pt x="118965" y="47430"/>
                </a:lnTo>
                <a:lnTo>
                  <a:pt x="60130" y="47430"/>
                </a:lnTo>
                <a:lnTo>
                  <a:pt x="60130" y="0"/>
                </a:lnTo>
                <a:lnTo>
                  <a:pt x="0" y="0"/>
                </a:lnTo>
              </a:path>
            </a:pathLst>
          </a:custGeom>
          <a:noFill/>
          <a:ln cap="flat" cmpd="sng" w="9525">
            <a:solidFill>
              <a:schemeClr val="dk2"/>
            </a:solidFill>
            <a:prstDash val="solid"/>
            <a:round/>
            <a:headEnd len="med" w="med" type="none"/>
            <a:tailEnd len="med" w="med" type="none"/>
          </a:ln>
        </p:spPr>
      </p:sp>
      <p:sp>
        <p:nvSpPr>
          <p:cNvPr id="3973" name="Google Shape;3973;p53"/>
          <p:cNvSpPr/>
          <p:nvPr/>
        </p:nvSpPr>
        <p:spPr>
          <a:xfrm>
            <a:off x="564922" y="1629500"/>
            <a:ext cx="3421225" cy="1624358"/>
          </a:xfrm>
          <a:custGeom>
            <a:rect b="b" l="l" r="r" t="t"/>
            <a:pathLst>
              <a:path extrusionOk="0" h="56761" w="136849">
                <a:moveTo>
                  <a:pt x="136849" y="56761"/>
                </a:moveTo>
                <a:lnTo>
                  <a:pt x="136849" y="48726"/>
                </a:lnTo>
                <a:lnTo>
                  <a:pt x="62204" y="48726"/>
                </a:lnTo>
                <a:lnTo>
                  <a:pt x="62204" y="0"/>
                </a:lnTo>
                <a:lnTo>
                  <a:pt x="0" y="0"/>
                </a:lnTo>
              </a:path>
            </a:pathLst>
          </a:custGeom>
          <a:noFill/>
          <a:ln cap="flat" cmpd="sng" w="9525">
            <a:solidFill>
              <a:schemeClr val="dk2"/>
            </a:solidFill>
            <a:prstDash val="solid"/>
            <a:round/>
            <a:headEnd len="med" w="med" type="none"/>
            <a:tailEnd len="med" w="med" type="none"/>
          </a:ln>
        </p:spPr>
      </p:sp>
      <p:sp>
        <p:nvSpPr>
          <p:cNvPr id="3974" name="Google Shape;3974;p53"/>
          <p:cNvSpPr/>
          <p:nvPr/>
        </p:nvSpPr>
        <p:spPr>
          <a:xfrm>
            <a:off x="558447" y="1564700"/>
            <a:ext cx="3887750" cy="1682212"/>
          </a:xfrm>
          <a:custGeom>
            <a:rect b="b" l="l" r="r" t="t"/>
            <a:pathLst>
              <a:path extrusionOk="0" h="59353" w="155510">
                <a:moveTo>
                  <a:pt x="155510" y="59353"/>
                </a:moveTo>
                <a:lnTo>
                  <a:pt x="155510" y="50281"/>
                </a:lnTo>
                <a:lnTo>
                  <a:pt x="64536" y="50281"/>
                </a:lnTo>
                <a:lnTo>
                  <a:pt x="64536" y="0"/>
                </a:lnTo>
                <a:lnTo>
                  <a:pt x="0" y="0"/>
                </a:lnTo>
              </a:path>
            </a:pathLst>
          </a:custGeom>
          <a:noFill/>
          <a:ln cap="flat" cmpd="sng" w="9525">
            <a:solidFill>
              <a:schemeClr val="dk2"/>
            </a:solidFill>
            <a:prstDash val="solid"/>
            <a:round/>
            <a:headEnd len="med" w="med" type="none"/>
            <a:tailEnd len="med" w="med" type="none"/>
          </a:ln>
        </p:spPr>
      </p:sp>
      <p:cxnSp>
        <p:nvCxnSpPr>
          <p:cNvPr id="3975" name="Google Shape;3975;p53"/>
          <p:cNvCxnSpPr/>
          <p:nvPr/>
        </p:nvCxnSpPr>
        <p:spPr>
          <a:xfrm>
            <a:off x="5202125" y="-10475"/>
            <a:ext cx="0" cy="5181300"/>
          </a:xfrm>
          <a:prstGeom prst="straightConnector1">
            <a:avLst/>
          </a:prstGeom>
          <a:noFill/>
          <a:ln cap="flat" cmpd="sng" w="19050">
            <a:solidFill>
              <a:schemeClr val="dk2"/>
            </a:solidFill>
            <a:prstDash val="dash"/>
            <a:round/>
            <a:headEnd len="med" w="med" type="none"/>
            <a:tailEnd len="med" w="med" type="none"/>
          </a:ln>
        </p:spPr>
      </p:cxnSp>
      <p:sp>
        <p:nvSpPr>
          <p:cNvPr id="3976" name="Google Shape;3976;p53"/>
          <p:cNvSpPr/>
          <p:nvPr/>
        </p:nvSpPr>
        <p:spPr>
          <a:xfrm>
            <a:off x="5480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3977" name="Google Shape;3977;p53"/>
          <p:cNvSpPr txBox="1"/>
          <p:nvPr/>
        </p:nvSpPr>
        <p:spPr>
          <a:xfrm>
            <a:off x="6080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3978" name="Google Shape;3978;p53"/>
          <p:cNvSpPr txBox="1"/>
          <p:nvPr/>
        </p:nvSpPr>
        <p:spPr>
          <a:xfrm>
            <a:off x="6624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3979" name="Google Shape;3979;p53"/>
          <p:cNvSpPr txBox="1"/>
          <p:nvPr/>
        </p:nvSpPr>
        <p:spPr>
          <a:xfrm>
            <a:off x="6968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3980" name="Google Shape;3980;p53"/>
          <p:cNvSpPr/>
          <p:nvPr/>
        </p:nvSpPr>
        <p:spPr>
          <a:xfrm>
            <a:off x="5607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3981" name="Google Shape;3981;p53"/>
          <p:cNvSpPr/>
          <p:nvPr/>
        </p:nvSpPr>
        <p:spPr>
          <a:xfrm>
            <a:off x="5656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982" name="Google Shape;3982;p53"/>
          <p:cNvGrpSpPr/>
          <p:nvPr/>
        </p:nvGrpSpPr>
        <p:grpSpPr>
          <a:xfrm>
            <a:off x="7074056" y="3444952"/>
            <a:ext cx="313273" cy="74585"/>
            <a:chOff x="3655625" y="914400"/>
            <a:chExt cx="2743200" cy="690600"/>
          </a:xfrm>
        </p:grpSpPr>
        <p:sp>
          <p:nvSpPr>
            <p:cNvPr id="3983" name="Google Shape;3983;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84" name="Google Shape;3984;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85" name="Google Shape;3985;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986" name="Google Shape;3986;p53"/>
          <p:cNvSpPr txBox="1"/>
          <p:nvPr/>
        </p:nvSpPr>
        <p:spPr>
          <a:xfrm>
            <a:off x="7463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3987" name="Google Shape;3987;p53"/>
          <p:cNvGrpSpPr/>
          <p:nvPr/>
        </p:nvGrpSpPr>
        <p:grpSpPr>
          <a:xfrm>
            <a:off x="7531256" y="3444952"/>
            <a:ext cx="313273" cy="74585"/>
            <a:chOff x="3655625" y="914400"/>
            <a:chExt cx="2743200" cy="690600"/>
          </a:xfrm>
        </p:grpSpPr>
        <p:sp>
          <p:nvSpPr>
            <p:cNvPr id="3988" name="Google Shape;3988;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89" name="Google Shape;3989;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90" name="Google Shape;3990;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991" name="Google Shape;3991;p53"/>
          <p:cNvSpPr txBox="1"/>
          <p:nvPr/>
        </p:nvSpPr>
        <p:spPr>
          <a:xfrm>
            <a:off x="7967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3992" name="Google Shape;3992;p53"/>
          <p:cNvGrpSpPr/>
          <p:nvPr/>
        </p:nvGrpSpPr>
        <p:grpSpPr>
          <a:xfrm>
            <a:off x="7988456" y="3444952"/>
            <a:ext cx="313273" cy="74585"/>
            <a:chOff x="3655625" y="914400"/>
            <a:chExt cx="2743200" cy="690600"/>
          </a:xfrm>
        </p:grpSpPr>
        <p:sp>
          <p:nvSpPr>
            <p:cNvPr id="3993" name="Google Shape;3993;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94" name="Google Shape;3994;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3995" name="Google Shape;3995;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3996" name="Google Shape;3996;p53"/>
          <p:cNvSpPr txBox="1"/>
          <p:nvPr/>
        </p:nvSpPr>
        <p:spPr>
          <a:xfrm>
            <a:off x="8393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3997" name="Google Shape;3997;p53"/>
          <p:cNvGrpSpPr/>
          <p:nvPr/>
        </p:nvGrpSpPr>
        <p:grpSpPr>
          <a:xfrm>
            <a:off x="7074056" y="2987752"/>
            <a:ext cx="313273" cy="74585"/>
            <a:chOff x="3655625" y="914400"/>
            <a:chExt cx="2743200" cy="690600"/>
          </a:xfrm>
        </p:grpSpPr>
        <p:sp>
          <p:nvSpPr>
            <p:cNvPr id="3998" name="Google Shape;3998;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99" name="Google Shape;3999;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00" name="Google Shape;4000;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01" name="Google Shape;4001;p53"/>
          <p:cNvGrpSpPr/>
          <p:nvPr/>
        </p:nvGrpSpPr>
        <p:grpSpPr>
          <a:xfrm>
            <a:off x="7531256" y="2987752"/>
            <a:ext cx="313273" cy="74585"/>
            <a:chOff x="3655625" y="914400"/>
            <a:chExt cx="2743200" cy="690600"/>
          </a:xfrm>
        </p:grpSpPr>
        <p:sp>
          <p:nvSpPr>
            <p:cNvPr id="4002" name="Google Shape;4002;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03" name="Google Shape;4003;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04" name="Google Shape;4004;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05" name="Google Shape;4005;p53"/>
          <p:cNvGrpSpPr/>
          <p:nvPr/>
        </p:nvGrpSpPr>
        <p:grpSpPr>
          <a:xfrm>
            <a:off x="7988456" y="2987752"/>
            <a:ext cx="313273" cy="74585"/>
            <a:chOff x="3655625" y="914400"/>
            <a:chExt cx="2743200" cy="690600"/>
          </a:xfrm>
        </p:grpSpPr>
        <p:sp>
          <p:nvSpPr>
            <p:cNvPr id="4006" name="Google Shape;4006;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07" name="Google Shape;4007;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08" name="Google Shape;4008;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009" name="Google Shape;4009;p53"/>
          <p:cNvCxnSpPr>
            <a:stCxn id="3983" idx="0"/>
          </p:cNvCxnSpPr>
          <p:nvPr/>
        </p:nvCxnSpPr>
        <p:spPr>
          <a:xfrm rot="10800000">
            <a:off x="7230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010" name="Google Shape;4010;p53"/>
          <p:cNvCxnSpPr>
            <a:stCxn id="3983" idx="0"/>
            <a:endCxn id="4002" idx="2"/>
          </p:cNvCxnSpPr>
          <p:nvPr/>
        </p:nvCxnSpPr>
        <p:spPr>
          <a:xfrm flipH="1" rot="10800000">
            <a:off x="7230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011" name="Google Shape;4011;p53"/>
          <p:cNvCxnSpPr>
            <a:stCxn id="3983" idx="0"/>
            <a:endCxn id="4006" idx="2"/>
          </p:cNvCxnSpPr>
          <p:nvPr/>
        </p:nvCxnSpPr>
        <p:spPr>
          <a:xfrm flipH="1" rot="10800000">
            <a:off x="7230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012" name="Google Shape;4012;p53"/>
          <p:cNvCxnSpPr>
            <a:stCxn id="3988" idx="0"/>
            <a:endCxn id="4002" idx="2"/>
          </p:cNvCxnSpPr>
          <p:nvPr/>
        </p:nvCxnSpPr>
        <p:spPr>
          <a:xfrm rot="10800000">
            <a:off x="7687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013" name="Google Shape;4013;p53"/>
          <p:cNvCxnSpPr>
            <a:stCxn id="3993" idx="0"/>
            <a:endCxn id="4006" idx="2"/>
          </p:cNvCxnSpPr>
          <p:nvPr/>
        </p:nvCxnSpPr>
        <p:spPr>
          <a:xfrm rot="10800000">
            <a:off x="8145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014" name="Google Shape;4014;p53"/>
          <p:cNvCxnSpPr>
            <a:stCxn id="3988" idx="0"/>
            <a:endCxn id="4006" idx="2"/>
          </p:cNvCxnSpPr>
          <p:nvPr/>
        </p:nvCxnSpPr>
        <p:spPr>
          <a:xfrm flipH="1" rot="10800000">
            <a:off x="7687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4015" name="Google Shape;4015;p53"/>
          <p:cNvGrpSpPr/>
          <p:nvPr/>
        </p:nvGrpSpPr>
        <p:grpSpPr>
          <a:xfrm rot="-5400000">
            <a:off x="7179088" y="2142702"/>
            <a:ext cx="109798" cy="26302"/>
            <a:chOff x="4885225" y="945750"/>
            <a:chExt cx="311926" cy="74700"/>
          </a:xfrm>
        </p:grpSpPr>
        <p:sp>
          <p:nvSpPr>
            <p:cNvPr id="4016" name="Google Shape;4016;p53"/>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017" name="Google Shape;4017;p53"/>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018" name="Google Shape;4018;p53"/>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019" name="Google Shape;4019;p53"/>
          <p:cNvSpPr/>
          <p:nvPr/>
        </p:nvSpPr>
        <p:spPr>
          <a:xfrm>
            <a:off x="5607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4020" name="Google Shape;4020;p53"/>
          <p:cNvSpPr/>
          <p:nvPr/>
        </p:nvSpPr>
        <p:spPr>
          <a:xfrm>
            <a:off x="5655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4021" name="Google Shape;4021;p53"/>
          <p:cNvSpPr/>
          <p:nvPr/>
        </p:nvSpPr>
        <p:spPr>
          <a:xfrm>
            <a:off x="5656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4022" name="Google Shape;4022;p53"/>
          <p:cNvSpPr/>
          <p:nvPr/>
        </p:nvSpPr>
        <p:spPr>
          <a:xfrm>
            <a:off x="5656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4023" name="Google Shape;4023;p53"/>
          <p:cNvGrpSpPr/>
          <p:nvPr/>
        </p:nvGrpSpPr>
        <p:grpSpPr>
          <a:xfrm>
            <a:off x="7077356" y="2758466"/>
            <a:ext cx="313273" cy="74585"/>
            <a:chOff x="3655625" y="914400"/>
            <a:chExt cx="2743200" cy="690600"/>
          </a:xfrm>
        </p:grpSpPr>
        <p:sp>
          <p:nvSpPr>
            <p:cNvPr id="4024" name="Google Shape;4024;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25" name="Google Shape;4025;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26" name="Google Shape;4026;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27" name="Google Shape;4027;p53"/>
          <p:cNvGrpSpPr/>
          <p:nvPr/>
        </p:nvGrpSpPr>
        <p:grpSpPr>
          <a:xfrm>
            <a:off x="7534556" y="2758466"/>
            <a:ext cx="313273" cy="74585"/>
            <a:chOff x="3655625" y="914400"/>
            <a:chExt cx="2743200" cy="690600"/>
          </a:xfrm>
        </p:grpSpPr>
        <p:sp>
          <p:nvSpPr>
            <p:cNvPr id="4028" name="Google Shape;4028;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29" name="Google Shape;4029;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30" name="Google Shape;4030;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31" name="Google Shape;4031;p53"/>
          <p:cNvGrpSpPr/>
          <p:nvPr/>
        </p:nvGrpSpPr>
        <p:grpSpPr>
          <a:xfrm>
            <a:off x="7991756" y="2758466"/>
            <a:ext cx="313273" cy="74585"/>
            <a:chOff x="3655625" y="914400"/>
            <a:chExt cx="2743200" cy="690600"/>
          </a:xfrm>
        </p:grpSpPr>
        <p:sp>
          <p:nvSpPr>
            <p:cNvPr id="4032" name="Google Shape;4032;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33" name="Google Shape;4033;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34" name="Google Shape;4034;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35" name="Google Shape;4035;p53"/>
          <p:cNvGrpSpPr/>
          <p:nvPr/>
        </p:nvGrpSpPr>
        <p:grpSpPr>
          <a:xfrm>
            <a:off x="7077356" y="2537014"/>
            <a:ext cx="313273" cy="74585"/>
            <a:chOff x="3655625" y="914400"/>
            <a:chExt cx="2743200" cy="690600"/>
          </a:xfrm>
        </p:grpSpPr>
        <p:sp>
          <p:nvSpPr>
            <p:cNvPr id="4036" name="Google Shape;4036;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37" name="Google Shape;4037;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38" name="Google Shape;4038;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39" name="Google Shape;4039;p53"/>
          <p:cNvGrpSpPr/>
          <p:nvPr/>
        </p:nvGrpSpPr>
        <p:grpSpPr>
          <a:xfrm>
            <a:off x="7534556" y="2537014"/>
            <a:ext cx="313273" cy="74585"/>
            <a:chOff x="3655625" y="914400"/>
            <a:chExt cx="2743200" cy="690600"/>
          </a:xfrm>
        </p:grpSpPr>
        <p:sp>
          <p:nvSpPr>
            <p:cNvPr id="4040" name="Google Shape;4040;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41" name="Google Shape;4041;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42" name="Google Shape;4042;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43" name="Google Shape;4043;p53"/>
          <p:cNvGrpSpPr/>
          <p:nvPr/>
        </p:nvGrpSpPr>
        <p:grpSpPr>
          <a:xfrm>
            <a:off x="7991756" y="2537014"/>
            <a:ext cx="313273" cy="74585"/>
            <a:chOff x="3655625" y="914400"/>
            <a:chExt cx="2743200" cy="690600"/>
          </a:xfrm>
        </p:grpSpPr>
        <p:sp>
          <p:nvSpPr>
            <p:cNvPr id="4044" name="Google Shape;4044;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45" name="Google Shape;4045;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46" name="Google Shape;4046;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047" name="Google Shape;4047;p53"/>
          <p:cNvCxnSpPr>
            <a:stCxn id="4024" idx="0"/>
            <a:endCxn id="4036" idx="2"/>
          </p:cNvCxnSpPr>
          <p:nvPr/>
        </p:nvCxnSpPr>
        <p:spPr>
          <a:xfrm rot="10800000">
            <a:off x="7233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048" name="Google Shape;4048;p53"/>
          <p:cNvCxnSpPr>
            <a:stCxn id="4032" idx="0"/>
            <a:endCxn id="4044" idx="2"/>
          </p:cNvCxnSpPr>
          <p:nvPr/>
        </p:nvCxnSpPr>
        <p:spPr>
          <a:xfrm rot="10800000">
            <a:off x="8148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049" name="Google Shape;4049;p53"/>
          <p:cNvCxnSpPr>
            <a:stCxn id="4028" idx="0"/>
            <a:endCxn id="4040" idx="2"/>
          </p:cNvCxnSpPr>
          <p:nvPr/>
        </p:nvCxnSpPr>
        <p:spPr>
          <a:xfrm rot="10800000">
            <a:off x="7691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4050" name="Google Shape;4050;p53"/>
          <p:cNvGrpSpPr/>
          <p:nvPr/>
        </p:nvGrpSpPr>
        <p:grpSpPr>
          <a:xfrm>
            <a:off x="7077356" y="807303"/>
            <a:ext cx="313273" cy="74585"/>
            <a:chOff x="3655625" y="914400"/>
            <a:chExt cx="2743200" cy="690600"/>
          </a:xfrm>
        </p:grpSpPr>
        <p:sp>
          <p:nvSpPr>
            <p:cNvPr id="4051" name="Google Shape;4051;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52" name="Google Shape;4052;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53" name="Google Shape;4053;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54" name="Google Shape;4054;p53"/>
          <p:cNvGrpSpPr/>
          <p:nvPr/>
        </p:nvGrpSpPr>
        <p:grpSpPr>
          <a:xfrm>
            <a:off x="7534556" y="807303"/>
            <a:ext cx="313273" cy="74585"/>
            <a:chOff x="3655625" y="914400"/>
            <a:chExt cx="2743200" cy="690600"/>
          </a:xfrm>
        </p:grpSpPr>
        <p:sp>
          <p:nvSpPr>
            <p:cNvPr id="4055" name="Google Shape;4055;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56" name="Google Shape;4056;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57" name="Google Shape;4057;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58" name="Google Shape;4058;p53"/>
          <p:cNvGrpSpPr/>
          <p:nvPr/>
        </p:nvGrpSpPr>
        <p:grpSpPr>
          <a:xfrm>
            <a:off x="7991756" y="807303"/>
            <a:ext cx="313273" cy="74585"/>
            <a:chOff x="3655625" y="914400"/>
            <a:chExt cx="2743200" cy="690600"/>
          </a:xfrm>
        </p:grpSpPr>
        <p:sp>
          <p:nvSpPr>
            <p:cNvPr id="4059" name="Google Shape;4059;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60" name="Google Shape;4060;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61" name="Google Shape;4061;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062" name="Google Shape;4062;p53"/>
          <p:cNvSpPr txBox="1"/>
          <p:nvPr/>
        </p:nvSpPr>
        <p:spPr>
          <a:xfrm>
            <a:off x="6995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4063" name="Google Shape;4063;p53"/>
          <p:cNvSpPr txBox="1"/>
          <p:nvPr/>
        </p:nvSpPr>
        <p:spPr>
          <a:xfrm>
            <a:off x="7521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4064" name="Google Shape;4064;p53"/>
          <p:cNvSpPr txBox="1"/>
          <p:nvPr/>
        </p:nvSpPr>
        <p:spPr>
          <a:xfrm>
            <a:off x="7936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4065" name="Google Shape;4065;p53"/>
          <p:cNvGrpSpPr/>
          <p:nvPr/>
        </p:nvGrpSpPr>
        <p:grpSpPr>
          <a:xfrm>
            <a:off x="8445656" y="3444952"/>
            <a:ext cx="313273" cy="74585"/>
            <a:chOff x="3655625" y="914400"/>
            <a:chExt cx="2743200" cy="690600"/>
          </a:xfrm>
        </p:grpSpPr>
        <p:sp>
          <p:nvSpPr>
            <p:cNvPr id="4066" name="Google Shape;4066;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67" name="Google Shape;4067;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68" name="Google Shape;4068;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69" name="Google Shape;4069;p53"/>
          <p:cNvGrpSpPr/>
          <p:nvPr/>
        </p:nvGrpSpPr>
        <p:grpSpPr>
          <a:xfrm>
            <a:off x="8445656" y="2987752"/>
            <a:ext cx="313273" cy="74585"/>
            <a:chOff x="3655625" y="914400"/>
            <a:chExt cx="2743200" cy="690600"/>
          </a:xfrm>
        </p:grpSpPr>
        <p:sp>
          <p:nvSpPr>
            <p:cNvPr id="4070" name="Google Shape;4070;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71" name="Google Shape;4071;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72" name="Google Shape;4072;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073" name="Google Shape;4073;p53"/>
          <p:cNvCxnSpPr>
            <a:stCxn id="3983" idx="0"/>
            <a:endCxn id="4070" idx="2"/>
          </p:cNvCxnSpPr>
          <p:nvPr/>
        </p:nvCxnSpPr>
        <p:spPr>
          <a:xfrm flipH="1" rot="10800000">
            <a:off x="7230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4074" name="Google Shape;4074;p53"/>
          <p:cNvCxnSpPr>
            <a:stCxn id="3988" idx="0"/>
            <a:endCxn id="4070" idx="2"/>
          </p:cNvCxnSpPr>
          <p:nvPr/>
        </p:nvCxnSpPr>
        <p:spPr>
          <a:xfrm flipH="1" rot="10800000">
            <a:off x="7687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075" name="Google Shape;4075;p53"/>
          <p:cNvCxnSpPr>
            <a:stCxn id="3993" idx="0"/>
            <a:endCxn id="4070" idx="2"/>
          </p:cNvCxnSpPr>
          <p:nvPr/>
        </p:nvCxnSpPr>
        <p:spPr>
          <a:xfrm flipH="1" rot="10800000">
            <a:off x="8145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076" name="Google Shape;4076;p53"/>
          <p:cNvCxnSpPr>
            <a:stCxn id="4066" idx="0"/>
            <a:endCxn id="4070" idx="2"/>
          </p:cNvCxnSpPr>
          <p:nvPr/>
        </p:nvCxnSpPr>
        <p:spPr>
          <a:xfrm rot="10800000">
            <a:off x="8602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4077" name="Google Shape;4077;p53"/>
          <p:cNvGrpSpPr/>
          <p:nvPr/>
        </p:nvGrpSpPr>
        <p:grpSpPr>
          <a:xfrm>
            <a:off x="8448956" y="2761349"/>
            <a:ext cx="313273" cy="74585"/>
            <a:chOff x="3655625" y="914400"/>
            <a:chExt cx="2743200" cy="690600"/>
          </a:xfrm>
        </p:grpSpPr>
        <p:sp>
          <p:nvSpPr>
            <p:cNvPr id="4078" name="Google Shape;4078;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79" name="Google Shape;4079;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80" name="Google Shape;4080;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81" name="Google Shape;4081;p53"/>
          <p:cNvGrpSpPr/>
          <p:nvPr/>
        </p:nvGrpSpPr>
        <p:grpSpPr>
          <a:xfrm>
            <a:off x="8448956" y="2533450"/>
            <a:ext cx="313273" cy="74585"/>
            <a:chOff x="3655625" y="914400"/>
            <a:chExt cx="2743200" cy="690600"/>
          </a:xfrm>
        </p:grpSpPr>
        <p:sp>
          <p:nvSpPr>
            <p:cNvPr id="4082" name="Google Shape;4082;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83" name="Google Shape;4083;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84" name="Google Shape;4084;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085" name="Google Shape;4085;p53"/>
          <p:cNvCxnSpPr>
            <a:stCxn id="4078" idx="0"/>
            <a:endCxn id="4082" idx="2"/>
          </p:cNvCxnSpPr>
          <p:nvPr/>
        </p:nvCxnSpPr>
        <p:spPr>
          <a:xfrm rot="10800000">
            <a:off x="8605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4086" name="Google Shape;4086;p53"/>
          <p:cNvGrpSpPr/>
          <p:nvPr/>
        </p:nvGrpSpPr>
        <p:grpSpPr>
          <a:xfrm>
            <a:off x="8445519" y="807303"/>
            <a:ext cx="313273" cy="74585"/>
            <a:chOff x="3655625" y="914400"/>
            <a:chExt cx="2743200" cy="690600"/>
          </a:xfrm>
        </p:grpSpPr>
        <p:sp>
          <p:nvSpPr>
            <p:cNvPr id="4087" name="Google Shape;4087;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88" name="Google Shape;4088;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89" name="Google Shape;4089;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090" name="Google Shape;4090;p53"/>
          <p:cNvSpPr txBox="1"/>
          <p:nvPr/>
        </p:nvSpPr>
        <p:spPr>
          <a:xfrm>
            <a:off x="8327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4091" name="Google Shape;4091;p53"/>
          <p:cNvGrpSpPr/>
          <p:nvPr/>
        </p:nvGrpSpPr>
        <p:grpSpPr>
          <a:xfrm>
            <a:off x="6616856" y="3444952"/>
            <a:ext cx="313273" cy="74585"/>
            <a:chOff x="3655625" y="914400"/>
            <a:chExt cx="2743200" cy="690600"/>
          </a:xfrm>
        </p:grpSpPr>
        <p:sp>
          <p:nvSpPr>
            <p:cNvPr id="4092" name="Google Shape;4092;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93" name="Google Shape;4093;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94" name="Google Shape;4094;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95" name="Google Shape;4095;p53"/>
          <p:cNvGrpSpPr/>
          <p:nvPr/>
        </p:nvGrpSpPr>
        <p:grpSpPr>
          <a:xfrm>
            <a:off x="6616856" y="2987752"/>
            <a:ext cx="313273" cy="74585"/>
            <a:chOff x="3655625" y="914400"/>
            <a:chExt cx="2743200" cy="690600"/>
          </a:xfrm>
        </p:grpSpPr>
        <p:sp>
          <p:nvSpPr>
            <p:cNvPr id="4096" name="Google Shape;4096;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97" name="Google Shape;4097;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098" name="Google Shape;4098;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099" name="Google Shape;4099;p53"/>
          <p:cNvGrpSpPr/>
          <p:nvPr/>
        </p:nvGrpSpPr>
        <p:grpSpPr>
          <a:xfrm>
            <a:off x="6159656" y="3444952"/>
            <a:ext cx="313273" cy="74585"/>
            <a:chOff x="3655625" y="914400"/>
            <a:chExt cx="2743200" cy="690600"/>
          </a:xfrm>
        </p:grpSpPr>
        <p:sp>
          <p:nvSpPr>
            <p:cNvPr id="4100" name="Google Shape;4100;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01" name="Google Shape;4101;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02" name="Google Shape;4102;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103" name="Google Shape;4103;p53"/>
          <p:cNvGrpSpPr/>
          <p:nvPr/>
        </p:nvGrpSpPr>
        <p:grpSpPr>
          <a:xfrm>
            <a:off x="6159656" y="2987752"/>
            <a:ext cx="313273" cy="74585"/>
            <a:chOff x="3655625" y="914400"/>
            <a:chExt cx="2743200" cy="690600"/>
          </a:xfrm>
        </p:grpSpPr>
        <p:sp>
          <p:nvSpPr>
            <p:cNvPr id="4104" name="Google Shape;4104;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05" name="Google Shape;4105;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06" name="Google Shape;4106;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107" name="Google Shape;4107;p53"/>
          <p:cNvGrpSpPr/>
          <p:nvPr/>
        </p:nvGrpSpPr>
        <p:grpSpPr>
          <a:xfrm>
            <a:off x="5702456" y="3444952"/>
            <a:ext cx="313273" cy="74585"/>
            <a:chOff x="3655625" y="914400"/>
            <a:chExt cx="2743200" cy="690600"/>
          </a:xfrm>
        </p:grpSpPr>
        <p:sp>
          <p:nvSpPr>
            <p:cNvPr id="4108" name="Google Shape;4108;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09" name="Google Shape;4109;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10" name="Google Shape;4110;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111" name="Google Shape;4111;p53"/>
          <p:cNvGrpSpPr/>
          <p:nvPr/>
        </p:nvGrpSpPr>
        <p:grpSpPr>
          <a:xfrm>
            <a:off x="5702456" y="2987752"/>
            <a:ext cx="313273" cy="74585"/>
            <a:chOff x="3655625" y="914400"/>
            <a:chExt cx="2743200" cy="690600"/>
          </a:xfrm>
        </p:grpSpPr>
        <p:sp>
          <p:nvSpPr>
            <p:cNvPr id="4112" name="Google Shape;4112;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13" name="Google Shape;4113;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14" name="Google Shape;4114;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115" name="Google Shape;4115;p53"/>
          <p:cNvSpPr txBox="1"/>
          <p:nvPr/>
        </p:nvSpPr>
        <p:spPr>
          <a:xfrm>
            <a:off x="5607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4116" name="Google Shape;4116;p53"/>
          <p:cNvCxnSpPr>
            <a:stCxn id="4092" idx="0"/>
            <a:endCxn id="4096" idx="2"/>
          </p:cNvCxnSpPr>
          <p:nvPr/>
        </p:nvCxnSpPr>
        <p:spPr>
          <a:xfrm rot="10800000">
            <a:off x="6773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117" name="Google Shape;4117;p53"/>
          <p:cNvCxnSpPr>
            <a:stCxn id="4100" idx="0"/>
            <a:endCxn id="4104"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118" name="Google Shape;4118;p53"/>
          <p:cNvCxnSpPr>
            <a:stCxn id="4108" idx="0"/>
            <a:endCxn id="4112"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119" name="Google Shape;4119;p53"/>
          <p:cNvCxnSpPr>
            <a:stCxn id="4108" idx="0"/>
            <a:endCxn id="4104"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120" name="Google Shape;4120;p53"/>
          <p:cNvCxnSpPr>
            <a:stCxn id="4108" idx="0"/>
            <a:endCxn id="4096" idx="2"/>
          </p:cNvCxnSpPr>
          <p:nvPr/>
        </p:nvCxnSpPr>
        <p:spPr>
          <a:xfrm flipH="1" rot="10800000">
            <a:off x="58590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121" name="Google Shape;4121;p53"/>
          <p:cNvCxnSpPr>
            <a:stCxn id="4108" idx="0"/>
            <a:endCxn id="3998" idx="2"/>
          </p:cNvCxnSpPr>
          <p:nvPr/>
        </p:nvCxnSpPr>
        <p:spPr>
          <a:xfrm flipH="1" rot="10800000">
            <a:off x="5859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4122" name="Google Shape;4122;p53"/>
          <p:cNvCxnSpPr>
            <a:stCxn id="4108" idx="0"/>
            <a:endCxn id="4002" idx="2"/>
          </p:cNvCxnSpPr>
          <p:nvPr/>
        </p:nvCxnSpPr>
        <p:spPr>
          <a:xfrm flipH="1" rot="10800000">
            <a:off x="5859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4123" name="Google Shape;4123;p53"/>
          <p:cNvCxnSpPr>
            <a:stCxn id="4108" idx="0"/>
            <a:endCxn id="4006" idx="2"/>
          </p:cNvCxnSpPr>
          <p:nvPr/>
        </p:nvCxnSpPr>
        <p:spPr>
          <a:xfrm flipH="1" rot="10800000">
            <a:off x="5859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4124" name="Google Shape;4124;p53"/>
          <p:cNvCxnSpPr>
            <a:stCxn id="4108" idx="0"/>
            <a:endCxn id="4070" idx="2"/>
          </p:cNvCxnSpPr>
          <p:nvPr/>
        </p:nvCxnSpPr>
        <p:spPr>
          <a:xfrm flipH="1" rot="10800000">
            <a:off x="5859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4125" name="Google Shape;4125;p53"/>
          <p:cNvCxnSpPr>
            <a:stCxn id="4100" idx="0"/>
            <a:endCxn id="4096" idx="2"/>
          </p:cNvCxnSpPr>
          <p:nvPr/>
        </p:nvCxnSpPr>
        <p:spPr>
          <a:xfrm flipH="1" rot="10800000">
            <a:off x="6316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126" name="Google Shape;4126;p53"/>
          <p:cNvCxnSpPr>
            <a:stCxn id="4100" idx="0"/>
            <a:endCxn id="3998" idx="2"/>
          </p:cNvCxnSpPr>
          <p:nvPr/>
        </p:nvCxnSpPr>
        <p:spPr>
          <a:xfrm flipH="1" rot="10800000">
            <a:off x="6316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127" name="Google Shape;4127;p53"/>
          <p:cNvCxnSpPr>
            <a:stCxn id="4100" idx="0"/>
            <a:endCxn id="4002" idx="2"/>
          </p:cNvCxnSpPr>
          <p:nvPr/>
        </p:nvCxnSpPr>
        <p:spPr>
          <a:xfrm flipH="1" rot="10800000">
            <a:off x="6316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4128" name="Google Shape;4128;p53"/>
          <p:cNvCxnSpPr>
            <a:stCxn id="4100" idx="0"/>
            <a:endCxn id="4006" idx="2"/>
          </p:cNvCxnSpPr>
          <p:nvPr/>
        </p:nvCxnSpPr>
        <p:spPr>
          <a:xfrm flipH="1" rot="10800000">
            <a:off x="6316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4129" name="Google Shape;4129;p53"/>
          <p:cNvCxnSpPr>
            <a:stCxn id="4100" idx="0"/>
            <a:endCxn id="4070" idx="2"/>
          </p:cNvCxnSpPr>
          <p:nvPr/>
        </p:nvCxnSpPr>
        <p:spPr>
          <a:xfrm flipH="1" rot="10800000">
            <a:off x="63162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4130" name="Google Shape;4130;p53"/>
          <p:cNvCxnSpPr>
            <a:stCxn id="4092" idx="0"/>
            <a:endCxn id="3998" idx="2"/>
          </p:cNvCxnSpPr>
          <p:nvPr/>
        </p:nvCxnSpPr>
        <p:spPr>
          <a:xfrm flipH="1" rot="10800000">
            <a:off x="6773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131" name="Google Shape;4131;p53"/>
          <p:cNvCxnSpPr>
            <a:stCxn id="4092" idx="0"/>
            <a:endCxn id="4002" idx="2"/>
          </p:cNvCxnSpPr>
          <p:nvPr/>
        </p:nvCxnSpPr>
        <p:spPr>
          <a:xfrm flipH="1" rot="10800000">
            <a:off x="6773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132" name="Google Shape;4132;p53"/>
          <p:cNvCxnSpPr>
            <a:stCxn id="4092" idx="0"/>
            <a:endCxn id="4006" idx="2"/>
          </p:cNvCxnSpPr>
          <p:nvPr/>
        </p:nvCxnSpPr>
        <p:spPr>
          <a:xfrm flipH="1" rot="10800000">
            <a:off x="6773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4133" name="Google Shape;4133;p53"/>
          <p:cNvCxnSpPr>
            <a:stCxn id="4092" idx="0"/>
            <a:endCxn id="4070" idx="2"/>
          </p:cNvCxnSpPr>
          <p:nvPr/>
        </p:nvCxnSpPr>
        <p:spPr>
          <a:xfrm flipH="1" rot="10800000">
            <a:off x="6773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4134" name="Google Shape;4134;p53"/>
          <p:cNvGrpSpPr/>
          <p:nvPr/>
        </p:nvGrpSpPr>
        <p:grpSpPr>
          <a:xfrm>
            <a:off x="6620156" y="2758466"/>
            <a:ext cx="313273" cy="74585"/>
            <a:chOff x="3655625" y="914400"/>
            <a:chExt cx="2743200" cy="690600"/>
          </a:xfrm>
        </p:grpSpPr>
        <p:sp>
          <p:nvSpPr>
            <p:cNvPr id="4135" name="Google Shape;4135;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36" name="Google Shape;4136;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37" name="Google Shape;4137;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138" name="Google Shape;4138;p53"/>
          <p:cNvGrpSpPr/>
          <p:nvPr/>
        </p:nvGrpSpPr>
        <p:grpSpPr>
          <a:xfrm>
            <a:off x="6620156" y="2537014"/>
            <a:ext cx="313273" cy="74585"/>
            <a:chOff x="3655625" y="914400"/>
            <a:chExt cx="2743200" cy="690600"/>
          </a:xfrm>
        </p:grpSpPr>
        <p:sp>
          <p:nvSpPr>
            <p:cNvPr id="4139" name="Google Shape;4139;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40" name="Google Shape;4140;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41" name="Google Shape;4141;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142" name="Google Shape;4142;p53"/>
          <p:cNvCxnSpPr>
            <a:stCxn id="4135" idx="0"/>
            <a:endCxn id="4139" idx="2"/>
          </p:cNvCxnSpPr>
          <p:nvPr/>
        </p:nvCxnSpPr>
        <p:spPr>
          <a:xfrm rot="10800000">
            <a:off x="6776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4143" name="Google Shape;4143;p53"/>
          <p:cNvGrpSpPr/>
          <p:nvPr/>
        </p:nvGrpSpPr>
        <p:grpSpPr>
          <a:xfrm>
            <a:off x="6162956" y="2758466"/>
            <a:ext cx="313273" cy="74585"/>
            <a:chOff x="3655625" y="914400"/>
            <a:chExt cx="2743200" cy="690600"/>
          </a:xfrm>
        </p:grpSpPr>
        <p:sp>
          <p:nvSpPr>
            <p:cNvPr id="4144" name="Google Shape;4144;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45" name="Google Shape;4145;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46" name="Google Shape;4146;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147" name="Google Shape;4147;p53"/>
          <p:cNvGrpSpPr/>
          <p:nvPr/>
        </p:nvGrpSpPr>
        <p:grpSpPr>
          <a:xfrm>
            <a:off x="6162956" y="2537014"/>
            <a:ext cx="313273" cy="74585"/>
            <a:chOff x="3655625" y="914400"/>
            <a:chExt cx="2743200" cy="690600"/>
          </a:xfrm>
        </p:grpSpPr>
        <p:sp>
          <p:nvSpPr>
            <p:cNvPr id="4148" name="Google Shape;4148;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49" name="Google Shape;4149;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50" name="Google Shape;4150;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151" name="Google Shape;4151;p53"/>
          <p:cNvCxnSpPr>
            <a:stCxn id="4144" idx="0"/>
            <a:endCxn id="4148" idx="2"/>
          </p:cNvCxnSpPr>
          <p:nvPr/>
        </p:nvCxnSpPr>
        <p:spPr>
          <a:xfrm rot="10800000">
            <a:off x="6319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4152" name="Google Shape;4152;p53"/>
          <p:cNvGrpSpPr/>
          <p:nvPr/>
        </p:nvGrpSpPr>
        <p:grpSpPr>
          <a:xfrm>
            <a:off x="5705756" y="2758466"/>
            <a:ext cx="313273" cy="74585"/>
            <a:chOff x="3655625" y="914400"/>
            <a:chExt cx="2743200" cy="690600"/>
          </a:xfrm>
        </p:grpSpPr>
        <p:sp>
          <p:nvSpPr>
            <p:cNvPr id="4153" name="Google Shape;4153;p53"/>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54" name="Google Shape;4154;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55" name="Google Shape;4155;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156" name="Google Shape;4156;p53"/>
          <p:cNvGrpSpPr/>
          <p:nvPr/>
        </p:nvGrpSpPr>
        <p:grpSpPr>
          <a:xfrm>
            <a:off x="5705756" y="2537014"/>
            <a:ext cx="313273" cy="74585"/>
            <a:chOff x="3655625" y="914400"/>
            <a:chExt cx="2743200" cy="690600"/>
          </a:xfrm>
        </p:grpSpPr>
        <p:sp>
          <p:nvSpPr>
            <p:cNvPr id="4157" name="Google Shape;4157;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58" name="Google Shape;4158;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59" name="Google Shape;4159;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160" name="Google Shape;4160;p53"/>
          <p:cNvCxnSpPr>
            <a:stCxn id="4153" idx="0"/>
            <a:endCxn id="4157"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4161" name="Google Shape;4161;p53"/>
          <p:cNvGrpSpPr/>
          <p:nvPr/>
        </p:nvGrpSpPr>
        <p:grpSpPr>
          <a:xfrm>
            <a:off x="5705756" y="807303"/>
            <a:ext cx="313273" cy="74585"/>
            <a:chOff x="3655625" y="914400"/>
            <a:chExt cx="2743200" cy="690600"/>
          </a:xfrm>
        </p:grpSpPr>
        <p:sp>
          <p:nvSpPr>
            <p:cNvPr id="4162" name="Google Shape;4162;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63" name="Google Shape;4163;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64" name="Google Shape;4164;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165" name="Google Shape;4165;p53"/>
          <p:cNvGrpSpPr/>
          <p:nvPr/>
        </p:nvGrpSpPr>
        <p:grpSpPr>
          <a:xfrm>
            <a:off x="6162956" y="807303"/>
            <a:ext cx="313273" cy="74585"/>
            <a:chOff x="3655625" y="914400"/>
            <a:chExt cx="2743200" cy="690600"/>
          </a:xfrm>
        </p:grpSpPr>
        <p:sp>
          <p:nvSpPr>
            <p:cNvPr id="4166" name="Google Shape;4166;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67" name="Google Shape;4167;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68" name="Google Shape;4168;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169" name="Google Shape;4169;p53"/>
          <p:cNvGrpSpPr/>
          <p:nvPr/>
        </p:nvGrpSpPr>
        <p:grpSpPr>
          <a:xfrm>
            <a:off x="6620156" y="807303"/>
            <a:ext cx="313273" cy="74585"/>
            <a:chOff x="3655625" y="914400"/>
            <a:chExt cx="2743200" cy="690600"/>
          </a:xfrm>
        </p:grpSpPr>
        <p:sp>
          <p:nvSpPr>
            <p:cNvPr id="4170" name="Google Shape;4170;p53"/>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71" name="Google Shape;4171;p53"/>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72" name="Google Shape;4172;p53"/>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173" name="Google Shape;4173;p53"/>
          <p:cNvSpPr txBox="1"/>
          <p:nvPr/>
        </p:nvSpPr>
        <p:spPr>
          <a:xfrm>
            <a:off x="5618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4174" name="Google Shape;4174;p53"/>
          <p:cNvSpPr txBox="1"/>
          <p:nvPr/>
        </p:nvSpPr>
        <p:spPr>
          <a:xfrm>
            <a:off x="6162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4175" name="Google Shape;4175;p53"/>
          <p:cNvSpPr txBox="1"/>
          <p:nvPr/>
        </p:nvSpPr>
        <p:spPr>
          <a:xfrm>
            <a:off x="6512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4176" name="Google Shape;4176;p53"/>
          <p:cNvSpPr txBox="1"/>
          <p:nvPr/>
        </p:nvSpPr>
        <p:spPr>
          <a:xfrm>
            <a:off x="31575" y="92825"/>
            <a:ext cx="4092300" cy="4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2"/>
                </a:solidFill>
                <a:latin typeface="Roboto"/>
                <a:ea typeface="Roboto"/>
                <a:cs typeface="Roboto"/>
                <a:sym typeface="Roboto"/>
              </a:rPr>
              <a:t>1. </a:t>
            </a:r>
            <a:r>
              <a:rPr lang="en" u="sng">
                <a:solidFill>
                  <a:schemeClr val="dk2"/>
                </a:solidFill>
                <a:latin typeface="Roboto"/>
                <a:ea typeface="Roboto"/>
                <a:cs typeface="Roboto"/>
                <a:sym typeface="Roboto"/>
              </a:rPr>
              <a:t>Share cross and self-attention parameters</a:t>
            </a:r>
            <a:endParaRPr u="sng">
              <a:solidFill>
                <a:schemeClr val="dk2"/>
              </a:solidFill>
              <a:latin typeface="Roboto"/>
              <a:ea typeface="Roboto"/>
              <a:cs typeface="Roboto"/>
              <a:sym typeface="Roboto"/>
            </a:endParaRPr>
          </a:p>
        </p:txBody>
      </p:sp>
      <p:sp>
        <p:nvSpPr>
          <p:cNvPr id="4177" name="Google Shape;4177;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1" name="Shape 4181"/>
        <p:cNvGrpSpPr/>
        <p:nvPr/>
      </p:nvGrpSpPr>
      <p:grpSpPr>
        <a:xfrm>
          <a:off x="0" y="0"/>
          <a:ext cx="0" cy="0"/>
          <a:chOff x="0" y="0"/>
          <a:chExt cx="0" cy="0"/>
        </a:xfrm>
      </p:grpSpPr>
      <p:sp>
        <p:nvSpPr>
          <p:cNvPr id="4182" name="Google Shape;4182;p54"/>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 of the differences</a:t>
            </a:r>
            <a:endParaRPr/>
          </a:p>
        </p:txBody>
      </p:sp>
      <p:graphicFrame>
        <p:nvGraphicFramePr>
          <p:cNvPr id="4183" name="Google Shape;4183;p54"/>
          <p:cNvGraphicFramePr/>
          <p:nvPr/>
        </p:nvGraphicFramePr>
        <p:xfrm>
          <a:off x="387900" y="1252475"/>
          <a:ext cx="3000000" cy="3000000"/>
        </p:xfrm>
        <a:graphic>
          <a:graphicData uri="http://schemas.openxmlformats.org/drawingml/2006/table">
            <a:tbl>
              <a:tblPr>
                <a:noFill/>
                <a:tableStyleId>{EB4F61EB-9F4D-4772-B5CA-0CA35B3376C2}</a:tableStyleId>
              </a:tblPr>
              <a:tblGrid>
                <a:gridCol w="2243975"/>
                <a:gridCol w="3396025"/>
                <a:gridCol w="2880600"/>
              </a:tblGrid>
              <a:tr h="381000">
                <a:tc>
                  <a:txBody>
                    <a:bodyPr/>
                    <a:lstStyle/>
                    <a:p>
                      <a:pPr indent="0" lvl="0" marL="0" rtl="0" algn="l">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Encoder-decoder</a:t>
                      </a:r>
                      <a:endParaRPr b="1">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Decoder-only</a:t>
                      </a:r>
                      <a:endParaRPr b="1">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Additional cross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Separate cross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Self-attention serving both roles</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Parameter sharing</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Target-to-input attention pattern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Input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184" name="Google Shape;4184;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8" name="Shape 4188"/>
        <p:cNvGrpSpPr/>
        <p:nvPr/>
      </p:nvGrpSpPr>
      <p:grpSpPr>
        <a:xfrm>
          <a:off x="0" y="0"/>
          <a:ext cx="0" cy="0"/>
          <a:chOff x="0" y="0"/>
          <a:chExt cx="0" cy="0"/>
        </a:xfrm>
      </p:grpSpPr>
      <p:sp>
        <p:nvSpPr>
          <p:cNvPr id="4189" name="Google Shape;4189;p55"/>
          <p:cNvSpPr/>
          <p:nvPr/>
        </p:nvSpPr>
        <p:spPr>
          <a:xfrm>
            <a:off x="2728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4190" name="Google Shape;4190;p55"/>
          <p:cNvSpPr/>
          <p:nvPr/>
        </p:nvSpPr>
        <p:spPr>
          <a:xfrm>
            <a:off x="158272" y="1948750"/>
            <a:ext cx="1676100" cy="26493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4191" name="Google Shape;4191;p55"/>
          <p:cNvSpPr/>
          <p:nvPr/>
        </p:nvSpPr>
        <p:spPr>
          <a:xfrm>
            <a:off x="254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4192" name="Google Shape;4192;p55"/>
          <p:cNvSpPr/>
          <p:nvPr/>
        </p:nvSpPr>
        <p:spPr>
          <a:xfrm>
            <a:off x="321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4193" name="Google Shape;4193;p55"/>
          <p:cNvSpPr/>
          <p:nvPr/>
        </p:nvSpPr>
        <p:spPr>
          <a:xfrm>
            <a:off x="342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194" name="Google Shape;4194;p55"/>
          <p:cNvGrpSpPr/>
          <p:nvPr/>
        </p:nvGrpSpPr>
        <p:grpSpPr>
          <a:xfrm>
            <a:off x="378203" y="3903853"/>
            <a:ext cx="313273" cy="74585"/>
            <a:chOff x="3655625" y="914400"/>
            <a:chExt cx="2743200" cy="690600"/>
          </a:xfrm>
        </p:grpSpPr>
        <p:sp>
          <p:nvSpPr>
            <p:cNvPr id="4195" name="Google Shape;4195;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196" name="Google Shape;4196;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197" name="Google Shape;4197;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198" name="Google Shape;4198;p55"/>
          <p:cNvSpPr txBox="1"/>
          <p:nvPr/>
        </p:nvSpPr>
        <p:spPr>
          <a:xfrm>
            <a:off x="299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4199" name="Google Shape;4199;p55"/>
          <p:cNvGrpSpPr/>
          <p:nvPr/>
        </p:nvGrpSpPr>
        <p:grpSpPr>
          <a:xfrm>
            <a:off x="835403" y="3903853"/>
            <a:ext cx="313273" cy="74585"/>
            <a:chOff x="3655625" y="914400"/>
            <a:chExt cx="2743200" cy="690600"/>
          </a:xfrm>
        </p:grpSpPr>
        <p:sp>
          <p:nvSpPr>
            <p:cNvPr id="4200" name="Google Shape;4200;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01" name="Google Shape;4201;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02" name="Google Shape;4202;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203" name="Google Shape;4203;p55"/>
          <p:cNvSpPr txBox="1"/>
          <p:nvPr/>
        </p:nvSpPr>
        <p:spPr>
          <a:xfrm>
            <a:off x="832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4204" name="Google Shape;4204;p55"/>
          <p:cNvGrpSpPr/>
          <p:nvPr/>
        </p:nvGrpSpPr>
        <p:grpSpPr>
          <a:xfrm>
            <a:off x="1292603" y="3903853"/>
            <a:ext cx="313273" cy="74585"/>
            <a:chOff x="3655625" y="914400"/>
            <a:chExt cx="2743200" cy="690600"/>
          </a:xfrm>
        </p:grpSpPr>
        <p:sp>
          <p:nvSpPr>
            <p:cNvPr id="4205" name="Google Shape;4205;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06" name="Google Shape;4206;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07" name="Google Shape;4207;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208" name="Google Shape;4208;p55"/>
          <p:cNvSpPr txBox="1"/>
          <p:nvPr/>
        </p:nvSpPr>
        <p:spPr>
          <a:xfrm>
            <a:off x="1208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4209" name="Google Shape;4209;p55"/>
          <p:cNvGrpSpPr/>
          <p:nvPr/>
        </p:nvGrpSpPr>
        <p:grpSpPr>
          <a:xfrm>
            <a:off x="378203" y="3446653"/>
            <a:ext cx="313273" cy="74585"/>
            <a:chOff x="3655625" y="914400"/>
            <a:chExt cx="2743200" cy="690600"/>
          </a:xfrm>
        </p:grpSpPr>
        <p:sp>
          <p:nvSpPr>
            <p:cNvPr id="4210" name="Google Shape;4210;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11" name="Google Shape;4211;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12" name="Google Shape;4212;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213" name="Google Shape;4213;p55"/>
          <p:cNvGrpSpPr/>
          <p:nvPr/>
        </p:nvGrpSpPr>
        <p:grpSpPr>
          <a:xfrm>
            <a:off x="835403" y="3446653"/>
            <a:ext cx="313273" cy="74585"/>
            <a:chOff x="3655625" y="914400"/>
            <a:chExt cx="2743200" cy="690600"/>
          </a:xfrm>
        </p:grpSpPr>
        <p:sp>
          <p:nvSpPr>
            <p:cNvPr id="4214" name="Google Shape;4214;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15" name="Google Shape;4215;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16" name="Google Shape;4216;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217" name="Google Shape;4217;p55"/>
          <p:cNvGrpSpPr/>
          <p:nvPr/>
        </p:nvGrpSpPr>
        <p:grpSpPr>
          <a:xfrm>
            <a:off x="1292603" y="3446653"/>
            <a:ext cx="313273" cy="74585"/>
            <a:chOff x="3655625" y="914400"/>
            <a:chExt cx="2743200" cy="690600"/>
          </a:xfrm>
        </p:grpSpPr>
        <p:sp>
          <p:nvSpPr>
            <p:cNvPr id="4218" name="Google Shape;4218;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19" name="Google Shape;4219;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20" name="Google Shape;4220;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221" name="Google Shape;4221;p55"/>
          <p:cNvCxnSpPr>
            <a:stCxn id="4200" idx="0"/>
            <a:endCxn id="4210" idx="2"/>
          </p:cNvCxnSpPr>
          <p:nvPr/>
        </p:nvCxnSpPr>
        <p:spPr>
          <a:xfrm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222" name="Google Shape;4222;p55"/>
          <p:cNvCxnSpPr>
            <a:stCxn id="4205" idx="0"/>
          </p:cNvCxnSpPr>
          <p:nvPr/>
        </p:nvCxnSpPr>
        <p:spPr>
          <a:xfrm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223" name="Google Shape;4223;p55"/>
          <p:cNvCxnSpPr>
            <a:stCxn id="4195" idx="0"/>
          </p:cNvCxnSpPr>
          <p:nvPr/>
        </p:nvCxnSpPr>
        <p:spPr>
          <a:xfrm rot="10800000">
            <a:off x="534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224" name="Google Shape;4224;p55"/>
          <p:cNvCxnSpPr>
            <a:stCxn id="4195" idx="0"/>
            <a:endCxn id="4214" idx="2"/>
          </p:cNvCxnSpPr>
          <p:nvPr/>
        </p:nvCxnSpPr>
        <p:spPr>
          <a:xfrm flipH="1"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225" name="Google Shape;4225;p55"/>
          <p:cNvCxnSpPr>
            <a:stCxn id="4195" idx="0"/>
            <a:endCxn id="4218" idx="2"/>
          </p:cNvCxnSpPr>
          <p:nvPr/>
        </p:nvCxnSpPr>
        <p:spPr>
          <a:xfrm flipH="1"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226" name="Google Shape;4226;p55"/>
          <p:cNvCxnSpPr>
            <a:stCxn id="4200" idx="0"/>
            <a:endCxn id="4214" idx="2"/>
          </p:cNvCxnSpPr>
          <p:nvPr/>
        </p:nvCxnSpPr>
        <p:spPr>
          <a:xfrm rot="10800000">
            <a:off x="992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227" name="Google Shape;4227;p55"/>
          <p:cNvCxnSpPr>
            <a:stCxn id="4205" idx="0"/>
            <a:endCxn id="4218" idx="2"/>
          </p:cNvCxnSpPr>
          <p:nvPr/>
        </p:nvCxnSpPr>
        <p:spPr>
          <a:xfrm rot="10800000">
            <a:off x="1449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228" name="Google Shape;4228;p55"/>
          <p:cNvCxnSpPr>
            <a:stCxn id="4205" idx="0"/>
            <a:endCxn id="4214" idx="2"/>
          </p:cNvCxnSpPr>
          <p:nvPr/>
        </p:nvCxnSpPr>
        <p:spPr>
          <a:xfrm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229" name="Google Shape;4229;p55"/>
          <p:cNvCxnSpPr>
            <a:stCxn id="4200" idx="0"/>
            <a:endCxn id="4218" idx="2"/>
          </p:cNvCxnSpPr>
          <p:nvPr/>
        </p:nvCxnSpPr>
        <p:spPr>
          <a:xfrm flipH="1"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4230" name="Google Shape;4230;p55"/>
          <p:cNvGrpSpPr/>
          <p:nvPr/>
        </p:nvGrpSpPr>
        <p:grpSpPr>
          <a:xfrm>
            <a:off x="378203" y="3201599"/>
            <a:ext cx="313273" cy="74585"/>
            <a:chOff x="3655625" y="914400"/>
            <a:chExt cx="2743200" cy="690600"/>
          </a:xfrm>
        </p:grpSpPr>
        <p:sp>
          <p:nvSpPr>
            <p:cNvPr id="4231" name="Google Shape;4231;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32" name="Google Shape;4232;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33" name="Google Shape;4233;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234" name="Google Shape;4234;p55"/>
          <p:cNvGrpSpPr/>
          <p:nvPr/>
        </p:nvGrpSpPr>
        <p:grpSpPr>
          <a:xfrm>
            <a:off x="835403" y="3201599"/>
            <a:ext cx="313273" cy="74585"/>
            <a:chOff x="3655625" y="914400"/>
            <a:chExt cx="2743200" cy="690600"/>
          </a:xfrm>
        </p:grpSpPr>
        <p:sp>
          <p:nvSpPr>
            <p:cNvPr id="4235" name="Google Shape;4235;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36" name="Google Shape;4236;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37" name="Google Shape;4237;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238" name="Google Shape;4238;p55"/>
          <p:cNvGrpSpPr/>
          <p:nvPr/>
        </p:nvGrpSpPr>
        <p:grpSpPr>
          <a:xfrm>
            <a:off x="1292603" y="3201599"/>
            <a:ext cx="313273" cy="74585"/>
            <a:chOff x="3655625" y="914400"/>
            <a:chExt cx="2743200" cy="690600"/>
          </a:xfrm>
        </p:grpSpPr>
        <p:sp>
          <p:nvSpPr>
            <p:cNvPr id="4239" name="Google Shape;4239;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40" name="Google Shape;4240;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41" name="Google Shape;4241;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242" name="Google Shape;4242;p55"/>
          <p:cNvGrpSpPr/>
          <p:nvPr/>
        </p:nvGrpSpPr>
        <p:grpSpPr>
          <a:xfrm>
            <a:off x="378203" y="2980147"/>
            <a:ext cx="313273" cy="74585"/>
            <a:chOff x="3655625" y="914400"/>
            <a:chExt cx="2743200" cy="690600"/>
          </a:xfrm>
        </p:grpSpPr>
        <p:sp>
          <p:nvSpPr>
            <p:cNvPr id="4243" name="Google Shape;4243;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44" name="Google Shape;4244;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45" name="Google Shape;4245;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246" name="Google Shape;4246;p55"/>
          <p:cNvGrpSpPr/>
          <p:nvPr/>
        </p:nvGrpSpPr>
        <p:grpSpPr>
          <a:xfrm>
            <a:off x="835403" y="2980147"/>
            <a:ext cx="313273" cy="74585"/>
            <a:chOff x="3655625" y="914400"/>
            <a:chExt cx="2743200" cy="690600"/>
          </a:xfrm>
        </p:grpSpPr>
        <p:sp>
          <p:nvSpPr>
            <p:cNvPr id="4247" name="Google Shape;4247;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48" name="Google Shape;4248;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49" name="Google Shape;4249;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250" name="Google Shape;4250;p55"/>
          <p:cNvGrpSpPr/>
          <p:nvPr/>
        </p:nvGrpSpPr>
        <p:grpSpPr>
          <a:xfrm>
            <a:off x="1292603" y="2980147"/>
            <a:ext cx="313273" cy="74585"/>
            <a:chOff x="3655625" y="914400"/>
            <a:chExt cx="2743200" cy="690600"/>
          </a:xfrm>
        </p:grpSpPr>
        <p:sp>
          <p:nvSpPr>
            <p:cNvPr id="4251" name="Google Shape;4251;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52" name="Google Shape;4252;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53" name="Google Shape;4253;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254" name="Google Shape;4254;p55"/>
          <p:cNvCxnSpPr>
            <a:stCxn id="4231" idx="0"/>
            <a:endCxn id="4243" idx="2"/>
          </p:cNvCxnSpPr>
          <p:nvPr/>
        </p:nvCxnSpPr>
        <p:spPr>
          <a:xfrm rot="10800000">
            <a:off x="534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255" name="Google Shape;4255;p55"/>
          <p:cNvCxnSpPr>
            <a:stCxn id="4239" idx="0"/>
            <a:endCxn id="4251" idx="2"/>
          </p:cNvCxnSpPr>
          <p:nvPr/>
        </p:nvCxnSpPr>
        <p:spPr>
          <a:xfrm rot="10800000">
            <a:off x="1449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256" name="Google Shape;4256;p55"/>
          <p:cNvCxnSpPr>
            <a:stCxn id="4235" idx="0"/>
            <a:endCxn id="4247" idx="2"/>
          </p:cNvCxnSpPr>
          <p:nvPr/>
        </p:nvCxnSpPr>
        <p:spPr>
          <a:xfrm rot="10800000">
            <a:off x="992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4257" name="Google Shape;4257;p55"/>
          <p:cNvSpPr/>
          <p:nvPr/>
        </p:nvSpPr>
        <p:spPr>
          <a:xfrm>
            <a:off x="301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4258" name="Google Shape;4258;p55"/>
          <p:cNvSpPr/>
          <p:nvPr/>
        </p:nvSpPr>
        <p:spPr>
          <a:xfrm>
            <a:off x="404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4259" name="Google Shape;4259;p55"/>
          <p:cNvSpPr/>
          <p:nvPr/>
        </p:nvSpPr>
        <p:spPr>
          <a:xfrm>
            <a:off x="404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4260" name="Google Shape;4260;p55"/>
          <p:cNvSpPr/>
          <p:nvPr/>
        </p:nvSpPr>
        <p:spPr>
          <a:xfrm>
            <a:off x="2816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4261" name="Google Shape;4261;p55"/>
          <p:cNvSpPr/>
          <p:nvPr/>
        </p:nvSpPr>
        <p:spPr>
          <a:xfrm>
            <a:off x="2856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262" name="Google Shape;4262;p55"/>
          <p:cNvGrpSpPr/>
          <p:nvPr/>
        </p:nvGrpSpPr>
        <p:grpSpPr>
          <a:xfrm>
            <a:off x="2892803" y="3955308"/>
            <a:ext cx="313273" cy="74585"/>
            <a:chOff x="3655625" y="914400"/>
            <a:chExt cx="2743200" cy="690600"/>
          </a:xfrm>
        </p:grpSpPr>
        <p:sp>
          <p:nvSpPr>
            <p:cNvPr id="4263" name="Google Shape;4263;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64" name="Google Shape;4264;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65" name="Google Shape;4265;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266" name="Google Shape;4266;p55"/>
          <p:cNvSpPr txBox="1"/>
          <p:nvPr/>
        </p:nvSpPr>
        <p:spPr>
          <a:xfrm>
            <a:off x="3271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4267" name="Google Shape;4267;p55"/>
          <p:cNvGrpSpPr/>
          <p:nvPr/>
        </p:nvGrpSpPr>
        <p:grpSpPr>
          <a:xfrm>
            <a:off x="3350003" y="3955308"/>
            <a:ext cx="313273" cy="74585"/>
            <a:chOff x="3655625" y="914400"/>
            <a:chExt cx="2743200" cy="690600"/>
          </a:xfrm>
        </p:grpSpPr>
        <p:sp>
          <p:nvSpPr>
            <p:cNvPr id="4268" name="Google Shape;4268;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69" name="Google Shape;4269;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70" name="Google Shape;4270;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271" name="Google Shape;4271;p55"/>
          <p:cNvSpPr txBox="1"/>
          <p:nvPr/>
        </p:nvSpPr>
        <p:spPr>
          <a:xfrm>
            <a:off x="3797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4272" name="Google Shape;4272;p55"/>
          <p:cNvGrpSpPr/>
          <p:nvPr/>
        </p:nvGrpSpPr>
        <p:grpSpPr>
          <a:xfrm>
            <a:off x="3807203" y="3955308"/>
            <a:ext cx="313273" cy="74585"/>
            <a:chOff x="3655625" y="914400"/>
            <a:chExt cx="2743200" cy="690600"/>
          </a:xfrm>
        </p:grpSpPr>
        <p:sp>
          <p:nvSpPr>
            <p:cNvPr id="4273" name="Google Shape;4273;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74" name="Google Shape;4274;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75" name="Google Shape;4275;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276" name="Google Shape;4276;p55"/>
          <p:cNvSpPr txBox="1"/>
          <p:nvPr/>
        </p:nvSpPr>
        <p:spPr>
          <a:xfrm>
            <a:off x="4211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4277" name="Google Shape;4277;p55"/>
          <p:cNvGrpSpPr/>
          <p:nvPr/>
        </p:nvGrpSpPr>
        <p:grpSpPr>
          <a:xfrm>
            <a:off x="2892803" y="3498108"/>
            <a:ext cx="313273" cy="74585"/>
            <a:chOff x="3655625" y="914400"/>
            <a:chExt cx="2743200" cy="690600"/>
          </a:xfrm>
        </p:grpSpPr>
        <p:sp>
          <p:nvSpPr>
            <p:cNvPr id="4278" name="Google Shape;4278;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79" name="Google Shape;4279;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80" name="Google Shape;4280;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281" name="Google Shape;4281;p55"/>
          <p:cNvGrpSpPr/>
          <p:nvPr/>
        </p:nvGrpSpPr>
        <p:grpSpPr>
          <a:xfrm>
            <a:off x="3350003" y="3498108"/>
            <a:ext cx="313273" cy="74585"/>
            <a:chOff x="3655625" y="914400"/>
            <a:chExt cx="2743200" cy="690600"/>
          </a:xfrm>
        </p:grpSpPr>
        <p:sp>
          <p:nvSpPr>
            <p:cNvPr id="4282" name="Google Shape;4282;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83" name="Google Shape;4283;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84" name="Google Shape;4284;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285" name="Google Shape;4285;p55"/>
          <p:cNvGrpSpPr/>
          <p:nvPr/>
        </p:nvGrpSpPr>
        <p:grpSpPr>
          <a:xfrm>
            <a:off x="3807203" y="3498108"/>
            <a:ext cx="313273" cy="74585"/>
            <a:chOff x="3655625" y="914400"/>
            <a:chExt cx="2743200" cy="690600"/>
          </a:xfrm>
        </p:grpSpPr>
        <p:sp>
          <p:nvSpPr>
            <p:cNvPr id="4286" name="Google Shape;4286;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287" name="Google Shape;4287;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288" name="Google Shape;4288;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289" name="Google Shape;4289;p55"/>
          <p:cNvCxnSpPr>
            <a:stCxn id="4263" idx="0"/>
          </p:cNvCxnSpPr>
          <p:nvPr/>
        </p:nvCxnSpPr>
        <p:spPr>
          <a:xfrm rot="10800000">
            <a:off x="3049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290" name="Google Shape;4290;p55"/>
          <p:cNvCxnSpPr>
            <a:stCxn id="4263" idx="0"/>
            <a:endCxn id="4282" idx="2"/>
          </p:cNvCxnSpPr>
          <p:nvPr/>
        </p:nvCxnSpPr>
        <p:spPr>
          <a:xfrm flipH="1" rot="10800000">
            <a:off x="3049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291" name="Google Shape;4291;p55"/>
          <p:cNvCxnSpPr>
            <a:stCxn id="4263" idx="0"/>
            <a:endCxn id="4286" idx="2"/>
          </p:cNvCxnSpPr>
          <p:nvPr/>
        </p:nvCxnSpPr>
        <p:spPr>
          <a:xfrm flipH="1" rot="10800000">
            <a:off x="3049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292" name="Google Shape;4292;p55"/>
          <p:cNvCxnSpPr>
            <a:stCxn id="4268" idx="0"/>
            <a:endCxn id="4282" idx="2"/>
          </p:cNvCxnSpPr>
          <p:nvPr/>
        </p:nvCxnSpPr>
        <p:spPr>
          <a:xfrm rot="10800000">
            <a:off x="3506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293" name="Google Shape;4293;p55"/>
          <p:cNvCxnSpPr>
            <a:stCxn id="4273" idx="0"/>
            <a:endCxn id="4286" idx="2"/>
          </p:cNvCxnSpPr>
          <p:nvPr/>
        </p:nvCxnSpPr>
        <p:spPr>
          <a:xfrm rot="10800000">
            <a:off x="3963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294" name="Google Shape;4294;p55"/>
          <p:cNvCxnSpPr>
            <a:stCxn id="4268" idx="0"/>
            <a:endCxn id="4286" idx="2"/>
          </p:cNvCxnSpPr>
          <p:nvPr/>
        </p:nvCxnSpPr>
        <p:spPr>
          <a:xfrm flipH="1" rot="10800000">
            <a:off x="3506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4295" name="Google Shape;4295;p55"/>
          <p:cNvGrpSpPr/>
          <p:nvPr/>
        </p:nvGrpSpPr>
        <p:grpSpPr>
          <a:xfrm rot="-5400000">
            <a:off x="3724796" y="2328825"/>
            <a:ext cx="109798" cy="26302"/>
            <a:chOff x="4885225" y="945750"/>
            <a:chExt cx="311926" cy="74700"/>
          </a:xfrm>
        </p:grpSpPr>
        <p:sp>
          <p:nvSpPr>
            <p:cNvPr id="4296" name="Google Shape;4296;p55"/>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297" name="Google Shape;4297;p55"/>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298" name="Google Shape;4298;p55"/>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299" name="Google Shape;4299;p55"/>
          <p:cNvSpPr/>
          <p:nvPr/>
        </p:nvSpPr>
        <p:spPr>
          <a:xfrm>
            <a:off x="2816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4300" name="Google Shape;4300;p55"/>
          <p:cNvSpPr/>
          <p:nvPr/>
        </p:nvSpPr>
        <p:spPr>
          <a:xfrm>
            <a:off x="2856872" y="1204438"/>
            <a:ext cx="1798200" cy="46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4301" name="Google Shape;4301;p55"/>
          <p:cNvSpPr/>
          <p:nvPr/>
        </p:nvSpPr>
        <p:spPr>
          <a:xfrm>
            <a:off x="2870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4302" name="Google Shape;4302;p55"/>
          <p:cNvSpPr/>
          <p:nvPr/>
        </p:nvSpPr>
        <p:spPr>
          <a:xfrm>
            <a:off x="2856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4303" name="Google Shape;4303;p55"/>
          <p:cNvGrpSpPr/>
          <p:nvPr/>
        </p:nvGrpSpPr>
        <p:grpSpPr>
          <a:xfrm>
            <a:off x="2892678" y="1380708"/>
            <a:ext cx="313273" cy="74585"/>
            <a:chOff x="3655625" y="914400"/>
            <a:chExt cx="2743200" cy="690600"/>
          </a:xfrm>
        </p:grpSpPr>
        <p:sp>
          <p:nvSpPr>
            <p:cNvPr id="4304" name="Google Shape;4304;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05" name="Google Shape;4305;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06" name="Google Shape;4306;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07" name="Google Shape;4307;p55"/>
          <p:cNvGrpSpPr/>
          <p:nvPr/>
        </p:nvGrpSpPr>
        <p:grpSpPr>
          <a:xfrm>
            <a:off x="3349878" y="1373704"/>
            <a:ext cx="313273" cy="74585"/>
            <a:chOff x="3655625" y="914400"/>
            <a:chExt cx="2743200" cy="690600"/>
          </a:xfrm>
        </p:grpSpPr>
        <p:sp>
          <p:nvSpPr>
            <p:cNvPr id="4308" name="Google Shape;4308;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09" name="Google Shape;4309;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10" name="Google Shape;4310;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11" name="Google Shape;4311;p55"/>
          <p:cNvGrpSpPr/>
          <p:nvPr/>
        </p:nvGrpSpPr>
        <p:grpSpPr>
          <a:xfrm>
            <a:off x="3807078" y="1373704"/>
            <a:ext cx="313273" cy="74585"/>
            <a:chOff x="3655625" y="914400"/>
            <a:chExt cx="2743200" cy="690600"/>
          </a:xfrm>
        </p:grpSpPr>
        <p:sp>
          <p:nvSpPr>
            <p:cNvPr id="4312" name="Google Shape;4312;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13" name="Google Shape;4313;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14" name="Google Shape;4314;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15" name="Google Shape;4315;p55"/>
          <p:cNvGrpSpPr/>
          <p:nvPr/>
        </p:nvGrpSpPr>
        <p:grpSpPr>
          <a:xfrm>
            <a:off x="395215" y="1858996"/>
            <a:ext cx="313273" cy="74585"/>
            <a:chOff x="3655625" y="914400"/>
            <a:chExt cx="2743200" cy="690600"/>
          </a:xfrm>
        </p:grpSpPr>
        <p:sp>
          <p:nvSpPr>
            <p:cNvPr id="4316" name="Google Shape;4316;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17" name="Google Shape;4317;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18" name="Google Shape;4318;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19" name="Google Shape;4319;p55"/>
          <p:cNvGrpSpPr/>
          <p:nvPr/>
        </p:nvGrpSpPr>
        <p:grpSpPr>
          <a:xfrm>
            <a:off x="852415" y="1858996"/>
            <a:ext cx="313273" cy="74585"/>
            <a:chOff x="3655625" y="914400"/>
            <a:chExt cx="2743200" cy="690600"/>
          </a:xfrm>
        </p:grpSpPr>
        <p:sp>
          <p:nvSpPr>
            <p:cNvPr id="4320" name="Google Shape;4320;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21" name="Google Shape;4321;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22" name="Google Shape;4322;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23" name="Google Shape;4323;p55"/>
          <p:cNvGrpSpPr/>
          <p:nvPr/>
        </p:nvGrpSpPr>
        <p:grpSpPr>
          <a:xfrm>
            <a:off x="1309615" y="1858996"/>
            <a:ext cx="313273" cy="74585"/>
            <a:chOff x="3655625" y="914400"/>
            <a:chExt cx="2743200" cy="690600"/>
          </a:xfrm>
        </p:grpSpPr>
        <p:sp>
          <p:nvSpPr>
            <p:cNvPr id="4324" name="Google Shape;4324;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25" name="Google Shape;4325;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26" name="Google Shape;4326;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327" name="Google Shape;4327;p55"/>
          <p:cNvCxnSpPr>
            <a:stCxn id="4320" idx="0"/>
          </p:cNvCxnSpPr>
          <p:nvPr/>
        </p:nvCxnSpPr>
        <p:spPr>
          <a:xfrm rot="10800000">
            <a:off x="1009052" y="1686196"/>
            <a:ext cx="0" cy="172800"/>
          </a:xfrm>
          <a:prstGeom prst="straightConnector1">
            <a:avLst/>
          </a:prstGeom>
          <a:noFill/>
          <a:ln cap="flat" cmpd="sng" w="9525">
            <a:solidFill>
              <a:schemeClr val="dk2"/>
            </a:solidFill>
            <a:prstDash val="solid"/>
            <a:round/>
            <a:headEnd len="med" w="med" type="none"/>
            <a:tailEnd len="med" w="med" type="none"/>
          </a:ln>
        </p:spPr>
      </p:cxnSp>
      <p:cxnSp>
        <p:nvCxnSpPr>
          <p:cNvPr id="4328" name="Google Shape;4328;p55"/>
          <p:cNvCxnSpPr>
            <a:stCxn id="4324" idx="0"/>
          </p:cNvCxnSpPr>
          <p:nvPr/>
        </p:nvCxnSpPr>
        <p:spPr>
          <a:xfrm rot="10800000">
            <a:off x="1466252" y="1687696"/>
            <a:ext cx="0" cy="171300"/>
          </a:xfrm>
          <a:prstGeom prst="straightConnector1">
            <a:avLst/>
          </a:prstGeom>
          <a:noFill/>
          <a:ln cap="flat" cmpd="sng" w="9525">
            <a:solidFill>
              <a:schemeClr val="dk2"/>
            </a:solidFill>
            <a:prstDash val="solid"/>
            <a:round/>
            <a:headEnd len="med" w="med" type="none"/>
            <a:tailEnd len="med" w="med" type="none"/>
          </a:ln>
        </p:spPr>
      </p:cxnSp>
      <p:cxnSp>
        <p:nvCxnSpPr>
          <p:cNvPr id="4329" name="Google Shape;4329;p55"/>
          <p:cNvCxnSpPr>
            <a:stCxn id="4304" idx="0"/>
            <a:endCxn id="4316" idx="0"/>
          </p:cNvCxnSpPr>
          <p:nvPr/>
        </p:nvCxnSpPr>
        <p:spPr>
          <a:xfrm rot="5400000">
            <a:off x="1561465" y="371058"/>
            <a:ext cx="478200" cy="2497500"/>
          </a:xfrm>
          <a:prstGeom prst="bentConnector3">
            <a:avLst>
              <a:gd fmla="val -33802" name="adj1"/>
            </a:avLst>
          </a:prstGeom>
          <a:noFill/>
          <a:ln cap="flat" cmpd="sng" w="9525">
            <a:solidFill>
              <a:schemeClr val="dk2"/>
            </a:solidFill>
            <a:prstDash val="solid"/>
            <a:round/>
            <a:headEnd len="med" w="med" type="none"/>
            <a:tailEnd len="med" w="med" type="none"/>
          </a:ln>
        </p:spPr>
      </p:cxnSp>
      <p:cxnSp>
        <p:nvCxnSpPr>
          <p:cNvPr id="4330" name="Google Shape;4330;p55"/>
          <p:cNvCxnSpPr>
            <a:stCxn id="4308" idx="0"/>
            <a:endCxn id="4316" idx="0"/>
          </p:cNvCxnSpPr>
          <p:nvPr/>
        </p:nvCxnSpPr>
        <p:spPr>
          <a:xfrm rot="5400000">
            <a:off x="1786465" y="139054"/>
            <a:ext cx="485400" cy="2954700"/>
          </a:xfrm>
          <a:prstGeom prst="bentConnector3">
            <a:avLst>
              <a:gd fmla="val -25902" name="adj1"/>
            </a:avLst>
          </a:prstGeom>
          <a:noFill/>
          <a:ln cap="flat" cmpd="sng" w="9525">
            <a:solidFill>
              <a:schemeClr val="dk2"/>
            </a:solidFill>
            <a:prstDash val="solid"/>
            <a:round/>
            <a:headEnd len="med" w="med" type="none"/>
            <a:tailEnd len="med" w="med" type="none"/>
          </a:ln>
        </p:spPr>
      </p:cxnSp>
      <p:cxnSp>
        <p:nvCxnSpPr>
          <p:cNvPr id="4331" name="Google Shape;4331;p55"/>
          <p:cNvCxnSpPr>
            <a:stCxn id="4312" idx="0"/>
            <a:endCxn id="4316" idx="0"/>
          </p:cNvCxnSpPr>
          <p:nvPr/>
        </p:nvCxnSpPr>
        <p:spPr>
          <a:xfrm rot="5400000">
            <a:off x="2015065" y="-89546"/>
            <a:ext cx="485400" cy="3411900"/>
          </a:xfrm>
          <a:prstGeom prst="bentConnector3">
            <a:avLst>
              <a:gd fmla="val -18009" name="adj1"/>
            </a:avLst>
          </a:prstGeom>
          <a:noFill/>
          <a:ln cap="flat" cmpd="sng" w="9525">
            <a:solidFill>
              <a:schemeClr val="dk2"/>
            </a:solidFill>
            <a:prstDash val="solid"/>
            <a:round/>
            <a:headEnd len="med" w="med" type="none"/>
            <a:tailEnd len="med" w="med" type="none"/>
          </a:ln>
        </p:spPr>
      </p:cxnSp>
      <p:cxnSp>
        <p:nvCxnSpPr>
          <p:cNvPr id="4332" name="Google Shape;4332;p55"/>
          <p:cNvCxnSpPr>
            <a:stCxn id="4320" idx="0"/>
          </p:cNvCxnSpPr>
          <p:nvPr/>
        </p:nvCxnSpPr>
        <p:spPr>
          <a:xfrm rot="10800000">
            <a:off x="1009052" y="1218196"/>
            <a:ext cx="0" cy="640800"/>
          </a:xfrm>
          <a:prstGeom prst="straightConnector1">
            <a:avLst/>
          </a:prstGeom>
          <a:noFill/>
          <a:ln cap="flat" cmpd="sng" w="9525">
            <a:solidFill>
              <a:schemeClr val="dk2"/>
            </a:solidFill>
            <a:prstDash val="solid"/>
            <a:round/>
            <a:headEnd len="med" w="med" type="none"/>
            <a:tailEnd len="med" w="med" type="none"/>
          </a:ln>
        </p:spPr>
      </p:cxnSp>
      <p:cxnSp>
        <p:nvCxnSpPr>
          <p:cNvPr id="4333" name="Google Shape;4333;p55"/>
          <p:cNvCxnSpPr>
            <a:stCxn id="4324" idx="0"/>
          </p:cNvCxnSpPr>
          <p:nvPr/>
        </p:nvCxnSpPr>
        <p:spPr>
          <a:xfrm rot="10800000">
            <a:off x="1466252" y="1221796"/>
            <a:ext cx="0" cy="637200"/>
          </a:xfrm>
          <a:prstGeom prst="straightConnector1">
            <a:avLst/>
          </a:prstGeom>
          <a:noFill/>
          <a:ln cap="flat" cmpd="sng" w="9525">
            <a:solidFill>
              <a:schemeClr val="dk2"/>
            </a:solidFill>
            <a:prstDash val="solid"/>
            <a:round/>
            <a:headEnd len="med" w="med" type="none"/>
            <a:tailEnd len="med" w="med" type="none"/>
          </a:ln>
        </p:spPr>
      </p:cxnSp>
      <p:grpSp>
        <p:nvGrpSpPr>
          <p:cNvPr id="4334" name="Google Shape;4334;p55"/>
          <p:cNvGrpSpPr/>
          <p:nvPr/>
        </p:nvGrpSpPr>
        <p:grpSpPr>
          <a:xfrm rot="-5400000">
            <a:off x="939981" y="2771949"/>
            <a:ext cx="109798" cy="26302"/>
            <a:chOff x="4885225" y="945750"/>
            <a:chExt cx="311926" cy="74700"/>
          </a:xfrm>
        </p:grpSpPr>
        <p:sp>
          <p:nvSpPr>
            <p:cNvPr id="4335" name="Google Shape;4335;p55"/>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336" name="Google Shape;4336;p55"/>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337" name="Google Shape;4337;p55"/>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4338" name="Google Shape;4338;p55"/>
          <p:cNvGrpSpPr/>
          <p:nvPr/>
        </p:nvGrpSpPr>
        <p:grpSpPr>
          <a:xfrm>
            <a:off x="2896103" y="722118"/>
            <a:ext cx="313273" cy="74585"/>
            <a:chOff x="3655625" y="914400"/>
            <a:chExt cx="2743200" cy="690600"/>
          </a:xfrm>
        </p:grpSpPr>
        <p:sp>
          <p:nvSpPr>
            <p:cNvPr id="4339" name="Google Shape;4339;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40" name="Google Shape;4340;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41" name="Google Shape;4341;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42" name="Google Shape;4342;p55"/>
          <p:cNvGrpSpPr/>
          <p:nvPr/>
        </p:nvGrpSpPr>
        <p:grpSpPr>
          <a:xfrm>
            <a:off x="3353303" y="722118"/>
            <a:ext cx="313273" cy="74585"/>
            <a:chOff x="3655625" y="914400"/>
            <a:chExt cx="2743200" cy="690600"/>
          </a:xfrm>
        </p:grpSpPr>
        <p:sp>
          <p:nvSpPr>
            <p:cNvPr id="4343" name="Google Shape;4343;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44" name="Google Shape;4344;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45" name="Google Shape;4345;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46" name="Google Shape;4346;p55"/>
          <p:cNvGrpSpPr/>
          <p:nvPr/>
        </p:nvGrpSpPr>
        <p:grpSpPr>
          <a:xfrm>
            <a:off x="3810503" y="722118"/>
            <a:ext cx="313273" cy="74585"/>
            <a:chOff x="3655625" y="914400"/>
            <a:chExt cx="2743200" cy="690600"/>
          </a:xfrm>
        </p:grpSpPr>
        <p:sp>
          <p:nvSpPr>
            <p:cNvPr id="4347" name="Google Shape;4347;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48" name="Google Shape;4348;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49" name="Google Shape;4349;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350" name="Google Shape;4350;p55"/>
          <p:cNvSpPr txBox="1"/>
          <p:nvPr/>
        </p:nvSpPr>
        <p:spPr>
          <a:xfrm>
            <a:off x="2814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4351" name="Google Shape;4351;p55"/>
          <p:cNvSpPr txBox="1"/>
          <p:nvPr/>
        </p:nvSpPr>
        <p:spPr>
          <a:xfrm>
            <a:off x="3339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4352" name="Google Shape;4352;p55"/>
          <p:cNvSpPr txBox="1"/>
          <p:nvPr/>
        </p:nvSpPr>
        <p:spPr>
          <a:xfrm>
            <a:off x="3754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4353" name="Google Shape;4353;p55"/>
          <p:cNvGrpSpPr/>
          <p:nvPr/>
        </p:nvGrpSpPr>
        <p:grpSpPr>
          <a:xfrm>
            <a:off x="4264403" y="3955308"/>
            <a:ext cx="313273" cy="74585"/>
            <a:chOff x="3655625" y="914400"/>
            <a:chExt cx="2743200" cy="690600"/>
          </a:xfrm>
        </p:grpSpPr>
        <p:sp>
          <p:nvSpPr>
            <p:cNvPr id="4354" name="Google Shape;4354;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55" name="Google Shape;4355;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56" name="Google Shape;4356;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57" name="Google Shape;4357;p55"/>
          <p:cNvGrpSpPr/>
          <p:nvPr/>
        </p:nvGrpSpPr>
        <p:grpSpPr>
          <a:xfrm>
            <a:off x="4264403" y="3498108"/>
            <a:ext cx="313273" cy="74585"/>
            <a:chOff x="3655625" y="914400"/>
            <a:chExt cx="2743200" cy="690600"/>
          </a:xfrm>
        </p:grpSpPr>
        <p:sp>
          <p:nvSpPr>
            <p:cNvPr id="4358" name="Google Shape;4358;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59" name="Google Shape;4359;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60" name="Google Shape;4360;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361" name="Google Shape;4361;p55"/>
          <p:cNvCxnSpPr>
            <a:stCxn id="4263" idx="0"/>
            <a:endCxn id="4358" idx="2"/>
          </p:cNvCxnSpPr>
          <p:nvPr/>
        </p:nvCxnSpPr>
        <p:spPr>
          <a:xfrm flipH="1" rot="10800000">
            <a:off x="3049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4362" name="Google Shape;4362;p55"/>
          <p:cNvCxnSpPr>
            <a:stCxn id="4268" idx="0"/>
            <a:endCxn id="4358" idx="2"/>
          </p:cNvCxnSpPr>
          <p:nvPr/>
        </p:nvCxnSpPr>
        <p:spPr>
          <a:xfrm flipH="1" rot="10800000">
            <a:off x="3506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363" name="Google Shape;4363;p55"/>
          <p:cNvCxnSpPr>
            <a:stCxn id="4273" idx="0"/>
            <a:endCxn id="4358" idx="2"/>
          </p:cNvCxnSpPr>
          <p:nvPr/>
        </p:nvCxnSpPr>
        <p:spPr>
          <a:xfrm flipH="1" rot="10800000">
            <a:off x="3963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364" name="Google Shape;4364;p55"/>
          <p:cNvCxnSpPr>
            <a:stCxn id="4354" idx="0"/>
            <a:endCxn id="4358" idx="2"/>
          </p:cNvCxnSpPr>
          <p:nvPr/>
        </p:nvCxnSpPr>
        <p:spPr>
          <a:xfrm rot="10800000">
            <a:off x="4421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4365" name="Google Shape;4365;p55"/>
          <p:cNvSpPr/>
          <p:nvPr/>
        </p:nvSpPr>
        <p:spPr>
          <a:xfrm>
            <a:off x="2839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4366" name="Google Shape;4366;p55"/>
          <p:cNvGrpSpPr/>
          <p:nvPr/>
        </p:nvGrpSpPr>
        <p:grpSpPr>
          <a:xfrm>
            <a:off x="2896103" y="2801514"/>
            <a:ext cx="313273" cy="74585"/>
            <a:chOff x="3655625" y="914400"/>
            <a:chExt cx="2743200" cy="690600"/>
          </a:xfrm>
        </p:grpSpPr>
        <p:sp>
          <p:nvSpPr>
            <p:cNvPr id="4367" name="Google Shape;4367;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68" name="Google Shape;4368;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69" name="Google Shape;4369;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70" name="Google Shape;4370;p55"/>
          <p:cNvGrpSpPr/>
          <p:nvPr/>
        </p:nvGrpSpPr>
        <p:grpSpPr>
          <a:xfrm>
            <a:off x="3353303" y="2801514"/>
            <a:ext cx="313273" cy="74585"/>
            <a:chOff x="3655625" y="914400"/>
            <a:chExt cx="2743200" cy="690600"/>
          </a:xfrm>
        </p:grpSpPr>
        <p:sp>
          <p:nvSpPr>
            <p:cNvPr id="4371" name="Google Shape;4371;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72" name="Google Shape;4372;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73" name="Google Shape;4373;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74" name="Google Shape;4374;p55"/>
          <p:cNvGrpSpPr/>
          <p:nvPr/>
        </p:nvGrpSpPr>
        <p:grpSpPr>
          <a:xfrm>
            <a:off x="3810503" y="2801514"/>
            <a:ext cx="313273" cy="74585"/>
            <a:chOff x="3655625" y="914400"/>
            <a:chExt cx="2743200" cy="690600"/>
          </a:xfrm>
        </p:grpSpPr>
        <p:sp>
          <p:nvSpPr>
            <p:cNvPr id="4375" name="Google Shape;4375;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76" name="Google Shape;4376;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77" name="Google Shape;4377;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78" name="Google Shape;4378;p55"/>
          <p:cNvGrpSpPr/>
          <p:nvPr/>
        </p:nvGrpSpPr>
        <p:grpSpPr>
          <a:xfrm>
            <a:off x="2896103" y="2580063"/>
            <a:ext cx="313273" cy="74585"/>
            <a:chOff x="3655625" y="914400"/>
            <a:chExt cx="2743200" cy="690600"/>
          </a:xfrm>
        </p:grpSpPr>
        <p:sp>
          <p:nvSpPr>
            <p:cNvPr id="4379" name="Google Shape;4379;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80" name="Google Shape;4380;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81" name="Google Shape;4381;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82" name="Google Shape;4382;p55"/>
          <p:cNvGrpSpPr/>
          <p:nvPr/>
        </p:nvGrpSpPr>
        <p:grpSpPr>
          <a:xfrm>
            <a:off x="3353303" y="2580063"/>
            <a:ext cx="313273" cy="74585"/>
            <a:chOff x="3655625" y="914400"/>
            <a:chExt cx="2743200" cy="690600"/>
          </a:xfrm>
        </p:grpSpPr>
        <p:sp>
          <p:nvSpPr>
            <p:cNvPr id="4383" name="Google Shape;4383;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84" name="Google Shape;4384;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85" name="Google Shape;4385;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86" name="Google Shape;4386;p55"/>
          <p:cNvGrpSpPr/>
          <p:nvPr/>
        </p:nvGrpSpPr>
        <p:grpSpPr>
          <a:xfrm>
            <a:off x="3810503" y="2580063"/>
            <a:ext cx="313273" cy="74585"/>
            <a:chOff x="3655625" y="914400"/>
            <a:chExt cx="2743200" cy="690600"/>
          </a:xfrm>
        </p:grpSpPr>
        <p:sp>
          <p:nvSpPr>
            <p:cNvPr id="4387" name="Google Shape;4387;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88" name="Google Shape;4388;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89" name="Google Shape;4389;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390" name="Google Shape;4390;p55"/>
          <p:cNvCxnSpPr>
            <a:stCxn id="4367" idx="0"/>
            <a:endCxn id="4379" idx="2"/>
          </p:cNvCxnSpPr>
          <p:nvPr/>
        </p:nvCxnSpPr>
        <p:spPr>
          <a:xfrm rot="10800000">
            <a:off x="3052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391" name="Google Shape;4391;p55"/>
          <p:cNvCxnSpPr>
            <a:stCxn id="4375" idx="0"/>
            <a:endCxn id="4387" idx="2"/>
          </p:cNvCxnSpPr>
          <p:nvPr/>
        </p:nvCxnSpPr>
        <p:spPr>
          <a:xfrm rot="10800000">
            <a:off x="3967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392" name="Google Shape;4392;p55"/>
          <p:cNvCxnSpPr>
            <a:stCxn id="4371" idx="0"/>
            <a:endCxn id="4383" idx="2"/>
          </p:cNvCxnSpPr>
          <p:nvPr/>
        </p:nvCxnSpPr>
        <p:spPr>
          <a:xfrm rot="10800000">
            <a:off x="3509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4393" name="Google Shape;4393;p55"/>
          <p:cNvGrpSpPr/>
          <p:nvPr/>
        </p:nvGrpSpPr>
        <p:grpSpPr>
          <a:xfrm>
            <a:off x="4267703" y="2804397"/>
            <a:ext cx="313273" cy="74585"/>
            <a:chOff x="3655625" y="914400"/>
            <a:chExt cx="2743200" cy="690600"/>
          </a:xfrm>
        </p:grpSpPr>
        <p:sp>
          <p:nvSpPr>
            <p:cNvPr id="4394" name="Google Shape;4394;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95" name="Google Shape;4395;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396" name="Google Shape;4396;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397" name="Google Shape;4397;p55"/>
          <p:cNvGrpSpPr/>
          <p:nvPr/>
        </p:nvGrpSpPr>
        <p:grpSpPr>
          <a:xfrm>
            <a:off x="4267703" y="2576499"/>
            <a:ext cx="313273" cy="74585"/>
            <a:chOff x="3655625" y="914400"/>
            <a:chExt cx="2743200" cy="690600"/>
          </a:xfrm>
        </p:grpSpPr>
        <p:sp>
          <p:nvSpPr>
            <p:cNvPr id="4398" name="Google Shape;4398;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99" name="Google Shape;4399;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00" name="Google Shape;4400;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401" name="Google Shape;4401;p55"/>
          <p:cNvCxnSpPr>
            <a:stCxn id="4394" idx="0"/>
            <a:endCxn id="4398" idx="2"/>
          </p:cNvCxnSpPr>
          <p:nvPr/>
        </p:nvCxnSpPr>
        <p:spPr>
          <a:xfrm rot="10800000">
            <a:off x="4424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4402" name="Google Shape;4402;p55"/>
          <p:cNvSpPr txBox="1"/>
          <p:nvPr/>
        </p:nvSpPr>
        <p:spPr>
          <a:xfrm>
            <a:off x="2753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4403" name="Google Shape;4403;p55"/>
          <p:cNvGrpSpPr/>
          <p:nvPr/>
        </p:nvGrpSpPr>
        <p:grpSpPr>
          <a:xfrm>
            <a:off x="4264266" y="722118"/>
            <a:ext cx="313273" cy="74585"/>
            <a:chOff x="3655625" y="914400"/>
            <a:chExt cx="2743200" cy="690600"/>
          </a:xfrm>
        </p:grpSpPr>
        <p:sp>
          <p:nvSpPr>
            <p:cNvPr id="4404" name="Google Shape;4404;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05" name="Google Shape;4405;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06" name="Google Shape;4406;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407" name="Google Shape;4407;p55"/>
          <p:cNvSpPr txBox="1"/>
          <p:nvPr/>
        </p:nvSpPr>
        <p:spPr>
          <a:xfrm>
            <a:off x="4179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4408" name="Google Shape;4408;p55"/>
          <p:cNvGrpSpPr/>
          <p:nvPr/>
        </p:nvGrpSpPr>
        <p:grpSpPr>
          <a:xfrm>
            <a:off x="4264278" y="1373704"/>
            <a:ext cx="313273" cy="74585"/>
            <a:chOff x="3655625" y="914400"/>
            <a:chExt cx="2743200" cy="690600"/>
          </a:xfrm>
        </p:grpSpPr>
        <p:sp>
          <p:nvSpPr>
            <p:cNvPr id="4409" name="Google Shape;4409;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10" name="Google Shape;4410;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11" name="Google Shape;4411;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412" name="Google Shape;4412;p55"/>
          <p:cNvCxnSpPr>
            <a:stCxn id="4409" idx="0"/>
            <a:endCxn id="4316" idx="0"/>
          </p:cNvCxnSpPr>
          <p:nvPr/>
        </p:nvCxnSpPr>
        <p:spPr>
          <a:xfrm rot="5400000">
            <a:off x="2243665" y="-318146"/>
            <a:ext cx="485400" cy="3869100"/>
          </a:xfrm>
          <a:prstGeom prst="bentConnector3">
            <a:avLst>
              <a:gd fmla="val -11875" name="adj1"/>
            </a:avLst>
          </a:prstGeom>
          <a:noFill/>
          <a:ln cap="flat" cmpd="sng" w="9525">
            <a:solidFill>
              <a:schemeClr val="dk2"/>
            </a:solidFill>
            <a:prstDash val="solid"/>
            <a:round/>
            <a:headEnd len="med" w="med" type="none"/>
            <a:tailEnd len="med" w="med" type="none"/>
          </a:ln>
        </p:spPr>
      </p:cxnSp>
      <p:sp>
        <p:nvSpPr>
          <p:cNvPr id="4413" name="Google Shape;4413;p55"/>
          <p:cNvSpPr/>
          <p:nvPr/>
        </p:nvSpPr>
        <p:spPr>
          <a:xfrm>
            <a:off x="2856897" y="3189900"/>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4414" name="Google Shape;4414;p55"/>
          <p:cNvGrpSpPr/>
          <p:nvPr/>
        </p:nvGrpSpPr>
        <p:grpSpPr>
          <a:xfrm>
            <a:off x="3363678" y="3253799"/>
            <a:ext cx="313273" cy="74585"/>
            <a:chOff x="3655625" y="914400"/>
            <a:chExt cx="2743200" cy="690600"/>
          </a:xfrm>
        </p:grpSpPr>
        <p:sp>
          <p:nvSpPr>
            <p:cNvPr id="4415" name="Google Shape;4415;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16" name="Google Shape;4416;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17" name="Google Shape;4417;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418" name="Google Shape;4418;p55"/>
          <p:cNvGrpSpPr/>
          <p:nvPr/>
        </p:nvGrpSpPr>
        <p:grpSpPr>
          <a:xfrm>
            <a:off x="3820878" y="3253799"/>
            <a:ext cx="313273" cy="74585"/>
            <a:chOff x="3655625" y="914400"/>
            <a:chExt cx="2743200" cy="690600"/>
          </a:xfrm>
        </p:grpSpPr>
        <p:sp>
          <p:nvSpPr>
            <p:cNvPr id="4419" name="Google Shape;4419;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20" name="Google Shape;4420;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21" name="Google Shape;4421;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422" name="Google Shape;4422;p55"/>
          <p:cNvGrpSpPr/>
          <p:nvPr/>
        </p:nvGrpSpPr>
        <p:grpSpPr>
          <a:xfrm>
            <a:off x="4278078" y="3253799"/>
            <a:ext cx="313273" cy="74585"/>
            <a:chOff x="3655625" y="914400"/>
            <a:chExt cx="2743200" cy="690600"/>
          </a:xfrm>
        </p:grpSpPr>
        <p:sp>
          <p:nvSpPr>
            <p:cNvPr id="4423" name="Google Shape;4423;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24" name="Google Shape;4424;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25" name="Google Shape;4425;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426" name="Google Shape;4426;p55"/>
          <p:cNvGrpSpPr/>
          <p:nvPr/>
        </p:nvGrpSpPr>
        <p:grpSpPr>
          <a:xfrm>
            <a:off x="2906478" y="3253799"/>
            <a:ext cx="313200" cy="74700"/>
            <a:chOff x="5335131" y="2757062"/>
            <a:chExt cx="313200" cy="74700"/>
          </a:xfrm>
        </p:grpSpPr>
        <p:sp>
          <p:nvSpPr>
            <p:cNvPr id="4427" name="Google Shape;4427;p55"/>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28" name="Google Shape;4428;p55"/>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4429" name="Google Shape;4429;p55"/>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sp>
        <p:nvSpPr>
          <p:cNvPr id="4430" name="Google Shape;4430;p55"/>
          <p:cNvSpPr/>
          <p:nvPr/>
        </p:nvSpPr>
        <p:spPr>
          <a:xfrm>
            <a:off x="556297" y="1763100"/>
            <a:ext cx="2516450" cy="1483863"/>
          </a:xfrm>
          <a:custGeom>
            <a:rect b="b" l="l" r="r" t="t"/>
            <a:pathLst>
              <a:path extrusionOk="0" h="51407" w="100658">
                <a:moveTo>
                  <a:pt x="100658" y="51407"/>
                </a:moveTo>
                <a:lnTo>
                  <a:pt x="100658" y="47065"/>
                </a:lnTo>
                <a:lnTo>
                  <a:pt x="57655" y="47065"/>
                </a:lnTo>
                <a:lnTo>
                  <a:pt x="57655" y="0"/>
                </a:lnTo>
                <a:lnTo>
                  <a:pt x="0" y="0"/>
                </a:lnTo>
                <a:lnTo>
                  <a:pt x="0" y="4007"/>
                </a:lnTo>
              </a:path>
            </a:pathLst>
          </a:custGeom>
          <a:noFill/>
          <a:ln cap="flat" cmpd="sng" w="9525">
            <a:solidFill>
              <a:schemeClr val="dk2"/>
            </a:solidFill>
            <a:prstDash val="solid"/>
            <a:round/>
            <a:headEnd len="med" w="med" type="none"/>
            <a:tailEnd len="med" w="med" type="none"/>
          </a:ln>
        </p:spPr>
      </p:sp>
      <p:sp>
        <p:nvSpPr>
          <p:cNvPr id="4431" name="Google Shape;4431;p55"/>
          <p:cNvSpPr/>
          <p:nvPr/>
        </p:nvSpPr>
        <p:spPr>
          <a:xfrm>
            <a:off x="558447" y="1700775"/>
            <a:ext cx="2974125" cy="1553012"/>
          </a:xfrm>
          <a:custGeom>
            <a:rect b="b" l="l" r="r" t="t"/>
            <a:pathLst>
              <a:path extrusionOk="0" h="53910" w="118965">
                <a:moveTo>
                  <a:pt x="118965" y="53910"/>
                </a:moveTo>
                <a:lnTo>
                  <a:pt x="118965" y="47430"/>
                </a:lnTo>
                <a:lnTo>
                  <a:pt x="60130" y="47430"/>
                </a:lnTo>
                <a:lnTo>
                  <a:pt x="60130" y="0"/>
                </a:lnTo>
                <a:lnTo>
                  <a:pt x="0" y="0"/>
                </a:lnTo>
              </a:path>
            </a:pathLst>
          </a:custGeom>
          <a:noFill/>
          <a:ln cap="flat" cmpd="sng" w="9525">
            <a:solidFill>
              <a:schemeClr val="dk2"/>
            </a:solidFill>
            <a:prstDash val="solid"/>
            <a:round/>
            <a:headEnd len="med" w="med" type="none"/>
            <a:tailEnd len="med" w="med" type="none"/>
          </a:ln>
        </p:spPr>
      </p:sp>
      <p:sp>
        <p:nvSpPr>
          <p:cNvPr id="4432" name="Google Shape;4432;p55"/>
          <p:cNvSpPr/>
          <p:nvPr/>
        </p:nvSpPr>
        <p:spPr>
          <a:xfrm>
            <a:off x="564922" y="1629500"/>
            <a:ext cx="3421225" cy="1624358"/>
          </a:xfrm>
          <a:custGeom>
            <a:rect b="b" l="l" r="r" t="t"/>
            <a:pathLst>
              <a:path extrusionOk="0" h="56761" w="136849">
                <a:moveTo>
                  <a:pt x="136849" y="56761"/>
                </a:moveTo>
                <a:lnTo>
                  <a:pt x="136849" y="48726"/>
                </a:lnTo>
                <a:lnTo>
                  <a:pt x="62204" y="48726"/>
                </a:lnTo>
                <a:lnTo>
                  <a:pt x="62204" y="0"/>
                </a:lnTo>
                <a:lnTo>
                  <a:pt x="0" y="0"/>
                </a:lnTo>
              </a:path>
            </a:pathLst>
          </a:custGeom>
          <a:noFill/>
          <a:ln cap="flat" cmpd="sng" w="9525">
            <a:solidFill>
              <a:schemeClr val="dk2"/>
            </a:solidFill>
            <a:prstDash val="solid"/>
            <a:round/>
            <a:headEnd len="med" w="med" type="none"/>
            <a:tailEnd len="med" w="med" type="none"/>
          </a:ln>
        </p:spPr>
      </p:sp>
      <p:sp>
        <p:nvSpPr>
          <p:cNvPr id="4433" name="Google Shape;4433;p55"/>
          <p:cNvSpPr/>
          <p:nvPr/>
        </p:nvSpPr>
        <p:spPr>
          <a:xfrm>
            <a:off x="558447" y="1564700"/>
            <a:ext cx="3887750" cy="1682212"/>
          </a:xfrm>
          <a:custGeom>
            <a:rect b="b" l="l" r="r" t="t"/>
            <a:pathLst>
              <a:path extrusionOk="0" h="59353" w="155510">
                <a:moveTo>
                  <a:pt x="155510" y="59353"/>
                </a:moveTo>
                <a:lnTo>
                  <a:pt x="155510" y="50281"/>
                </a:lnTo>
                <a:lnTo>
                  <a:pt x="64536" y="50281"/>
                </a:lnTo>
                <a:lnTo>
                  <a:pt x="64536" y="0"/>
                </a:lnTo>
                <a:lnTo>
                  <a:pt x="0" y="0"/>
                </a:lnTo>
              </a:path>
            </a:pathLst>
          </a:custGeom>
          <a:noFill/>
          <a:ln cap="flat" cmpd="sng" w="9525">
            <a:solidFill>
              <a:schemeClr val="dk2"/>
            </a:solidFill>
            <a:prstDash val="solid"/>
            <a:round/>
            <a:headEnd len="med" w="med" type="none"/>
            <a:tailEnd len="med" w="med" type="none"/>
          </a:ln>
        </p:spPr>
      </p:sp>
      <p:cxnSp>
        <p:nvCxnSpPr>
          <p:cNvPr id="4434" name="Google Shape;4434;p55"/>
          <p:cNvCxnSpPr/>
          <p:nvPr/>
        </p:nvCxnSpPr>
        <p:spPr>
          <a:xfrm>
            <a:off x="5202125" y="-10475"/>
            <a:ext cx="0" cy="5181300"/>
          </a:xfrm>
          <a:prstGeom prst="straightConnector1">
            <a:avLst/>
          </a:prstGeom>
          <a:noFill/>
          <a:ln cap="flat" cmpd="sng" w="19050">
            <a:solidFill>
              <a:schemeClr val="dk2"/>
            </a:solidFill>
            <a:prstDash val="dash"/>
            <a:round/>
            <a:headEnd len="med" w="med" type="none"/>
            <a:tailEnd len="med" w="med" type="none"/>
          </a:ln>
        </p:spPr>
      </p:cxnSp>
      <p:sp>
        <p:nvSpPr>
          <p:cNvPr id="4435" name="Google Shape;4435;p55"/>
          <p:cNvSpPr/>
          <p:nvPr/>
        </p:nvSpPr>
        <p:spPr>
          <a:xfrm>
            <a:off x="5480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4436" name="Google Shape;4436;p55"/>
          <p:cNvSpPr txBox="1"/>
          <p:nvPr/>
        </p:nvSpPr>
        <p:spPr>
          <a:xfrm>
            <a:off x="6080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4437" name="Google Shape;4437;p55"/>
          <p:cNvSpPr txBox="1"/>
          <p:nvPr/>
        </p:nvSpPr>
        <p:spPr>
          <a:xfrm>
            <a:off x="6624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4438" name="Google Shape;4438;p55"/>
          <p:cNvSpPr txBox="1"/>
          <p:nvPr/>
        </p:nvSpPr>
        <p:spPr>
          <a:xfrm>
            <a:off x="6968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4439" name="Google Shape;4439;p55"/>
          <p:cNvSpPr/>
          <p:nvPr/>
        </p:nvSpPr>
        <p:spPr>
          <a:xfrm>
            <a:off x="5607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4440" name="Google Shape;4440;p55"/>
          <p:cNvSpPr/>
          <p:nvPr/>
        </p:nvSpPr>
        <p:spPr>
          <a:xfrm>
            <a:off x="5656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441" name="Google Shape;4441;p55"/>
          <p:cNvGrpSpPr/>
          <p:nvPr/>
        </p:nvGrpSpPr>
        <p:grpSpPr>
          <a:xfrm>
            <a:off x="7074056" y="3444952"/>
            <a:ext cx="313273" cy="74585"/>
            <a:chOff x="3655625" y="914400"/>
            <a:chExt cx="2743200" cy="690600"/>
          </a:xfrm>
        </p:grpSpPr>
        <p:sp>
          <p:nvSpPr>
            <p:cNvPr id="4442" name="Google Shape;4442;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43" name="Google Shape;4443;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44" name="Google Shape;4444;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445" name="Google Shape;4445;p55"/>
          <p:cNvSpPr txBox="1"/>
          <p:nvPr/>
        </p:nvSpPr>
        <p:spPr>
          <a:xfrm>
            <a:off x="7463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4446" name="Google Shape;4446;p55"/>
          <p:cNvGrpSpPr/>
          <p:nvPr/>
        </p:nvGrpSpPr>
        <p:grpSpPr>
          <a:xfrm>
            <a:off x="7531256" y="3444952"/>
            <a:ext cx="313273" cy="74585"/>
            <a:chOff x="3655625" y="914400"/>
            <a:chExt cx="2743200" cy="690600"/>
          </a:xfrm>
        </p:grpSpPr>
        <p:sp>
          <p:nvSpPr>
            <p:cNvPr id="4447" name="Google Shape;4447;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48" name="Google Shape;4448;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49" name="Google Shape;4449;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450" name="Google Shape;4450;p55"/>
          <p:cNvSpPr txBox="1"/>
          <p:nvPr/>
        </p:nvSpPr>
        <p:spPr>
          <a:xfrm>
            <a:off x="7967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4451" name="Google Shape;4451;p55"/>
          <p:cNvGrpSpPr/>
          <p:nvPr/>
        </p:nvGrpSpPr>
        <p:grpSpPr>
          <a:xfrm>
            <a:off x="7988456" y="3444952"/>
            <a:ext cx="313273" cy="74585"/>
            <a:chOff x="3655625" y="914400"/>
            <a:chExt cx="2743200" cy="690600"/>
          </a:xfrm>
        </p:grpSpPr>
        <p:sp>
          <p:nvSpPr>
            <p:cNvPr id="4452" name="Google Shape;4452;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53" name="Google Shape;4453;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54" name="Google Shape;4454;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455" name="Google Shape;4455;p55"/>
          <p:cNvSpPr txBox="1"/>
          <p:nvPr/>
        </p:nvSpPr>
        <p:spPr>
          <a:xfrm>
            <a:off x="8393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4456" name="Google Shape;4456;p55"/>
          <p:cNvGrpSpPr/>
          <p:nvPr/>
        </p:nvGrpSpPr>
        <p:grpSpPr>
          <a:xfrm>
            <a:off x="7074056" y="2987752"/>
            <a:ext cx="313273" cy="74585"/>
            <a:chOff x="3655625" y="914400"/>
            <a:chExt cx="2743200" cy="690600"/>
          </a:xfrm>
        </p:grpSpPr>
        <p:sp>
          <p:nvSpPr>
            <p:cNvPr id="4457" name="Google Shape;4457;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58" name="Google Shape;4458;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59" name="Google Shape;4459;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460" name="Google Shape;4460;p55"/>
          <p:cNvGrpSpPr/>
          <p:nvPr/>
        </p:nvGrpSpPr>
        <p:grpSpPr>
          <a:xfrm>
            <a:off x="7531256" y="2987752"/>
            <a:ext cx="313273" cy="74585"/>
            <a:chOff x="3655625" y="914400"/>
            <a:chExt cx="2743200" cy="690600"/>
          </a:xfrm>
        </p:grpSpPr>
        <p:sp>
          <p:nvSpPr>
            <p:cNvPr id="4461" name="Google Shape;4461;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62" name="Google Shape;4462;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63" name="Google Shape;4463;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464" name="Google Shape;4464;p55"/>
          <p:cNvGrpSpPr/>
          <p:nvPr/>
        </p:nvGrpSpPr>
        <p:grpSpPr>
          <a:xfrm>
            <a:off x="7988456" y="2987752"/>
            <a:ext cx="313273" cy="74585"/>
            <a:chOff x="3655625" y="914400"/>
            <a:chExt cx="2743200" cy="690600"/>
          </a:xfrm>
        </p:grpSpPr>
        <p:sp>
          <p:nvSpPr>
            <p:cNvPr id="4465" name="Google Shape;4465;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66" name="Google Shape;4466;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67" name="Google Shape;4467;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468" name="Google Shape;4468;p55"/>
          <p:cNvCxnSpPr>
            <a:stCxn id="4442" idx="0"/>
          </p:cNvCxnSpPr>
          <p:nvPr/>
        </p:nvCxnSpPr>
        <p:spPr>
          <a:xfrm rot="10800000">
            <a:off x="7230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469" name="Google Shape;4469;p55"/>
          <p:cNvCxnSpPr>
            <a:stCxn id="4442" idx="0"/>
            <a:endCxn id="4461" idx="2"/>
          </p:cNvCxnSpPr>
          <p:nvPr/>
        </p:nvCxnSpPr>
        <p:spPr>
          <a:xfrm flipH="1" rot="10800000">
            <a:off x="7230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470" name="Google Shape;4470;p55"/>
          <p:cNvCxnSpPr>
            <a:stCxn id="4442" idx="0"/>
            <a:endCxn id="4465" idx="2"/>
          </p:cNvCxnSpPr>
          <p:nvPr/>
        </p:nvCxnSpPr>
        <p:spPr>
          <a:xfrm flipH="1" rot="10800000">
            <a:off x="7230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471" name="Google Shape;4471;p55"/>
          <p:cNvCxnSpPr>
            <a:stCxn id="4447" idx="0"/>
            <a:endCxn id="4461" idx="2"/>
          </p:cNvCxnSpPr>
          <p:nvPr/>
        </p:nvCxnSpPr>
        <p:spPr>
          <a:xfrm rot="10800000">
            <a:off x="7687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472" name="Google Shape;4472;p55"/>
          <p:cNvCxnSpPr>
            <a:stCxn id="4452" idx="0"/>
            <a:endCxn id="4465" idx="2"/>
          </p:cNvCxnSpPr>
          <p:nvPr/>
        </p:nvCxnSpPr>
        <p:spPr>
          <a:xfrm rot="10800000">
            <a:off x="8145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473" name="Google Shape;4473;p55"/>
          <p:cNvCxnSpPr>
            <a:stCxn id="4447" idx="0"/>
            <a:endCxn id="4465" idx="2"/>
          </p:cNvCxnSpPr>
          <p:nvPr/>
        </p:nvCxnSpPr>
        <p:spPr>
          <a:xfrm flipH="1" rot="10800000">
            <a:off x="7687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4474" name="Google Shape;4474;p55"/>
          <p:cNvGrpSpPr/>
          <p:nvPr/>
        </p:nvGrpSpPr>
        <p:grpSpPr>
          <a:xfrm rot="-5400000">
            <a:off x="7179088" y="2142702"/>
            <a:ext cx="109798" cy="26302"/>
            <a:chOff x="4885225" y="945750"/>
            <a:chExt cx="311926" cy="74700"/>
          </a:xfrm>
        </p:grpSpPr>
        <p:sp>
          <p:nvSpPr>
            <p:cNvPr id="4475" name="Google Shape;4475;p55"/>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476" name="Google Shape;4476;p55"/>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477" name="Google Shape;4477;p55"/>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478" name="Google Shape;4478;p55"/>
          <p:cNvSpPr/>
          <p:nvPr/>
        </p:nvSpPr>
        <p:spPr>
          <a:xfrm>
            <a:off x="5607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4479" name="Google Shape;4479;p55"/>
          <p:cNvSpPr/>
          <p:nvPr/>
        </p:nvSpPr>
        <p:spPr>
          <a:xfrm>
            <a:off x="5655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4480" name="Google Shape;4480;p55"/>
          <p:cNvSpPr/>
          <p:nvPr/>
        </p:nvSpPr>
        <p:spPr>
          <a:xfrm>
            <a:off x="5656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4481" name="Google Shape;4481;p55"/>
          <p:cNvSpPr/>
          <p:nvPr/>
        </p:nvSpPr>
        <p:spPr>
          <a:xfrm>
            <a:off x="5656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4482" name="Google Shape;4482;p55"/>
          <p:cNvGrpSpPr/>
          <p:nvPr/>
        </p:nvGrpSpPr>
        <p:grpSpPr>
          <a:xfrm>
            <a:off x="7077356" y="2758466"/>
            <a:ext cx="313273" cy="74585"/>
            <a:chOff x="3655625" y="914400"/>
            <a:chExt cx="2743200" cy="690600"/>
          </a:xfrm>
        </p:grpSpPr>
        <p:sp>
          <p:nvSpPr>
            <p:cNvPr id="4483" name="Google Shape;4483;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84" name="Google Shape;4484;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85" name="Google Shape;4485;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486" name="Google Shape;4486;p55"/>
          <p:cNvGrpSpPr/>
          <p:nvPr/>
        </p:nvGrpSpPr>
        <p:grpSpPr>
          <a:xfrm>
            <a:off x="7534556" y="2758466"/>
            <a:ext cx="313273" cy="74585"/>
            <a:chOff x="3655625" y="914400"/>
            <a:chExt cx="2743200" cy="690600"/>
          </a:xfrm>
        </p:grpSpPr>
        <p:sp>
          <p:nvSpPr>
            <p:cNvPr id="4487" name="Google Shape;4487;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88" name="Google Shape;4488;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89" name="Google Shape;4489;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490" name="Google Shape;4490;p55"/>
          <p:cNvGrpSpPr/>
          <p:nvPr/>
        </p:nvGrpSpPr>
        <p:grpSpPr>
          <a:xfrm>
            <a:off x="7991756" y="2758466"/>
            <a:ext cx="313273" cy="74585"/>
            <a:chOff x="3655625" y="914400"/>
            <a:chExt cx="2743200" cy="690600"/>
          </a:xfrm>
        </p:grpSpPr>
        <p:sp>
          <p:nvSpPr>
            <p:cNvPr id="4491" name="Google Shape;4491;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92" name="Google Shape;4492;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93" name="Google Shape;4493;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494" name="Google Shape;4494;p55"/>
          <p:cNvGrpSpPr/>
          <p:nvPr/>
        </p:nvGrpSpPr>
        <p:grpSpPr>
          <a:xfrm>
            <a:off x="7077356" y="2537014"/>
            <a:ext cx="313273" cy="74585"/>
            <a:chOff x="3655625" y="914400"/>
            <a:chExt cx="2743200" cy="690600"/>
          </a:xfrm>
        </p:grpSpPr>
        <p:sp>
          <p:nvSpPr>
            <p:cNvPr id="4495" name="Google Shape;4495;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96" name="Google Shape;4496;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497" name="Google Shape;4497;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498" name="Google Shape;4498;p55"/>
          <p:cNvGrpSpPr/>
          <p:nvPr/>
        </p:nvGrpSpPr>
        <p:grpSpPr>
          <a:xfrm>
            <a:off x="7534556" y="2537014"/>
            <a:ext cx="313273" cy="74585"/>
            <a:chOff x="3655625" y="914400"/>
            <a:chExt cx="2743200" cy="690600"/>
          </a:xfrm>
        </p:grpSpPr>
        <p:sp>
          <p:nvSpPr>
            <p:cNvPr id="4499" name="Google Shape;4499;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00" name="Google Shape;4500;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01" name="Google Shape;4501;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502" name="Google Shape;4502;p55"/>
          <p:cNvGrpSpPr/>
          <p:nvPr/>
        </p:nvGrpSpPr>
        <p:grpSpPr>
          <a:xfrm>
            <a:off x="7991756" y="2537014"/>
            <a:ext cx="313273" cy="74585"/>
            <a:chOff x="3655625" y="914400"/>
            <a:chExt cx="2743200" cy="690600"/>
          </a:xfrm>
        </p:grpSpPr>
        <p:sp>
          <p:nvSpPr>
            <p:cNvPr id="4503" name="Google Shape;4503;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04" name="Google Shape;4504;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05" name="Google Shape;4505;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506" name="Google Shape;4506;p55"/>
          <p:cNvCxnSpPr>
            <a:stCxn id="4483" idx="0"/>
            <a:endCxn id="4495" idx="2"/>
          </p:cNvCxnSpPr>
          <p:nvPr/>
        </p:nvCxnSpPr>
        <p:spPr>
          <a:xfrm rot="10800000">
            <a:off x="7233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507" name="Google Shape;4507;p55"/>
          <p:cNvCxnSpPr>
            <a:stCxn id="4491" idx="0"/>
            <a:endCxn id="4503" idx="2"/>
          </p:cNvCxnSpPr>
          <p:nvPr/>
        </p:nvCxnSpPr>
        <p:spPr>
          <a:xfrm rot="10800000">
            <a:off x="8148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508" name="Google Shape;4508;p55"/>
          <p:cNvCxnSpPr>
            <a:stCxn id="4487" idx="0"/>
            <a:endCxn id="4499" idx="2"/>
          </p:cNvCxnSpPr>
          <p:nvPr/>
        </p:nvCxnSpPr>
        <p:spPr>
          <a:xfrm rot="10800000">
            <a:off x="7691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4509" name="Google Shape;4509;p55"/>
          <p:cNvGrpSpPr/>
          <p:nvPr/>
        </p:nvGrpSpPr>
        <p:grpSpPr>
          <a:xfrm>
            <a:off x="7077356" y="807303"/>
            <a:ext cx="313273" cy="74585"/>
            <a:chOff x="3655625" y="914400"/>
            <a:chExt cx="2743200" cy="690600"/>
          </a:xfrm>
        </p:grpSpPr>
        <p:sp>
          <p:nvSpPr>
            <p:cNvPr id="4510" name="Google Shape;4510;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11" name="Google Shape;4511;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12" name="Google Shape;4512;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513" name="Google Shape;4513;p55"/>
          <p:cNvGrpSpPr/>
          <p:nvPr/>
        </p:nvGrpSpPr>
        <p:grpSpPr>
          <a:xfrm>
            <a:off x="7534556" y="807303"/>
            <a:ext cx="313273" cy="74585"/>
            <a:chOff x="3655625" y="914400"/>
            <a:chExt cx="2743200" cy="690600"/>
          </a:xfrm>
        </p:grpSpPr>
        <p:sp>
          <p:nvSpPr>
            <p:cNvPr id="4514" name="Google Shape;4514;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15" name="Google Shape;4515;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16" name="Google Shape;4516;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517" name="Google Shape;4517;p55"/>
          <p:cNvGrpSpPr/>
          <p:nvPr/>
        </p:nvGrpSpPr>
        <p:grpSpPr>
          <a:xfrm>
            <a:off x="7991756" y="807303"/>
            <a:ext cx="313273" cy="74585"/>
            <a:chOff x="3655625" y="914400"/>
            <a:chExt cx="2743200" cy="690600"/>
          </a:xfrm>
        </p:grpSpPr>
        <p:sp>
          <p:nvSpPr>
            <p:cNvPr id="4518" name="Google Shape;4518;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19" name="Google Shape;4519;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20" name="Google Shape;4520;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521" name="Google Shape;4521;p55"/>
          <p:cNvSpPr txBox="1"/>
          <p:nvPr/>
        </p:nvSpPr>
        <p:spPr>
          <a:xfrm>
            <a:off x="6995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4522" name="Google Shape;4522;p55"/>
          <p:cNvSpPr txBox="1"/>
          <p:nvPr/>
        </p:nvSpPr>
        <p:spPr>
          <a:xfrm>
            <a:off x="7521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4523" name="Google Shape;4523;p55"/>
          <p:cNvSpPr txBox="1"/>
          <p:nvPr/>
        </p:nvSpPr>
        <p:spPr>
          <a:xfrm>
            <a:off x="7936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4524" name="Google Shape;4524;p55"/>
          <p:cNvGrpSpPr/>
          <p:nvPr/>
        </p:nvGrpSpPr>
        <p:grpSpPr>
          <a:xfrm>
            <a:off x="8445656" y="3444952"/>
            <a:ext cx="313273" cy="74585"/>
            <a:chOff x="3655625" y="914400"/>
            <a:chExt cx="2743200" cy="690600"/>
          </a:xfrm>
        </p:grpSpPr>
        <p:sp>
          <p:nvSpPr>
            <p:cNvPr id="4525" name="Google Shape;4525;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26" name="Google Shape;4526;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27" name="Google Shape;4527;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528" name="Google Shape;4528;p55"/>
          <p:cNvGrpSpPr/>
          <p:nvPr/>
        </p:nvGrpSpPr>
        <p:grpSpPr>
          <a:xfrm>
            <a:off x="8445656" y="2987752"/>
            <a:ext cx="313273" cy="74585"/>
            <a:chOff x="3655625" y="914400"/>
            <a:chExt cx="2743200" cy="690600"/>
          </a:xfrm>
        </p:grpSpPr>
        <p:sp>
          <p:nvSpPr>
            <p:cNvPr id="4529" name="Google Shape;4529;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30" name="Google Shape;4530;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31" name="Google Shape;4531;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532" name="Google Shape;4532;p55"/>
          <p:cNvCxnSpPr>
            <a:stCxn id="4442" idx="0"/>
            <a:endCxn id="4529" idx="2"/>
          </p:cNvCxnSpPr>
          <p:nvPr/>
        </p:nvCxnSpPr>
        <p:spPr>
          <a:xfrm flipH="1" rot="10800000">
            <a:off x="7230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4533" name="Google Shape;4533;p55"/>
          <p:cNvCxnSpPr>
            <a:stCxn id="4447" idx="0"/>
            <a:endCxn id="4529" idx="2"/>
          </p:cNvCxnSpPr>
          <p:nvPr/>
        </p:nvCxnSpPr>
        <p:spPr>
          <a:xfrm flipH="1" rot="10800000">
            <a:off x="7687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534" name="Google Shape;4534;p55"/>
          <p:cNvCxnSpPr>
            <a:stCxn id="4452" idx="0"/>
            <a:endCxn id="4529" idx="2"/>
          </p:cNvCxnSpPr>
          <p:nvPr/>
        </p:nvCxnSpPr>
        <p:spPr>
          <a:xfrm flipH="1" rot="10800000">
            <a:off x="8145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535" name="Google Shape;4535;p55"/>
          <p:cNvCxnSpPr>
            <a:stCxn id="4525" idx="0"/>
            <a:endCxn id="4529" idx="2"/>
          </p:cNvCxnSpPr>
          <p:nvPr/>
        </p:nvCxnSpPr>
        <p:spPr>
          <a:xfrm rot="10800000">
            <a:off x="8602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4536" name="Google Shape;4536;p55"/>
          <p:cNvGrpSpPr/>
          <p:nvPr/>
        </p:nvGrpSpPr>
        <p:grpSpPr>
          <a:xfrm>
            <a:off x="8448956" y="2761349"/>
            <a:ext cx="313273" cy="74585"/>
            <a:chOff x="3655625" y="914400"/>
            <a:chExt cx="2743200" cy="690600"/>
          </a:xfrm>
        </p:grpSpPr>
        <p:sp>
          <p:nvSpPr>
            <p:cNvPr id="4537" name="Google Shape;4537;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38" name="Google Shape;4538;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39" name="Google Shape;4539;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540" name="Google Shape;4540;p55"/>
          <p:cNvGrpSpPr/>
          <p:nvPr/>
        </p:nvGrpSpPr>
        <p:grpSpPr>
          <a:xfrm>
            <a:off x="8448956" y="2533450"/>
            <a:ext cx="313273" cy="74585"/>
            <a:chOff x="3655625" y="914400"/>
            <a:chExt cx="2743200" cy="690600"/>
          </a:xfrm>
        </p:grpSpPr>
        <p:sp>
          <p:nvSpPr>
            <p:cNvPr id="4541" name="Google Shape;4541;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42" name="Google Shape;4542;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43" name="Google Shape;4543;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544" name="Google Shape;4544;p55"/>
          <p:cNvCxnSpPr>
            <a:stCxn id="4537" idx="0"/>
            <a:endCxn id="4541" idx="2"/>
          </p:cNvCxnSpPr>
          <p:nvPr/>
        </p:nvCxnSpPr>
        <p:spPr>
          <a:xfrm rot="10800000">
            <a:off x="8605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4545" name="Google Shape;4545;p55"/>
          <p:cNvGrpSpPr/>
          <p:nvPr/>
        </p:nvGrpSpPr>
        <p:grpSpPr>
          <a:xfrm>
            <a:off x="8445519" y="807303"/>
            <a:ext cx="313273" cy="74585"/>
            <a:chOff x="3655625" y="914400"/>
            <a:chExt cx="2743200" cy="690600"/>
          </a:xfrm>
        </p:grpSpPr>
        <p:sp>
          <p:nvSpPr>
            <p:cNvPr id="4546" name="Google Shape;4546;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47" name="Google Shape;4547;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48" name="Google Shape;4548;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549" name="Google Shape;4549;p55"/>
          <p:cNvSpPr txBox="1"/>
          <p:nvPr/>
        </p:nvSpPr>
        <p:spPr>
          <a:xfrm>
            <a:off x="8327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4550" name="Google Shape;4550;p55"/>
          <p:cNvGrpSpPr/>
          <p:nvPr/>
        </p:nvGrpSpPr>
        <p:grpSpPr>
          <a:xfrm>
            <a:off x="6616856" y="3444952"/>
            <a:ext cx="313273" cy="74585"/>
            <a:chOff x="3655625" y="914400"/>
            <a:chExt cx="2743200" cy="690600"/>
          </a:xfrm>
        </p:grpSpPr>
        <p:sp>
          <p:nvSpPr>
            <p:cNvPr id="4551" name="Google Shape;4551;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52" name="Google Shape;4552;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53" name="Google Shape;4553;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554" name="Google Shape;4554;p55"/>
          <p:cNvGrpSpPr/>
          <p:nvPr/>
        </p:nvGrpSpPr>
        <p:grpSpPr>
          <a:xfrm>
            <a:off x="6616856" y="2987752"/>
            <a:ext cx="313273" cy="74585"/>
            <a:chOff x="3655625" y="914400"/>
            <a:chExt cx="2743200" cy="690600"/>
          </a:xfrm>
        </p:grpSpPr>
        <p:sp>
          <p:nvSpPr>
            <p:cNvPr id="4555" name="Google Shape;4555;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56" name="Google Shape;4556;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57" name="Google Shape;4557;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558" name="Google Shape;4558;p55"/>
          <p:cNvGrpSpPr/>
          <p:nvPr/>
        </p:nvGrpSpPr>
        <p:grpSpPr>
          <a:xfrm>
            <a:off x="6159656" y="3444952"/>
            <a:ext cx="313273" cy="74585"/>
            <a:chOff x="3655625" y="914400"/>
            <a:chExt cx="2743200" cy="690600"/>
          </a:xfrm>
        </p:grpSpPr>
        <p:sp>
          <p:nvSpPr>
            <p:cNvPr id="4559" name="Google Shape;4559;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60" name="Google Shape;4560;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61" name="Google Shape;4561;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562" name="Google Shape;4562;p55"/>
          <p:cNvGrpSpPr/>
          <p:nvPr/>
        </p:nvGrpSpPr>
        <p:grpSpPr>
          <a:xfrm>
            <a:off x="6159656" y="2987752"/>
            <a:ext cx="313273" cy="74585"/>
            <a:chOff x="3655625" y="914400"/>
            <a:chExt cx="2743200" cy="690600"/>
          </a:xfrm>
        </p:grpSpPr>
        <p:sp>
          <p:nvSpPr>
            <p:cNvPr id="4563" name="Google Shape;4563;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64" name="Google Shape;4564;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65" name="Google Shape;4565;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566" name="Google Shape;4566;p55"/>
          <p:cNvGrpSpPr/>
          <p:nvPr/>
        </p:nvGrpSpPr>
        <p:grpSpPr>
          <a:xfrm>
            <a:off x="5702456" y="3444952"/>
            <a:ext cx="313273" cy="74585"/>
            <a:chOff x="3655625" y="914400"/>
            <a:chExt cx="2743200" cy="690600"/>
          </a:xfrm>
        </p:grpSpPr>
        <p:sp>
          <p:nvSpPr>
            <p:cNvPr id="4567" name="Google Shape;4567;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68" name="Google Shape;4568;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69" name="Google Shape;4569;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570" name="Google Shape;4570;p55"/>
          <p:cNvGrpSpPr/>
          <p:nvPr/>
        </p:nvGrpSpPr>
        <p:grpSpPr>
          <a:xfrm>
            <a:off x="5702456" y="2987752"/>
            <a:ext cx="313273" cy="74585"/>
            <a:chOff x="3655625" y="914400"/>
            <a:chExt cx="2743200" cy="690600"/>
          </a:xfrm>
        </p:grpSpPr>
        <p:sp>
          <p:nvSpPr>
            <p:cNvPr id="4571" name="Google Shape;4571;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72" name="Google Shape;4572;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73" name="Google Shape;4573;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574" name="Google Shape;4574;p55"/>
          <p:cNvSpPr txBox="1"/>
          <p:nvPr/>
        </p:nvSpPr>
        <p:spPr>
          <a:xfrm>
            <a:off x="5607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4575" name="Google Shape;4575;p55"/>
          <p:cNvCxnSpPr>
            <a:stCxn id="4551" idx="0"/>
            <a:endCxn id="4555" idx="2"/>
          </p:cNvCxnSpPr>
          <p:nvPr/>
        </p:nvCxnSpPr>
        <p:spPr>
          <a:xfrm rot="10800000">
            <a:off x="6773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576" name="Google Shape;4576;p55"/>
          <p:cNvCxnSpPr>
            <a:stCxn id="4559" idx="0"/>
            <a:endCxn id="4563"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577" name="Google Shape;4577;p55"/>
          <p:cNvCxnSpPr>
            <a:stCxn id="4567" idx="0"/>
            <a:endCxn id="4571"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578" name="Google Shape;4578;p55"/>
          <p:cNvCxnSpPr>
            <a:stCxn id="4567" idx="0"/>
            <a:endCxn id="4563"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579" name="Google Shape;4579;p55"/>
          <p:cNvCxnSpPr>
            <a:stCxn id="4567" idx="0"/>
            <a:endCxn id="4555" idx="2"/>
          </p:cNvCxnSpPr>
          <p:nvPr/>
        </p:nvCxnSpPr>
        <p:spPr>
          <a:xfrm flipH="1" rot="10800000">
            <a:off x="58590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580" name="Google Shape;4580;p55"/>
          <p:cNvCxnSpPr>
            <a:stCxn id="4567" idx="0"/>
            <a:endCxn id="4457" idx="2"/>
          </p:cNvCxnSpPr>
          <p:nvPr/>
        </p:nvCxnSpPr>
        <p:spPr>
          <a:xfrm flipH="1" rot="10800000">
            <a:off x="5859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4581" name="Google Shape;4581;p55"/>
          <p:cNvCxnSpPr>
            <a:stCxn id="4567" idx="0"/>
            <a:endCxn id="4461" idx="2"/>
          </p:cNvCxnSpPr>
          <p:nvPr/>
        </p:nvCxnSpPr>
        <p:spPr>
          <a:xfrm flipH="1" rot="10800000">
            <a:off x="5859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4582" name="Google Shape;4582;p55"/>
          <p:cNvCxnSpPr>
            <a:stCxn id="4567" idx="0"/>
            <a:endCxn id="4465" idx="2"/>
          </p:cNvCxnSpPr>
          <p:nvPr/>
        </p:nvCxnSpPr>
        <p:spPr>
          <a:xfrm flipH="1" rot="10800000">
            <a:off x="5859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4583" name="Google Shape;4583;p55"/>
          <p:cNvCxnSpPr>
            <a:stCxn id="4567" idx="0"/>
            <a:endCxn id="4529" idx="2"/>
          </p:cNvCxnSpPr>
          <p:nvPr/>
        </p:nvCxnSpPr>
        <p:spPr>
          <a:xfrm flipH="1" rot="10800000">
            <a:off x="5859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4584" name="Google Shape;4584;p55"/>
          <p:cNvCxnSpPr>
            <a:stCxn id="4559" idx="0"/>
            <a:endCxn id="4555" idx="2"/>
          </p:cNvCxnSpPr>
          <p:nvPr/>
        </p:nvCxnSpPr>
        <p:spPr>
          <a:xfrm flipH="1" rot="10800000">
            <a:off x="6316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585" name="Google Shape;4585;p55"/>
          <p:cNvCxnSpPr>
            <a:stCxn id="4559" idx="0"/>
            <a:endCxn id="4457" idx="2"/>
          </p:cNvCxnSpPr>
          <p:nvPr/>
        </p:nvCxnSpPr>
        <p:spPr>
          <a:xfrm flipH="1" rot="10800000">
            <a:off x="6316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586" name="Google Shape;4586;p55"/>
          <p:cNvCxnSpPr>
            <a:stCxn id="4559" idx="0"/>
            <a:endCxn id="4461" idx="2"/>
          </p:cNvCxnSpPr>
          <p:nvPr/>
        </p:nvCxnSpPr>
        <p:spPr>
          <a:xfrm flipH="1" rot="10800000">
            <a:off x="6316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4587" name="Google Shape;4587;p55"/>
          <p:cNvCxnSpPr>
            <a:stCxn id="4559" idx="0"/>
            <a:endCxn id="4465" idx="2"/>
          </p:cNvCxnSpPr>
          <p:nvPr/>
        </p:nvCxnSpPr>
        <p:spPr>
          <a:xfrm flipH="1" rot="10800000">
            <a:off x="6316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4588" name="Google Shape;4588;p55"/>
          <p:cNvCxnSpPr>
            <a:stCxn id="4559" idx="0"/>
            <a:endCxn id="4529" idx="2"/>
          </p:cNvCxnSpPr>
          <p:nvPr/>
        </p:nvCxnSpPr>
        <p:spPr>
          <a:xfrm flipH="1" rot="10800000">
            <a:off x="63162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4589" name="Google Shape;4589;p55"/>
          <p:cNvCxnSpPr>
            <a:stCxn id="4551" idx="0"/>
            <a:endCxn id="4457" idx="2"/>
          </p:cNvCxnSpPr>
          <p:nvPr/>
        </p:nvCxnSpPr>
        <p:spPr>
          <a:xfrm flipH="1" rot="10800000">
            <a:off x="6773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590" name="Google Shape;4590;p55"/>
          <p:cNvCxnSpPr>
            <a:stCxn id="4551" idx="0"/>
            <a:endCxn id="4461" idx="2"/>
          </p:cNvCxnSpPr>
          <p:nvPr/>
        </p:nvCxnSpPr>
        <p:spPr>
          <a:xfrm flipH="1" rot="10800000">
            <a:off x="6773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591" name="Google Shape;4591;p55"/>
          <p:cNvCxnSpPr>
            <a:stCxn id="4551" idx="0"/>
            <a:endCxn id="4465" idx="2"/>
          </p:cNvCxnSpPr>
          <p:nvPr/>
        </p:nvCxnSpPr>
        <p:spPr>
          <a:xfrm flipH="1" rot="10800000">
            <a:off x="6773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4592" name="Google Shape;4592;p55"/>
          <p:cNvCxnSpPr>
            <a:stCxn id="4551" idx="0"/>
            <a:endCxn id="4529" idx="2"/>
          </p:cNvCxnSpPr>
          <p:nvPr/>
        </p:nvCxnSpPr>
        <p:spPr>
          <a:xfrm flipH="1" rot="10800000">
            <a:off x="6773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4593" name="Google Shape;4593;p55"/>
          <p:cNvGrpSpPr/>
          <p:nvPr/>
        </p:nvGrpSpPr>
        <p:grpSpPr>
          <a:xfrm>
            <a:off x="6620156" y="2758466"/>
            <a:ext cx="313273" cy="74585"/>
            <a:chOff x="3655625" y="914400"/>
            <a:chExt cx="2743200" cy="690600"/>
          </a:xfrm>
        </p:grpSpPr>
        <p:sp>
          <p:nvSpPr>
            <p:cNvPr id="4594" name="Google Shape;4594;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95" name="Google Shape;4595;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596" name="Google Shape;4596;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597" name="Google Shape;4597;p55"/>
          <p:cNvGrpSpPr/>
          <p:nvPr/>
        </p:nvGrpSpPr>
        <p:grpSpPr>
          <a:xfrm>
            <a:off x="6620156" y="2537014"/>
            <a:ext cx="313273" cy="74585"/>
            <a:chOff x="3655625" y="914400"/>
            <a:chExt cx="2743200" cy="690600"/>
          </a:xfrm>
        </p:grpSpPr>
        <p:sp>
          <p:nvSpPr>
            <p:cNvPr id="4598" name="Google Shape;4598;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599" name="Google Shape;4599;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00" name="Google Shape;4600;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601" name="Google Shape;4601;p55"/>
          <p:cNvCxnSpPr>
            <a:stCxn id="4594" idx="0"/>
            <a:endCxn id="4598" idx="2"/>
          </p:cNvCxnSpPr>
          <p:nvPr/>
        </p:nvCxnSpPr>
        <p:spPr>
          <a:xfrm rot="10800000">
            <a:off x="6776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4602" name="Google Shape;4602;p55"/>
          <p:cNvGrpSpPr/>
          <p:nvPr/>
        </p:nvGrpSpPr>
        <p:grpSpPr>
          <a:xfrm>
            <a:off x="6162956" y="2758466"/>
            <a:ext cx="313273" cy="74585"/>
            <a:chOff x="3655625" y="914400"/>
            <a:chExt cx="2743200" cy="690600"/>
          </a:xfrm>
        </p:grpSpPr>
        <p:sp>
          <p:nvSpPr>
            <p:cNvPr id="4603" name="Google Shape;4603;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04" name="Google Shape;4604;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05" name="Google Shape;4605;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06" name="Google Shape;4606;p55"/>
          <p:cNvGrpSpPr/>
          <p:nvPr/>
        </p:nvGrpSpPr>
        <p:grpSpPr>
          <a:xfrm>
            <a:off x="6162956" y="2537014"/>
            <a:ext cx="313273" cy="74585"/>
            <a:chOff x="3655625" y="914400"/>
            <a:chExt cx="2743200" cy="690600"/>
          </a:xfrm>
        </p:grpSpPr>
        <p:sp>
          <p:nvSpPr>
            <p:cNvPr id="4607" name="Google Shape;4607;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08" name="Google Shape;4608;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09" name="Google Shape;4609;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610" name="Google Shape;4610;p55"/>
          <p:cNvCxnSpPr>
            <a:stCxn id="4603" idx="0"/>
            <a:endCxn id="4607" idx="2"/>
          </p:cNvCxnSpPr>
          <p:nvPr/>
        </p:nvCxnSpPr>
        <p:spPr>
          <a:xfrm rot="10800000">
            <a:off x="6319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4611" name="Google Shape;4611;p55"/>
          <p:cNvGrpSpPr/>
          <p:nvPr/>
        </p:nvGrpSpPr>
        <p:grpSpPr>
          <a:xfrm>
            <a:off x="5705756" y="2758466"/>
            <a:ext cx="313273" cy="74585"/>
            <a:chOff x="3655625" y="914400"/>
            <a:chExt cx="2743200" cy="690600"/>
          </a:xfrm>
        </p:grpSpPr>
        <p:sp>
          <p:nvSpPr>
            <p:cNvPr id="4612" name="Google Shape;4612;p5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13" name="Google Shape;4613;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14" name="Google Shape;4614;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15" name="Google Shape;4615;p55"/>
          <p:cNvGrpSpPr/>
          <p:nvPr/>
        </p:nvGrpSpPr>
        <p:grpSpPr>
          <a:xfrm>
            <a:off x="5705756" y="2537014"/>
            <a:ext cx="313273" cy="74585"/>
            <a:chOff x="3655625" y="914400"/>
            <a:chExt cx="2743200" cy="690600"/>
          </a:xfrm>
        </p:grpSpPr>
        <p:sp>
          <p:nvSpPr>
            <p:cNvPr id="4616" name="Google Shape;4616;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17" name="Google Shape;4617;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18" name="Google Shape;4618;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619" name="Google Shape;4619;p55"/>
          <p:cNvCxnSpPr>
            <a:stCxn id="4612" idx="0"/>
            <a:endCxn id="4616"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4620" name="Google Shape;4620;p55"/>
          <p:cNvGrpSpPr/>
          <p:nvPr/>
        </p:nvGrpSpPr>
        <p:grpSpPr>
          <a:xfrm>
            <a:off x="5705756" y="807303"/>
            <a:ext cx="313273" cy="74585"/>
            <a:chOff x="3655625" y="914400"/>
            <a:chExt cx="2743200" cy="690600"/>
          </a:xfrm>
        </p:grpSpPr>
        <p:sp>
          <p:nvSpPr>
            <p:cNvPr id="4621" name="Google Shape;4621;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22" name="Google Shape;4622;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23" name="Google Shape;4623;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24" name="Google Shape;4624;p55"/>
          <p:cNvGrpSpPr/>
          <p:nvPr/>
        </p:nvGrpSpPr>
        <p:grpSpPr>
          <a:xfrm>
            <a:off x="6162956" y="807303"/>
            <a:ext cx="313273" cy="74585"/>
            <a:chOff x="3655625" y="914400"/>
            <a:chExt cx="2743200" cy="690600"/>
          </a:xfrm>
        </p:grpSpPr>
        <p:sp>
          <p:nvSpPr>
            <p:cNvPr id="4625" name="Google Shape;4625;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26" name="Google Shape;4626;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27" name="Google Shape;4627;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28" name="Google Shape;4628;p55"/>
          <p:cNvGrpSpPr/>
          <p:nvPr/>
        </p:nvGrpSpPr>
        <p:grpSpPr>
          <a:xfrm>
            <a:off x="6620156" y="807303"/>
            <a:ext cx="313273" cy="74585"/>
            <a:chOff x="3655625" y="914400"/>
            <a:chExt cx="2743200" cy="690600"/>
          </a:xfrm>
        </p:grpSpPr>
        <p:sp>
          <p:nvSpPr>
            <p:cNvPr id="4629" name="Google Shape;4629;p5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30" name="Google Shape;4630;p5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31" name="Google Shape;4631;p5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632" name="Google Shape;4632;p55"/>
          <p:cNvSpPr txBox="1"/>
          <p:nvPr/>
        </p:nvSpPr>
        <p:spPr>
          <a:xfrm>
            <a:off x="5618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4633" name="Google Shape;4633;p55"/>
          <p:cNvSpPr txBox="1"/>
          <p:nvPr/>
        </p:nvSpPr>
        <p:spPr>
          <a:xfrm>
            <a:off x="6162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4634" name="Google Shape;4634;p55"/>
          <p:cNvSpPr txBox="1"/>
          <p:nvPr/>
        </p:nvSpPr>
        <p:spPr>
          <a:xfrm>
            <a:off x="6512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4635" name="Google Shape;4635;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9" name="Shape 4639"/>
        <p:cNvGrpSpPr/>
        <p:nvPr/>
      </p:nvGrpSpPr>
      <p:grpSpPr>
        <a:xfrm>
          <a:off x="0" y="0"/>
          <a:ext cx="0" cy="0"/>
          <a:chOff x="0" y="0"/>
          <a:chExt cx="0" cy="0"/>
        </a:xfrm>
      </p:grpSpPr>
      <p:sp>
        <p:nvSpPr>
          <p:cNvPr id="4640" name="Google Shape;4640;p56"/>
          <p:cNvSpPr/>
          <p:nvPr/>
        </p:nvSpPr>
        <p:spPr>
          <a:xfrm>
            <a:off x="2728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4641" name="Google Shape;4641;p56"/>
          <p:cNvSpPr/>
          <p:nvPr/>
        </p:nvSpPr>
        <p:spPr>
          <a:xfrm>
            <a:off x="158272" y="1948750"/>
            <a:ext cx="1676100" cy="26493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4642" name="Google Shape;4642;p56"/>
          <p:cNvSpPr/>
          <p:nvPr/>
        </p:nvSpPr>
        <p:spPr>
          <a:xfrm>
            <a:off x="254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4643" name="Google Shape;4643;p56"/>
          <p:cNvSpPr/>
          <p:nvPr/>
        </p:nvSpPr>
        <p:spPr>
          <a:xfrm>
            <a:off x="321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4644" name="Google Shape;4644;p56"/>
          <p:cNvSpPr/>
          <p:nvPr/>
        </p:nvSpPr>
        <p:spPr>
          <a:xfrm>
            <a:off x="342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645" name="Google Shape;4645;p56"/>
          <p:cNvGrpSpPr/>
          <p:nvPr/>
        </p:nvGrpSpPr>
        <p:grpSpPr>
          <a:xfrm>
            <a:off x="378203" y="3903853"/>
            <a:ext cx="313273" cy="74585"/>
            <a:chOff x="3655625" y="914400"/>
            <a:chExt cx="2743200" cy="690600"/>
          </a:xfrm>
        </p:grpSpPr>
        <p:sp>
          <p:nvSpPr>
            <p:cNvPr id="4646" name="Google Shape;4646;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47" name="Google Shape;4647;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48" name="Google Shape;4648;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649" name="Google Shape;4649;p56"/>
          <p:cNvSpPr txBox="1"/>
          <p:nvPr/>
        </p:nvSpPr>
        <p:spPr>
          <a:xfrm>
            <a:off x="299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4650" name="Google Shape;4650;p56"/>
          <p:cNvGrpSpPr/>
          <p:nvPr/>
        </p:nvGrpSpPr>
        <p:grpSpPr>
          <a:xfrm>
            <a:off x="835403" y="3903853"/>
            <a:ext cx="313273" cy="74585"/>
            <a:chOff x="3655625" y="914400"/>
            <a:chExt cx="2743200" cy="690600"/>
          </a:xfrm>
        </p:grpSpPr>
        <p:sp>
          <p:nvSpPr>
            <p:cNvPr id="4651" name="Google Shape;4651;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52" name="Google Shape;4652;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53" name="Google Shape;4653;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654" name="Google Shape;4654;p56"/>
          <p:cNvSpPr txBox="1"/>
          <p:nvPr/>
        </p:nvSpPr>
        <p:spPr>
          <a:xfrm>
            <a:off x="832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4655" name="Google Shape;4655;p56"/>
          <p:cNvGrpSpPr/>
          <p:nvPr/>
        </p:nvGrpSpPr>
        <p:grpSpPr>
          <a:xfrm>
            <a:off x="1292603" y="3903853"/>
            <a:ext cx="313273" cy="74585"/>
            <a:chOff x="3655625" y="914400"/>
            <a:chExt cx="2743200" cy="690600"/>
          </a:xfrm>
        </p:grpSpPr>
        <p:sp>
          <p:nvSpPr>
            <p:cNvPr id="4656" name="Google Shape;4656;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57" name="Google Shape;4657;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58" name="Google Shape;4658;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659" name="Google Shape;4659;p56"/>
          <p:cNvSpPr txBox="1"/>
          <p:nvPr/>
        </p:nvSpPr>
        <p:spPr>
          <a:xfrm>
            <a:off x="1208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4660" name="Google Shape;4660;p56"/>
          <p:cNvGrpSpPr/>
          <p:nvPr/>
        </p:nvGrpSpPr>
        <p:grpSpPr>
          <a:xfrm>
            <a:off x="378203" y="3446653"/>
            <a:ext cx="313273" cy="74585"/>
            <a:chOff x="3655625" y="914400"/>
            <a:chExt cx="2743200" cy="690600"/>
          </a:xfrm>
        </p:grpSpPr>
        <p:sp>
          <p:nvSpPr>
            <p:cNvPr id="4661" name="Google Shape;4661;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62" name="Google Shape;4662;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63" name="Google Shape;4663;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64" name="Google Shape;4664;p56"/>
          <p:cNvGrpSpPr/>
          <p:nvPr/>
        </p:nvGrpSpPr>
        <p:grpSpPr>
          <a:xfrm>
            <a:off x="835403" y="3446653"/>
            <a:ext cx="313273" cy="74585"/>
            <a:chOff x="3655625" y="914400"/>
            <a:chExt cx="2743200" cy="690600"/>
          </a:xfrm>
        </p:grpSpPr>
        <p:sp>
          <p:nvSpPr>
            <p:cNvPr id="4665" name="Google Shape;4665;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66" name="Google Shape;4666;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67" name="Google Shape;4667;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68" name="Google Shape;4668;p56"/>
          <p:cNvGrpSpPr/>
          <p:nvPr/>
        </p:nvGrpSpPr>
        <p:grpSpPr>
          <a:xfrm>
            <a:off x="1292603" y="3446653"/>
            <a:ext cx="313273" cy="74585"/>
            <a:chOff x="3655625" y="914400"/>
            <a:chExt cx="2743200" cy="690600"/>
          </a:xfrm>
        </p:grpSpPr>
        <p:sp>
          <p:nvSpPr>
            <p:cNvPr id="4669" name="Google Shape;4669;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70" name="Google Shape;4670;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71" name="Google Shape;4671;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672" name="Google Shape;4672;p56"/>
          <p:cNvCxnSpPr>
            <a:stCxn id="4651" idx="0"/>
            <a:endCxn id="4661" idx="2"/>
          </p:cNvCxnSpPr>
          <p:nvPr/>
        </p:nvCxnSpPr>
        <p:spPr>
          <a:xfrm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673" name="Google Shape;4673;p56"/>
          <p:cNvCxnSpPr>
            <a:stCxn id="4656" idx="0"/>
          </p:cNvCxnSpPr>
          <p:nvPr/>
        </p:nvCxnSpPr>
        <p:spPr>
          <a:xfrm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674" name="Google Shape;4674;p56"/>
          <p:cNvCxnSpPr>
            <a:stCxn id="4646" idx="0"/>
          </p:cNvCxnSpPr>
          <p:nvPr/>
        </p:nvCxnSpPr>
        <p:spPr>
          <a:xfrm rot="10800000">
            <a:off x="534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675" name="Google Shape;4675;p56"/>
          <p:cNvCxnSpPr>
            <a:stCxn id="4646" idx="0"/>
            <a:endCxn id="4665" idx="2"/>
          </p:cNvCxnSpPr>
          <p:nvPr/>
        </p:nvCxnSpPr>
        <p:spPr>
          <a:xfrm flipH="1"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676" name="Google Shape;4676;p56"/>
          <p:cNvCxnSpPr>
            <a:stCxn id="4646" idx="0"/>
            <a:endCxn id="4669" idx="2"/>
          </p:cNvCxnSpPr>
          <p:nvPr/>
        </p:nvCxnSpPr>
        <p:spPr>
          <a:xfrm flipH="1"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677" name="Google Shape;4677;p56"/>
          <p:cNvCxnSpPr>
            <a:stCxn id="4651" idx="0"/>
            <a:endCxn id="4665" idx="2"/>
          </p:cNvCxnSpPr>
          <p:nvPr/>
        </p:nvCxnSpPr>
        <p:spPr>
          <a:xfrm rot="10800000">
            <a:off x="992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678" name="Google Shape;4678;p56"/>
          <p:cNvCxnSpPr>
            <a:stCxn id="4656" idx="0"/>
            <a:endCxn id="4669" idx="2"/>
          </p:cNvCxnSpPr>
          <p:nvPr/>
        </p:nvCxnSpPr>
        <p:spPr>
          <a:xfrm rot="10800000">
            <a:off x="1449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679" name="Google Shape;4679;p56"/>
          <p:cNvCxnSpPr>
            <a:stCxn id="4656" idx="0"/>
            <a:endCxn id="4665" idx="2"/>
          </p:cNvCxnSpPr>
          <p:nvPr/>
        </p:nvCxnSpPr>
        <p:spPr>
          <a:xfrm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680" name="Google Shape;4680;p56"/>
          <p:cNvCxnSpPr>
            <a:stCxn id="4651" idx="0"/>
            <a:endCxn id="4669" idx="2"/>
          </p:cNvCxnSpPr>
          <p:nvPr/>
        </p:nvCxnSpPr>
        <p:spPr>
          <a:xfrm flipH="1"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4681" name="Google Shape;4681;p56"/>
          <p:cNvGrpSpPr/>
          <p:nvPr/>
        </p:nvGrpSpPr>
        <p:grpSpPr>
          <a:xfrm>
            <a:off x="378203" y="3201599"/>
            <a:ext cx="313273" cy="74585"/>
            <a:chOff x="3655625" y="914400"/>
            <a:chExt cx="2743200" cy="690600"/>
          </a:xfrm>
        </p:grpSpPr>
        <p:sp>
          <p:nvSpPr>
            <p:cNvPr id="4682" name="Google Shape;4682;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83" name="Google Shape;4683;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84" name="Google Shape;4684;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85" name="Google Shape;4685;p56"/>
          <p:cNvGrpSpPr/>
          <p:nvPr/>
        </p:nvGrpSpPr>
        <p:grpSpPr>
          <a:xfrm>
            <a:off x="835403" y="3201599"/>
            <a:ext cx="313273" cy="74585"/>
            <a:chOff x="3655625" y="914400"/>
            <a:chExt cx="2743200" cy="690600"/>
          </a:xfrm>
        </p:grpSpPr>
        <p:sp>
          <p:nvSpPr>
            <p:cNvPr id="4686" name="Google Shape;4686;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87" name="Google Shape;4687;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88" name="Google Shape;4688;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89" name="Google Shape;4689;p56"/>
          <p:cNvGrpSpPr/>
          <p:nvPr/>
        </p:nvGrpSpPr>
        <p:grpSpPr>
          <a:xfrm>
            <a:off x="1292603" y="3201599"/>
            <a:ext cx="313273" cy="74585"/>
            <a:chOff x="3655625" y="914400"/>
            <a:chExt cx="2743200" cy="690600"/>
          </a:xfrm>
        </p:grpSpPr>
        <p:sp>
          <p:nvSpPr>
            <p:cNvPr id="4690" name="Google Shape;4690;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91" name="Google Shape;4691;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92" name="Google Shape;4692;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93" name="Google Shape;4693;p56"/>
          <p:cNvGrpSpPr/>
          <p:nvPr/>
        </p:nvGrpSpPr>
        <p:grpSpPr>
          <a:xfrm>
            <a:off x="378203" y="2980147"/>
            <a:ext cx="313273" cy="74585"/>
            <a:chOff x="3655625" y="914400"/>
            <a:chExt cx="2743200" cy="690600"/>
          </a:xfrm>
        </p:grpSpPr>
        <p:sp>
          <p:nvSpPr>
            <p:cNvPr id="4694" name="Google Shape;4694;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95" name="Google Shape;4695;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696" name="Google Shape;4696;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697" name="Google Shape;4697;p56"/>
          <p:cNvGrpSpPr/>
          <p:nvPr/>
        </p:nvGrpSpPr>
        <p:grpSpPr>
          <a:xfrm>
            <a:off x="835403" y="2980147"/>
            <a:ext cx="313273" cy="74585"/>
            <a:chOff x="3655625" y="914400"/>
            <a:chExt cx="2743200" cy="690600"/>
          </a:xfrm>
        </p:grpSpPr>
        <p:sp>
          <p:nvSpPr>
            <p:cNvPr id="4698" name="Google Shape;4698;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99" name="Google Shape;4699;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00" name="Google Shape;4700;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701" name="Google Shape;4701;p56"/>
          <p:cNvGrpSpPr/>
          <p:nvPr/>
        </p:nvGrpSpPr>
        <p:grpSpPr>
          <a:xfrm>
            <a:off x="1292603" y="2980147"/>
            <a:ext cx="313273" cy="74585"/>
            <a:chOff x="3655625" y="914400"/>
            <a:chExt cx="2743200" cy="690600"/>
          </a:xfrm>
        </p:grpSpPr>
        <p:sp>
          <p:nvSpPr>
            <p:cNvPr id="4702" name="Google Shape;4702;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03" name="Google Shape;4703;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04" name="Google Shape;4704;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705" name="Google Shape;4705;p56"/>
          <p:cNvCxnSpPr>
            <a:stCxn id="4682" idx="0"/>
            <a:endCxn id="4694" idx="2"/>
          </p:cNvCxnSpPr>
          <p:nvPr/>
        </p:nvCxnSpPr>
        <p:spPr>
          <a:xfrm rot="10800000">
            <a:off x="534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706" name="Google Shape;4706;p56"/>
          <p:cNvCxnSpPr>
            <a:stCxn id="4690" idx="0"/>
            <a:endCxn id="4702" idx="2"/>
          </p:cNvCxnSpPr>
          <p:nvPr/>
        </p:nvCxnSpPr>
        <p:spPr>
          <a:xfrm rot="10800000">
            <a:off x="1449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707" name="Google Shape;4707;p56"/>
          <p:cNvCxnSpPr>
            <a:stCxn id="4686" idx="0"/>
            <a:endCxn id="4698" idx="2"/>
          </p:cNvCxnSpPr>
          <p:nvPr/>
        </p:nvCxnSpPr>
        <p:spPr>
          <a:xfrm rot="10800000">
            <a:off x="992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4708" name="Google Shape;4708;p56"/>
          <p:cNvSpPr/>
          <p:nvPr/>
        </p:nvSpPr>
        <p:spPr>
          <a:xfrm>
            <a:off x="301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4709" name="Google Shape;4709;p56"/>
          <p:cNvSpPr/>
          <p:nvPr/>
        </p:nvSpPr>
        <p:spPr>
          <a:xfrm>
            <a:off x="404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4710" name="Google Shape;4710;p56"/>
          <p:cNvSpPr/>
          <p:nvPr/>
        </p:nvSpPr>
        <p:spPr>
          <a:xfrm>
            <a:off x="404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4711" name="Google Shape;4711;p56"/>
          <p:cNvSpPr/>
          <p:nvPr/>
        </p:nvSpPr>
        <p:spPr>
          <a:xfrm>
            <a:off x="2816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4712" name="Google Shape;4712;p56"/>
          <p:cNvSpPr/>
          <p:nvPr/>
        </p:nvSpPr>
        <p:spPr>
          <a:xfrm>
            <a:off x="2856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713" name="Google Shape;4713;p56"/>
          <p:cNvGrpSpPr/>
          <p:nvPr/>
        </p:nvGrpSpPr>
        <p:grpSpPr>
          <a:xfrm>
            <a:off x="2892803" y="3955308"/>
            <a:ext cx="313273" cy="74585"/>
            <a:chOff x="3655625" y="914400"/>
            <a:chExt cx="2743200" cy="690600"/>
          </a:xfrm>
        </p:grpSpPr>
        <p:sp>
          <p:nvSpPr>
            <p:cNvPr id="4714" name="Google Shape;4714;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15" name="Google Shape;4715;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16" name="Google Shape;4716;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717" name="Google Shape;4717;p56"/>
          <p:cNvSpPr txBox="1"/>
          <p:nvPr/>
        </p:nvSpPr>
        <p:spPr>
          <a:xfrm>
            <a:off x="3271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4718" name="Google Shape;4718;p56"/>
          <p:cNvGrpSpPr/>
          <p:nvPr/>
        </p:nvGrpSpPr>
        <p:grpSpPr>
          <a:xfrm>
            <a:off x="3350003" y="3955308"/>
            <a:ext cx="313273" cy="74585"/>
            <a:chOff x="3655625" y="914400"/>
            <a:chExt cx="2743200" cy="690600"/>
          </a:xfrm>
        </p:grpSpPr>
        <p:sp>
          <p:nvSpPr>
            <p:cNvPr id="4719" name="Google Shape;4719;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20" name="Google Shape;4720;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21" name="Google Shape;4721;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722" name="Google Shape;4722;p56"/>
          <p:cNvSpPr txBox="1"/>
          <p:nvPr/>
        </p:nvSpPr>
        <p:spPr>
          <a:xfrm>
            <a:off x="3797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4723" name="Google Shape;4723;p56"/>
          <p:cNvGrpSpPr/>
          <p:nvPr/>
        </p:nvGrpSpPr>
        <p:grpSpPr>
          <a:xfrm>
            <a:off x="3807203" y="3955308"/>
            <a:ext cx="313273" cy="74585"/>
            <a:chOff x="3655625" y="914400"/>
            <a:chExt cx="2743200" cy="690600"/>
          </a:xfrm>
        </p:grpSpPr>
        <p:sp>
          <p:nvSpPr>
            <p:cNvPr id="4724" name="Google Shape;4724;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25" name="Google Shape;4725;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26" name="Google Shape;4726;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727" name="Google Shape;4727;p56"/>
          <p:cNvSpPr txBox="1"/>
          <p:nvPr/>
        </p:nvSpPr>
        <p:spPr>
          <a:xfrm>
            <a:off x="4211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4728" name="Google Shape;4728;p56"/>
          <p:cNvGrpSpPr/>
          <p:nvPr/>
        </p:nvGrpSpPr>
        <p:grpSpPr>
          <a:xfrm>
            <a:off x="2892803" y="3498108"/>
            <a:ext cx="313273" cy="74585"/>
            <a:chOff x="3655625" y="914400"/>
            <a:chExt cx="2743200" cy="690600"/>
          </a:xfrm>
        </p:grpSpPr>
        <p:sp>
          <p:nvSpPr>
            <p:cNvPr id="4729" name="Google Shape;4729;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30" name="Google Shape;4730;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31" name="Google Shape;4731;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732" name="Google Shape;4732;p56"/>
          <p:cNvGrpSpPr/>
          <p:nvPr/>
        </p:nvGrpSpPr>
        <p:grpSpPr>
          <a:xfrm>
            <a:off x="3350003" y="3498108"/>
            <a:ext cx="313273" cy="74585"/>
            <a:chOff x="3655625" y="914400"/>
            <a:chExt cx="2743200" cy="690600"/>
          </a:xfrm>
        </p:grpSpPr>
        <p:sp>
          <p:nvSpPr>
            <p:cNvPr id="4733" name="Google Shape;4733;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34" name="Google Shape;4734;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35" name="Google Shape;4735;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736" name="Google Shape;4736;p56"/>
          <p:cNvGrpSpPr/>
          <p:nvPr/>
        </p:nvGrpSpPr>
        <p:grpSpPr>
          <a:xfrm>
            <a:off x="3807203" y="3498108"/>
            <a:ext cx="313273" cy="74585"/>
            <a:chOff x="3655625" y="914400"/>
            <a:chExt cx="2743200" cy="690600"/>
          </a:xfrm>
        </p:grpSpPr>
        <p:sp>
          <p:nvSpPr>
            <p:cNvPr id="4737" name="Google Shape;4737;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38" name="Google Shape;4738;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39" name="Google Shape;4739;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740" name="Google Shape;4740;p56"/>
          <p:cNvCxnSpPr>
            <a:stCxn id="4714" idx="0"/>
          </p:cNvCxnSpPr>
          <p:nvPr/>
        </p:nvCxnSpPr>
        <p:spPr>
          <a:xfrm rot="10800000">
            <a:off x="3049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741" name="Google Shape;4741;p56"/>
          <p:cNvCxnSpPr>
            <a:stCxn id="4714" idx="0"/>
            <a:endCxn id="4733" idx="2"/>
          </p:cNvCxnSpPr>
          <p:nvPr/>
        </p:nvCxnSpPr>
        <p:spPr>
          <a:xfrm flipH="1" rot="10800000">
            <a:off x="3049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742" name="Google Shape;4742;p56"/>
          <p:cNvCxnSpPr>
            <a:stCxn id="4714" idx="0"/>
            <a:endCxn id="4737" idx="2"/>
          </p:cNvCxnSpPr>
          <p:nvPr/>
        </p:nvCxnSpPr>
        <p:spPr>
          <a:xfrm flipH="1" rot="10800000">
            <a:off x="3049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743" name="Google Shape;4743;p56"/>
          <p:cNvCxnSpPr>
            <a:stCxn id="4719" idx="0"/>
            <a:endCxn id="4733" idx="2"/>
          </p:cNvCxnSpPr>
          <p:nvPr/>
        </p:nvCxnSpPr>
        <p:spPr>
          <a:xfrm rot="10800000">
            <a:off x="3506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744" name="Google Shape;4744;p56"/>
          <p:cNvCxnSpPr>
            <a:stCxn id="4724" idx="0"/>
            <a:endCxn id="4737" idx="2"/>
          </p:cNvCxnSpPr>
          <p:nvPr/>
        </p:nvCxnSpPr>
        <p:spPr>
          <a:xfrm rot="10800000">
            <a:off x="3963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745" name="Google Shape;4745;p56"/>
          <p:cNvCxnSpPr>
            <a:stCxn id="4719" idx="0"/>
            <a:endCxn id="4737" idx="2"/>
          </p:cNvCxnSpPr>
          <p:nvPr/>
        </p:nvCxnSpPr>
        <p:spPr>
          <a:xfrm flipH="1" rot="10800000">
            <a:off x="3506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4746" name="Google Shape;4746;p56"/>
          <p:cNvGrpSpPr/>
          <p:nvPr/>
        </p:nvGrpSpPr>
        <p:grpSpPr>
          <a:xfrm rot="-5400000">
            <a:off x="3724796" y="2328825"/>
            <a:ext cx="109798" cy="26302"/>
            <a:chOff x="4885225" y="945750"/>
            <a:chExt cx="311926" cy="74700"/>
          </a:xfrm>
        </p:grpSpPr>
        <p:sp>
          <p:nvSpPr>
            <p:cNvPr id="4747" name="Google Shape;4747;p56"/>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48" name="Google Shape;4748;p56"/>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49" name="Google Shape;4749;p56"/>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750" name="Google Shape;4750;p56"/>
          <p:cNvSpPr/>
          <p:nvPr/>
        </p:nvSpPr>
        <p:spPr>
          <a:xfrm>
            <a:off x="2816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4751" name="Google Shape;4751;p56"/>
          <p:cNvSpPr/>
          <p:nvPr/>
        </p:nvSpPr>
        <p:spPr>
          <a:xfrm>
            <a:off x="2856872" y="1204438"/>
            <a:ext cx="1798200" cy="46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4752" name="Google Shape;4752;p56"/>
          <p:cNvSpPr/>
          <p:nvPr/>
        </p:nvSpPr>
        <p:spPr>
          <a:xfrm>
            <a:off x="2870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4753" name="Google Shape;4753;p56"/>
          <p:cNvSpPr/>
          <p:nvPr/>
        </p:nvSpPr>
        <p:spPr>
          <a:xfrm>
            <a:off x="2856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4754" name="Google Shape;4754;p56"/>
          <p:cNvGrpSpPr/>
          <p:nvPr/>
        </p:nvGrpSpPr>
        <p:grpSpPr>
          <a:xfrm>
            <a:off x="2892678" y="1380708"/>
            <a:ext cx="313273" cy="74585"/>
            <a:chOff x="3655625" y="914400"/>
            <a:chExt cx="2743200" cy="690600"/>
          </a:xfrm>
        </p:grpSpPr>
        <p:sp>
          <p:nvSpPr>
            <p:cNvPr id="4755" name="Google Shape;4755;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56" name="Google Shape;4756;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57" name="Google Shape;4757;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758" name="Google Shape;4758;p56"/>
          <p:cNvGrpSpPr/>
          <p:nvPr/>
        </p:nvGrpSpPr>
        <p:grpSpPr>
          <a:xfrm>
            <a:off x="3349878" y="1373704"/>
            <a:ext cx="313273" cy="74585"/>
            <a:chOff x="3655625" y="914400"/>
            <a:chExt cx="2743200" cy="690600"/>
          </a:xfrm>
        </p:grpSpPr>
        <p:sp>
          <p:nvSpPr>
            <p:cNvPr id="4759" name="Google Shape;4759;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60" name="Google Shape;4760;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61" name="Google Shape;4761;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762" name="Google Shape;4762;p56"/>
          <p:cNvGrpSpPr/>
          <p:nvPr/>
        </p:nvGrpSpPr>
        <p:grpSpPr>
          <a:xfrm>
            <a:off x="3807078" y="1373704"/>
            <a:ext cx="313273" cy="74585"/>
            <a:chOff x="3655625" y="914400"/>
            <a:chExt cx="2743200" cy="690600"/>
          </a:xfrm>
        </p:grpSpPr>
        <p:sp>
          <p:nvSpPr>
            <p:cNvPr id="4763" name="Google Shape;4763;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64" name="Google Shape;4764;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65" name="Google Shape;4765;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766" name="Google Shape;4766;p56"/>
          <p:cNvGrpSpPr/>
          <p:nvPr/>
        </p:nvGrpSpPr>
        <p:grpSpPr>
          <a:xfrm>
            <a:off x="395215" y="1858996"/>
            <a:ext cx="313273" cy="74585"/>
            <a:chOff x="3655625" y="914400"/>
            <a:chExt cx="2743200" cy="690600"/>
          </a:xfrm>
        </p:grpSpPr>
        <p:sp>
          <p:nvSpPr>
            <p:cNvPr id="4767" name="Google Shape;4767;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68" name="Google Shape;4768;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69" name="Google Shape;4769;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770" name="Google Shape;4770;p56"/>
          <p:cNvGrpSpPr/>
          <p:nvPr/>
        </p:nvGrpSpPr>
        <p:grpSpPr>
          <a:xfrm>
            <a:off x="852415" y="1858996"/>
            <a:ext cx="313273" cy="74585"/>
            <a:chOff x="3655625" y="914400"/>
            <a:chExt cx="2743200" cy="690600"/>
          </a:xfrm>
        </p:grpSpPr>
        <p:sp>
          <p:nvSpPr>
            <p:cNvPr id="4771" name="Google Shape;4771;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72" name="Google Shape;4772;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73" name="Google Shape;4773;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774" name="Google Shape;4774;p56"/>
          <p:cNvGrpSpPr/>
          <p:nvPr/>
        </p:nvGrpSpPr>
        <p:grpSpPr>
          <a:xfrm>
            <a:off x="1309615" y="1858996"/>
            <a:ext cx="313273" cy="74585"/>
            <a:chOff x="3655625" y="914400"/>
            <a:chExt cx="2743200" cy="690600"/>
          </a:xfrm>
        </p:grpSpPr>
        <p:sp>
          <p:nvSpPr>
            <p:cNvPr id="4775" name="Google Shape;4775;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76" name="Google Shape;4776;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77" name="Google Shape;4777;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778" name="Google Shape;4778;p56"/>
          <p:cNvCxnSpPr>
            <a:stCxn id="4771" idx="0"/>
          </p:cNvCxnSpPr>
          <p:nvPr/>
        </p:nvCxnSpPr>
        <p:spPr>
          <a:xfrm rot="10800000">
            <a:off x="1009052" y="1686196"/>
            <a:ext cx="0" cy="172800"/>
          </a:xfrm>
          <a:prstGeom prst="straightConnector1">
            <a:avLst/>
          </a:prstGeom>
          <a:noFill/>
          <a:ln cap="flat" cmpd="sng" w="9525">
            <a:solidFill>
              <a:schemeClr val="dk2"/>
            </a:solidFill>
            <a:prstDash val="solid"/>
            <a:round/>
            <a:headEnd len="med" w="med" type="none"/>
            <a:tailEnd len="med" w="med" type="none"/>
          </a:ln>
        </p:spPr>
      </p:cxnSp>
      <p:cxnSp>
        <p:nvCxnSpPr>
          <p:cNvPr id="4779" name="Google Shape;4779;p56"/>
          <p:cNvCxnSpPr>
            <a:stCxn id="4775" idx="0"/>
          </p:cNvCxnSpPr>
          <p:nvPr/>
        </p:nvCxnSpPr>
        <p:spPr>
          <a:xfrm rot="10800000">
            <a:off x="1466252" y="1687696"/>
            <a:ext cx="0" cy="171300"/>
          </a:xfrm>
          <a:prstGeom prst="straightConnector1">
            <a:avLst/>
          </a:prstGeom>
          <a:noFill/>
          <a:ln cap="flat" cmpd="sng" w="9525">
            <a:solidFill>
              <a:schemeClr val="dk2"/>
            </a:solidFill>
            <a:prstDash val="solid"/>
            <a:round/>
            <a:headEnd len="med" w="med" type="none"/>
            <a:tailEnd len="med" w="med" type="none"/>
          </a:ln>
        </p:spPr>
      </p:cxnSp>
      <p:cxnSp>
        <p:nvCxnSpPr>
          <p:cNvPr id="4780" name="Google Shape;4780;p56"/>
          <p:cNvCxnSpPr>
            <a:stCxn id="4755" idx="0"/>
            <a:endCxn id="4767" idx="0"/>
          </p:cNvCxnSpPr>
          <p:nvPr/>
        </p:nvCxnSpPr>
        <p:spPr>
          <a:xfrm rot="5400000">
            <a:off x="1561465" y="371058"/>
            <a:ext cx="478200" cy="2497500"/>
          </a:xfrm>
          <a:prstGeom prst="bentConnector3">
            <a:avLst>
              <a:gd fmla="val -33802" name="adj1"/>
            </a:avLst>
          </a:prstGeom>
          <a:noFill/>
          <a:ln cap="flat" cmpd="sng" w="9525">
            <a:solidFill>
              <a:schemeClr val="dk2"/>
            </a:solidFill>
            <a:prstDash val="solid"/>
            <a:round/>
            <a:headEnd len="med" w="med" type="none"/>
            <a:tailEnd len="med" w="med" type="none"/>
          </a:ln>
        </p:spPr>
      </p:cxnSp>
      <p:cxnSp>
        <p:nvCxnSpPr>
          <p:cNvPr id="4781" name="Google Shape;4781;p56"/>
          <p:cNvCxnSpPr>
            <a:stCxn id="4759" idx="0"/>
            <a:endCxn id="4767" idx="0"/>
          </p:cNvCxnSpPr>
          <p:nvPr/>
        </p:nvCxnSpPr>
        <p:spPr>
          <a:xfrm rot="5400000">
            <a:off x="1786465" y="139054"/>
            <a:ext cx="485400" cy="2954700"/>
          </a:xfrm>
          <a:prstGeom prst="bentConnector3">
            <a:avLst>
              <a:gd fmla="val -25902" name="adj1"/>
            </a:avLst>
          </a:prstGeom>
          <a:noFill/>
          <a:ln cap="flat" cmpd="sng" w="9525">
            <a:solidFill>
              <a:schemeClr val="dk2"/>
            </a:solidFill>
            <a:prstDash val="solid"/>
            <a:round/>
            <a:headEnd len="med" w="med" type="none"/>
            <a:tailEnd len="med" w="med" type="none"/>
          </a:ln>
        </p:spPr>
      </p:cxnSp>
      <p:cxnSp>
        <p:nvCxnSpPr>
          <p:cNvPr id="4782" name="Google Shape;4782;p56"/>
          <p:cNvCxnSpPr>
            <a:stCxn id="4763" idx="0"/>
            <a:endCxn id="4767" idx="0"/>
          </p:cNvCxnSpPr>
          <p:nvPr/>
        </p:nvCxnSpPr>
        <p:spPr>
          <a:xfrm rot="5400000">
            <a:off x="2015065" y="-89546"/>
            <a:ext cx="485400" cy="3411900"/>
          </a:xfrm>
          <a:prstGeom prst="bentConnector3">
            <a:avLst>
              <a:gd fmla="val -18009" name="adj1"/>
            </a:avLst>
          </a:prstGeom>
          <a:noFill/>
          <a:ln cap="flat" cmpd="sng" w="9525">
            <a:solidFill>
              <a:schemeClr val="dk2"/>
            </a:solidFill>
            <a:prstDash val="solid"/>
            <a:round/>
            <a:headEnd len="med" w="med" type="none"/>
            <a:tailEnd len="med" w="med" type="none"/>
          </a:ln>
        </p:spPr>
      </p:cxnSp>
      <p:cxnSp>
        <p:nvCxnSpPr>
          <p:cNvPr id="4783" name="Google Shape;4783;p56"/>
          <p:cNvCxnSpPr>
            <a:stCxn id="4771" idx="0"/>
          </p:cNvCxnSpPr>
          <p:nvPr/>
        </p:nvCxnSpPr>
        <p:spPr>
          <a:xfrm rot="10800000">
            <a:off x="1009052" y="1218196"/>
            <a:ext cx="0" cy="640800"/>
          </a:xfrm>
          <a:prstGeom prst="straightConnector1">
            <a:avLst/>
          </a:prstGeom>
          <a:noFill/>
          <a:ln cap="flat" cmpd="sng" w="9525">
            <a:solidFill>
              <a:schemeClr val="dk2"/>
            </a:solidFill>
            <a:prstDash val="solid"/>
            <a:round/>
            <a:headEnd len="med" w="med" type="none"/>
            <a:tailEnd len="med" w="med" type="none"/>
          </a:ln>
        </p:spPr>
      </p:cxnSp>
      <p:cxnSp>
        <p:nvCxnSpPr>
          <p:cNvPr id="4784" name="Google Shape;4784;p56"/>
          <p:cNvCxnSpPr>
            <a:stCxn id="4775" idx="0"/>
          </p:cNvCxnSpPr>
          <p:nvPr/>
        </p:nvCxnSpPr>
        <p:spPr>
          <a:xfrm rot="10800000">
            <a:off x="1466252" y="1221796"/>
            <a:ext cx="0" cy="637200"/>
          </a:xfrm>
          <a:prstGeom prst="straightConnector1">
            <a:avLst/>
          </a:prstGeom>
          <a:noFill/>
          <a:ln cap="flat" cmpd="sng" w="9525">
            <a:solidFill>
              <a:schemeClr val="dk2"/>
            </a:solidFill>
            <a:prstDash val="solid"/>
            <a:round/>
            <a:headEnd len="med" w="med" type="none"/>
            <a:tailEnd len="med" w="med" type="none"/>
          </a:ln>
        </p:spPr>
      </p:cxnSp>
      <p:grpSp>
        <p:nvGrpSpPr>
          <p:cNvPr id="4785" name="Google Shape;4785;p56"/>
          <p:cNvGrpSpPr/>
          <p:nvPr/>
        </p:nvGrpSpPr>
        <p:grpSpPr>
          <a:xfrm rot="-5400000">
            <a:off x="939981" y="2771949"/>
            <a:ext cx="109798" cy="26302"/>
            <a:chOff x="4885225" y="945750"/>
            <a:chExt cx="311926" cy="74700"/>
          </a:xfrm>
        </p:grpSpPr>
        <p:sp>
          <p:nvSpPr>
            <p:cNvPr id="4786" name="Google Shape;4786;p56"/>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87" name="Google Shape;4787;p56"/>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88" name="Google Shape;4788;p56"/>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4789" name="Google Shape;4789;p56"/>
          <p:cNvGrpSpPr/>
          <p:nvPr/>
        </p:nvGrpSpPr>
        <p:grpSpPr>
          <a:xfrm>
            <a:off x="2896103" y="722118"/>
            <a:ext cx="313273" cy="74585"/>
            <a:chOff x="3655625" y="914400"/>
            <a:chExt cx="2743200" cy="690600"/>
          </a:xfrm>
        </p:grpSpPr>
        <p:sp>
          <p:nvSpPr>
            <p:cNvPr id="4790" name="Google Shape;4790;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91" name="Google Shape;4791;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92" name="Google Shape;4792;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793" name="Google Shape;4793;p56"/>
          <p:cNvGrpSpPr/>
          <p:nvPr/>
        </p:nvGrpSpPr>
        <p:grpSpPr>
          <a:xfrm>
            <a:off x="3353303" y="722118"/>
            <a:ext cx="313273" cy="74585"/>
            <a:chOff x="3655625" y="914400"/>
            <a:chExt cx="2743200" cy="690600"/>
          </a:xfrm>
        </p:grpSpPr>
        <p:sp>
          <p:nvSpPr>
            <p:cNvPr id="4794" name="Google Shape;4794;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95" name="Google Shape;4795;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796" name="Google Shape;4796;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797" name="Google Shape;4797;p56"/>
          <p:cNvGrpSpPr/>
          <p:nvPr/>
        </p:nvGrpSpPr>
        <p:grpSpPr>
          <a:xfrm>
            <a:off x="3810503" y="722118"/>
            <a:ext cx="313273" cy="74585"/>
            <a:chOff x="3655625" y="914400"/>
            <a:chExt cx="2743200" cy="690600"/>
          </a:xfrm>
        </p:grpSpPr>
        <p:sp>
          <p:nvSpPr>
            <p:cNvPr id="4798" name="Google Shape;4798;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99" name="Google Shape;4799;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00" name="Google Shape;4800;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801" name="Google Shape;4801;p56"/>
          <p:cNvSpPr txBox="1"/>
          <p:nvPr/>
        </p:nvSpPr>
        <p:spPr>
          <a:xfrm>
            <a:off x="2814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4802" name="Google Shape;4802;p56"/>
          <p:cNvSpPr txBox="1"/>
          <p:nvPr/>
        </p:nvSpPr>
        <p:spPr>
          <a:xfrm>
            <a:off x="3339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4803" name="Google Shape;4803;p56"/>
          <p:cNvSpPr txBox="1"/>
          <p:nvPr/>
        </p:nvSpPr>
        <p:spPr>
          <a:xfrm>
            <a:off x="3754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4804" name="Google Shape;4804;p56"/>
          <p:cNvGrpSpPr/>
          <p:nvPr/>
        </p:nvGrpSpPr>
        <p:grpSpPr>
          <a:xfrm>
            <a:off x="4264403" y="3955308"/>
            <a:ext cx="313273" cy="74585"/>
            <a:chOff x="3655625" y="914400"/>
            <a:chExt cx="2743200" cy="690600"/>
          </a:xfrm>
        </p:grpSpPr>
        <p:sp>
          <p:nvSpPr>
            <p:cNvPr id="4805" name="Google Shape;4805;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06" name="Google Shape;4806;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07" name="Google Shape;4807;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808" name="Google Shape;4808;p56"/>
          <p:cNvGrpSpPr/>
          <p:nvPr/>
        </p:nvGrpSpPr>
        <p:grpSpPr>
          <a:xfrm>
            <a:off x="4264403" y="3498108"/>
            <a:ext cx="313273" cy="74585"/>
            <a:chOff x="3655625" y="914400"/>
            <a:chExt cx="2743200" cy="690600"/>
          </a:xfrm>
        </p:grpSpPr>
        <p:sp>
          <p:nvSpPr>
            <p:cNvPr id="4809" name="Google Shape;4809;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10" name="Google Shape;4810;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11" name="Google Shape;4811;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812" name="Google Shape;4812;p56"/>
          <p:cNvCxnSpPr>
            <a:stCxn id="4714" idx="0"/>
            <a:endCxn id="4809" idx="2"/>
          </p:cNvCxnSpPr>
          <p:nvPr/>
        </p:nvCxnSpPr>
        <p:spPr>
          <a:xfrm flipH="1" rot="10800000">
            <a:off x="3049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4813" name="Google Shape;4813;p56"/>
          <p:cNvCxnSpPr>
            <a:stCxn id="4719" idx="0"/>
            <a:endCxn id="4809" idx="2"/>
          </p:cNvCxnSpPr>
          <p:nvPr/>
        </p:nvCxnSpPr>
        <p:spPr>
          <a:xfrm flipH="1" rot="10800000">
            <a:off x="3506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814" name="Google Shape;4814;p56"/>
          <p:cNvCxnSpPr>
            <a:stCxn id="4724" idx="0"/>
            <a:endCxn id="4809" idx="2"/>
          </p:cNvCxnSpPr>
          <p:nvPr/>
        </p:nvCxnSpPr>
        <p:spPr>
          <a:xfrm flipH="1" rot="10800000">
            <a:off x="3963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815" name="Google Shape;4815;p56"/>
          <p:cNvCxnSpPr>
            <a:stCxn id="4805" idx="0"/>
            <a:endCxn id="4809" idx="2"/>
          </p:cNvCxnSpPr>
          <p:nvPr/>
        </p:nvCxnSpPr>
        <p:spPr>
          <a:xfrm rot="10800000">
            <a:off x="4421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4816" name="Google Shape;4816;p56"/>
          <p:cNvSpPr/>
          <p:nvPr/>
        </p:nvSpPr>
        <p:spPr>
          <a:xfrm>
            <a:off x="2839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4817" name="Google Shape;4817;p56"/>
          <p:cNvGrpSpPr/>
          <p:nvPr/>
        </p:nvGrpSpPr>
        <p:grpSpPr>
          <a:xfrm>
            <a:off x="2896103" y="2801514"/>
            <a:ext cx="313273" cy="74585"/>
            <a:chOff x="3655625" y="914400"/>
            <a:chExt cx="2743200" cy="690600"/>
          </a:xfrm>
        </p:grpSpPr>
        <p:sp>
          <p:nvSpPr>
            <p:cNvPr id="4818" name="Google Shape;4818;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19" name="Google Shape;4819;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20" name="Google Shape;4820;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821" name="Google Shape;4821;p56"/>
          <p:cNvGrpSpPr/>
          <p:nvPr/>
        </p:nvGrpSpPr>
        <p:grpSpPr>
          <a:xfrm>
            <a:off x="3353303" y="2801514"/>
            <a:ext cx="313273" cy="74585"/>
            <a:chOff x="3655625" y="914400"/>
            <a:chExt cx="2743200" cy="690600"/>
          </a:xfrm>
        </p:grpSpPr>
        <p:sp>
          <p:nvSpPr>
            <p:cNvPr id="4822" name="Google Shape;4822;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23" name="Google Shape;4823;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24" name="Google Shape;4824;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825" name="Google Shape;4825;p56"/>
          <p:cNvGrpSpPr/>
          <p:nvPr/>
        </p:nvGrpSpPr>
        <p:grpSpPr>
          <a:xfrm>
            <a:off x="3810503" y="2801514"/>
            <a:ext cx="313273" cy="74585"/>
            <a:chOff x="3655625" y="914400"/>
            <a:chExt cx="2743200" cy="690600"/>
          </a:xfrm>
        </p:grpSpPr>
        <p:sp>
          <p:nvSpPr>
            <p:cNvPr id="4826" name="Google Shape;4826;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27" name="Google Shape;4827;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28" name="Google Shape;4828;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829" name="Google Shape;4829;p56"/>
          <p:cNvGrpSpPr/>
          <p:nvPr/>
        </p:nvGrpSpPr>
        <p:grpSpPr>
          <a:xfrm>
            <a:off x="2896103" y="2580063"/>
            <a:ext cx="313273" cy="74585"/>
            <a:chOff x="3655625" y="914400"/>
            <a:chExt cx="2743200" cy="690600"/>
          </a:xfrm>
        </p:grpSpPr>
        <p:sp>
          <p:nvSpPr>
            <p:cNvPr id="4830" name="Google Shape;4830;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31" name="Google Shape;4831;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32" name="Google Shape;4832;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833" name="Google Shape;4833;p56"/>
          <p:cNvGrpSpPr/>
          <p:nvPr/>
        </p:nvGrpSpPr>
        <p:grpSpPr>
          <a:xfrm>
            <a:off x="3353303" y="2580063"/>
            <a:ext cx="313273" cy="74585"/>
            <a:chOff x="3655625" y="914400"/>
            <a:chExt cx="2743200" cy="690600"/>
          </a:xfrm>
        </p:grpSpPr>
        <p:sp>
          <p:nvSpPr>
            <p:cNvPr id="4834" name="Google Shape;4834;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35" name="Google Shape;4835;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36" name="Google Shape;4836;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837" name="Google Shape;4837;p56"/>
          <p:cNvGrpSpPr/>
          <p:nvPr/>
        </p:nvGrpSpPr>
        <p:grpSpPr>
          <a:xfrm>
            <a:off x="3810503" y="2580063"/>
            <a:ext cx="313273" cy="74585"/>
            <a:chOff x="3655625" y="914400"/>
            <a:chExt cx="2743200" cy="690600"/>
          </a:xfrm>
        </p:grpSpPr>
        <p:sp>
          <p:nvSpPr>
            <p:cNvPr id="4838" name="Google Shape;4838;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39" name="Google Shape;4839;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40" name="Google Shape;4840;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841" name="Google Shape;4841;p56"/>
          <p:cNvCxnSpPr>
            <a:stCxn id="4818" idx="0"/>
            <a:endCxn id="4830" idx="2"/>
          </p:cNvCxnSpPr>
          <p:nvPr/>
        </p:nvCxnSpPr>
        <p:spPr>
          <a:xfrm rot="10800000">
            <a:off x="3052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842" name="Google Shape;4842;p56"/>
          <p:cNvCxnSpPr>
            <a:stCxn id="4826" idx="0"/>
            <a:endCxn id="4838" idx="2"/>
          </p:cNvCxnSpPr>
          <p:nvPr/>
        </p:nvCxnSpPr>
        <p:spPr>
          <a:xfrm rot="10800000">
            <a:off x="3967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843" name="Google Shape;4843;p56"/>
          <p:cNvCxnSpPr>
            <a:stCxn id="4822" idx="0"/>
            <a:endCxn id="4834" idx="2"/>
          </p:cNvCxnSpPr>
          <p:nvPr/>
        </p:nvCxnSpPr>
        <p:spPr>
          <a:xfrm rot="10800000">
            <a:off x="3509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4844" name="Google Shape;4844;p56"/>
          <p:cNvGrpSpPr/>
          <p:nvPr/>
        </p:nvGrpSpPr>
        <p:grpSpPr>
          <a:xfrm>
            <a:off x="4267703" y="2804397"/>
            <a:ext cx="313273" cy="74585"/>
            <a:chOff x="3655625" y="914400"/>
            <a:chExt cx="2743200" cy="690600"/>
          </a:xfrm>
        </p:grpSpPr>
        <p:sp>
          <p:nvSpPr>
            <p:cNvPr id="4845" name="Google Shape;4845;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46" name="Google Shape;4846;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47" name="Google Shape;4847;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848" name="Google Shape;4848;p56"/>
          <p:cNvGrpSpPr/>
          <p:nvPr/>
        </p:nvGrpSpPr>
        <p:grpSpPr>
          <a:xfrm>
            <a:off x="4267703" y="2576499"/>
            <a:ext cx="313273" cy="74585"/>
            <a:chOff x="3655625" y="914400"/>
            <a:chExt cx="2743200" cy="690600"/>
          </a:xfrm>
        </p:grpSpPr>
        <p:sp>
          <p:nvSpPr>
            <p:cNvPr id="4849" name="Google Shape;4849;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50" name="Google Shape;4850;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51" name="Google Shape;4851;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852" name="Google Shape;4852;p56"/>
          <p:cNvCxnSpPr>
            <a:stCxn id="4845" idx="0"/>
            <a:endCxn id="4849" idx="2"/>
          </p:cNvCxnSpPr>
          <p:nvPr/>
        </p:nvCxnSpPr>
        <p:spPr>
          <a:xfrm rot="10800000">
            <a:off x="4424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4853" name="Google Shape;4853;p56"/>
          <p:cNvSpPr txBox="1"/>
          <p:nvPr/>
        </p:nvSpPr>
        <p:spPr>
          <a:xfrm>
            <a:off x="2753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4854" name="Google Shape;4854;p56"/>
          <p:cNvGrpSpPr/>
          <p:nvPr/>
        </p:nvGrpSpPr>
        <p:grpSpPr>
          <a:xfrm>
            <a:off x="4264266" y="722118"/>
            <a:ext cx="313273" cy="74585"/>
            <a:chOff x="3655625" y="914400"/>
            <a:chExt cx="2743200" cy="690600"/>
          </a:xfrm>
        </p:grpSpPr>
        <p:sp>
          <p:nvSpPr>
            <p:cNvPr id="4855" name="Google Shape;4855;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56" name="Google Shape;4856;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57" name="Google Shape;4857;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858" name="Google Shape;4858;p56"/>
          <p:cNvSpPr txBox="1"/>
          <p:nvPr/>
        </p:nvSpPr>
        <p:spPr>
          <a:xfrm>
            <a:off x="4179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4859" name="Google Shape;4859;p56"/>
          <p:cNvGrpSpPr/>
          <p:nvPr/>
        </p:nvGrpSpPr>
        <p:grpSpPr>
          <a:xfrm>
            <a:off x="4264278" y="1373704"/>
            <a:ext cx="313273" cy="74585"/>
            <a:chOff x="3655625" y="914400"/>
            <a:chExt cx="2743200" cy="690600"/>
          </a:xfrm>
        </p:grpSpPr>
        <p:sp>
          <p:nvSpPr>
            <p:cNvPr id="4860" name="Google Shape;4860;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61" name="Google Shape;4861;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62" name="Google Shape;4862;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863" name="Google Shape;4863;p56"/>
          <p:cNvCxnSpPr>
            <a:stCxn id="4860" idx="0"/>
            <a:endCxn id="4767" idx="0"/>
          </p:cNvCxnSpPr>
          <p:nvPr/>
        </p:nvCxnSpPr>
        <p:spPr>
          <a:xfrm rot="5400000">
            <a:off x="2243665" y="-318146"/>
            <a:ext cx="485400" cy="3869100"/>
          </a:xfrm>
          <a:prstGeom prst="bentConnector3">
            <a:avLst>
              <a:gd fmla="val -11875" name="adj1"/>
            </a:avLst>
          </a:prstGeom>
          <a:noFill/>
          <a:ln cap="flat" cmpd="sng" w="9525">
            <a:solidFill>
              <a:schemeClr val="dk2"/>
            </a:solidFill>
            <a:prstDash val="solid"/>
            <a:round/>
            <a:headEnd len="med" w="med" type="none"/>
            <a:tailEnd len="med" w="med" type="none"/>
          </a:ln>
        </p:spPr>
      </p:cxnSp>
      <p:sp>
        <p:nvSpPr>
          <p:cNvPr id="4864" name="Google Shape;4864;p56"/>
          <p:cNvSpPr/>
          <p:nvPr/>
        </p:nvSpPr>
        <p:spPr>
          <a:xfrm>
            <a:off x="2856897" y="3189900"/>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4865" name="Google Shape;4865;p56"/>
          <p:cNvGrpSpPr/>
          <p:nvPr/>
        </p:nvGrpSpPr>
        <p:grpSpPr>
          <a:xfrm>
            <a:off x="3363678" y="3253799"/>
            <a:ext cx="313273" cy="74585"/>
            <a:chOff x="3655625" y="914400"/>
            <a:chExt cx="2743200" cy="690600"/>
          </a:xfrm>
        </p:grpSpPr>
        <p:sp>
          <p:nvSpPr>
            <p:cNvPr id="4866" name="Google Shape;4866;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67" name="Google Shape;4867;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68" name="Google Shape;4868;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869" name="Google Shape;4869;p56"/>
          <p:cNvGrpSpPr/>
          <p:nvPr/>
        </p:nvGrpSpPr>
        <p:grpSpPr>
          <a:xfrm>
            <a:off x="3820878" y="3253799"/>
            <a:ext cx="313273" cy="74585"/>
            <a:chOff x="3655625" y="914400"/>
            <a:chExt cx="2743200" cy="690600"/>
          </a:xfrm>
        </p:grpSpPr>
        <p:sp>
          <p:nvSpPr>
            <p:cNvPr id="4870" name="Google Shape;4870;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71" name="Google Shape;4871;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72" name="Google Shape;4872;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873" name="Google Shape;4873;p56"/>
          <p:cNvGrpSpPr/>
          <p:nvPr/>
        </p:nvGrpSpPr>
        <p:grpSpPr>
          <a:xfrm>
            <a:off x="4278078" y="3253799"/>
            <a:ext cx="313273" cy="74585"/>
            <a:chOff x="3655625" y="914400"/>
            <a:chExt cx="2743200" cy="690600"/>
          </a:xfrm>
        </p:grpSpPr>
        <p:sp>
          <p:nvSpPr>
            <p:cNvPr id="4874" name="Google Shape;4874;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75" name="Google Shape;4875;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76" name="Google Shape;4876;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877" name="Google Shape;4877;p56"/>
          <p:cNvGrpSpPr/>
          <p:nvPr/>
        </p:nvGrpSpPr>
        <p:grpSpPr>
          <a:xfrm>
            <a:off x="2906478" y="3253799"/>
            <a:ext cx="313200" cy="74700"/>
            <a:chOff x="5335131" y="2757062"/>
            <a:chExt cx="313200" cy="74700"/>
          </a:xfrm>
        </p:grpSpPr>
        <p:sp>
          <p:nvSpPr>
            <p:cNvPr id="4878" name="Google Shape;4878;p56"/>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79" name="Google Shape;4879;p56"/>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4880" name="Google Shape;4880;p56"/>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sp>
        <p:nvSpPr>
          <p:cNvPr id="4881" name="Google Shape;4881;p56"/>
          <p:cNvSpPr/>
          <p:nvPr/>
        </p:nvSpPr>
        <p:spPr>
          <a:xfrm>
            <a:off x="556297" y="1763100"/>
            <a:ext cx="2516450" cy="1483863"/>
          </a:xfrm>
          <a:custGeom>
            <a:rect b="b" l="l" r="r" t="t"/>
            <a:pathLst>
              <a:path extrusionOk="0" h="51407" w="100658">
                <a:moveTo>
                  <a:pt x="100658" y="51407"/>
                </a:moveTo>
                <a:lnTo>
                  <a:pt x="100658" y="47065"/>
                </a:lnTo>
                <a:lnTo>
                  <a:pt x="57655" y="47065"/>
                </a:lnTo>
                <a:lnTo>
                  <a:pt x="57655" y="0"/>
                </a:lnTo>
                <a:lnTo>
                  <a:pt x="0" y="0"/>
                </a:lnTo>
                <a:lnTo>
                  <a:pt x="0" y="4007"/>
                </a:lnTo>
              </a:path>
            </a:pathLst>
          </a:custGeom>
          <a:noFill/>
          <a:ln cap="flat" cmpd="sng" w="9525">
            <a:solidFill>
              <a:schemeClr val="dk2"/>
            </a:solidFill>
            <a:prstDash val="solid"/>
            <a:round/>
            <a:headEnd len="med" w="med" type="none"/>
            <a:tailEnd len="med" w="med" type="none"/>
          </a:ln>
        </p:spPr>
      </p:sp>
      <p:sp>
        <p:nvSpPr>
          <p:cNvPr id="4882" name="Google Shape;4882;p56"/>
          <p:cNvSpPr/>
          <p:nvPr/>
        </p:nvSpPr>
        <p:spPr>
          <a:xfrm>
            <a:off x="558447" y="1700775"/>
            <a:ext cx="2974125" cy="1553012"/>
          </a:xfrm>
          <a:custGeom>
            <a:rect b="b" l="l" r="r" t="t"/>
            <a:pathLst>
              <a:path extrusionOk="0" h="53910" w="118965">
                <a:moveTo>
                  <a:pt x="118965" y="53910"/>
                </a:moveTo>
                <a:lnTo>
                  <a:pt x="118965" y="47430"/>
                </a:lnTo>
                <a:lnTo>
                  <a:pt x="60130" y="47430"/>
                </a:lnTo>
                <a:lnTo>
                  <a:pt x="60130" y="0"/>
                </a:lnTo>
                <a:lnTo>
                  <a:pt x="0" y="0"/>
                </a:lnTo>
              </a:path>
            </a:pathLst>
          </a:custGeom>
          <a:noFill/>
          <a:ln cap="flat" cmpd="sng" w="9525">
            <a:solidFill>
              <a:schemeClr val="dk2"/>
            </a:solidFill>
            <a:prstDash val="solid"/>
            <a:round/>
            <a:headEnd len="med" w="med" type="none"/>
            <a:tailEnd len="med" w="med" type="none"/>
          </a:ln>
        </p:spPr>
      </p:sp>
      <p:sp>
        <p:nvSpPr>
          <p:cNvPr id="4883" name="Google Shape;4883;p56"/>
          <p:cNvSpPr/>
          <p:nvPr/>
        </p:nvSpPr>
        <p:spPr>
          <a:xfrm>
            <a:off x="564922" y="1629500"/>
            <a:ext cx="3421225" cy="1624358"/>
          </a:xfrm>
          <a:custGeom>
            <a:rect b="b" l="l" r="r" t="t"/>
            <a:pathLst>
              <a:path extrusionOk="0" h="56761" w="136849">
                <a:moveTo>
                  <a:pt x="136849" y="56761"/>
                </a:moveTo>
                <a:lnTo>
                  <a:pt x="136849" y="48726"/>
                </a:lnTo>
                <a:lnTo>
                  <a:pt x="62204" y="48726"/>
                </a:lnTo>
                <a:lnTo>
                  <a:pt x="62204" y="0"/>
                </a:lnTo>
                <a:lnTo>
                  <a:pt x="0" y="0"/>
                </a:lnTo>
              </a:path>
            </a:pathLst>
          </a:custGeom>
          <a:noFill/>
          <a:ln cap="flat" cmpd="sng" w="9525">
            <a:solidFill>
              <a:schemeClr val="dk2"/>
            </a:solidFill>
            <a:prstDash val="solid"/>
            <a:round/>
            <a:headEnd len="med" w="med" type="none"/>
            <a:tailEnd len="med" w="med" type="none"/>
          </a:ln>
        </p:spPr>
      </p:sp>
      <p:sp>
        <p:nvSpPr>
          <p:cNvPr id="4884" name="Google Shape;4884;p56"/>
          <p:cNvSpPr/>
          <p:nvPr/>
        </p:nvSpPr>
        <p:spPr>
          <a:xfrm>
            <a:off x="558447" y="1564700"/>
            <a:ext cx="3887750" cy="1682212"/>
          </a:xfrm>
          <a:custGeom>
            <a:rect b="b" l="l" r="r" t="t"/>
            <a:pathLst>
              <a:path extrusionOk="0" h="59353" w="155510">
                <a:moveTo>
                  <a:pt x="155510" y="59353"/>
                </a:moveTo>
                <a:lnTo>
                  <a:pt x="155510" y="50281"/>
                </a:lnTo>
                <a:lnTo>
                  <a:pt x="64536" y="50281"/>
                </a:lnTo>
                <a:lnTo>
                  <a:pt x="64536" y="0"/>
                </a:lnTo>
                <a:lnTo>
                  <a:pt x="0" y="0"/>
                </a:lnTo>
              </a:path>
            </a:pathLst>
          </a:custGeom>
          <a:noFill/>
          <a:ln cap="flat" cmpd="sng" w="9525">
            <a:solidFill>
              <a:schemeClr val="dk2"/>
            </a:solidFill>
            <a:prstDash val="solid"/>
            <a:round/>
            <a:headEnd len="med" w="med" type="none"/>
            <a:tailEnd len="med" w="med" type="none"/>
          </a:ln>
        </p:spPr>
      </p:sp>
      <p:cxnSp>
        <p:nvCxnSpPr>
          <p:cNvPr id="4885" name="Google Shape;4885;p56"/>
          <p:cNvCxnSpPr/>
          <p:nvPr/>
        </p:nvCxnSpPr>
        <p:spPr>
          <a:xfrm>
            <a:off x="5202125" y="-10475"/>
            <a:ext cx="0" cy="5181300"/>
          </a:xfrm>
          <a:prstGeom prst="straightConnector1">
            <a:avLst/>
          </a:prstGeom>
          <a:noFill/>
          <a:ln cap="flat" cmpd="sng" w="19050">
            <a:solidFill>
              <a:schemeClr val="dk2"/>
            </a:solidFill>
            <a:prstDash val="dash"/>
            <a:round/>
            <a:headEnd len="med" w="med" type="none"/>
            <a:tailEnd len="med" w="med" type="none"/>
          </a:ln>
        </p:spPr>
      </p:cxnSp>
      <p:sp>
        <p:nvSpPr>
          <p:cNvPr id="4886" name="Google Shape;4886;p56"/>
          <p:cNvSpPr/>
          <p:nvPr/>
        </p:nvSpPr>
        <p:spPr>
          <a:xfrm>
            <a:off x="5480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4887" name="Google Shape;4887;p56"/>
          <p:cNvSpPr txBox="1"/>
          <p:nvPr/>
        </p:nvSpPr>
        <p:spPr>
          <a:xfrm>
            <a:off x="6080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4888" name="Google Shape;4888;p56"/>
          <p:cNvSpPr txBox="1"/>
          <p:nvPr/>
        </p:nvSpPr>
        <p:spPr>
          <a:xfrm>
            <a:off x="6624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4889" name="Google Shape;4889;p56"/>
          <p:cNvSpPr txBox="1"/>
          <p:nvPr/>
        </p:nvSpPr>
        <p:spPr>
          <a:xfrm>
            <a:off x="6968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4890" name="Google Shape;4890;p56"/>
          <p:cNvSpPr/>
          <p:nvPr/>
        </p:nvSpPr>
        <p:spPr>
          <a:xfrm>
            <a:off x="5607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4891" name="Google Shape;4891;p56"/>
          <p:cNvSpPr/>
          <p:nvPr/>
        </p:nvSpPr>
        <p:spPr>
          <a:xfrm>
            <a:off x="5656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892" name="Google Shape;4892;p56"/>
          <p:cNvGrpSpPr/>
          <p:nvPr/>
        </p:nvGrpSpPr>
        <p:grpSpPr>
          <a:xfrm>
            <a:off x="7074056" y="3444952"/>
            <a:ext cx="313273" cy="74585"/>
            <a:chOff x="3655625" y="914400"/>
            <a:chExt cx="2743200" cy="690600"/>
          </a:xfrm>
        </p:grpSpPr>
        <p:sp>
          <p:nvSpPr>
            <p:cNvPr id="4893" name="Google Shape;4893;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94" name="Google Shape;4894;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895" name="Google Shape;4895;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896" name="Google Shape;4896;p56"/>
          <p:cNvSpPr txBox="1"/>
          <p:nvPr/>
        </p:nvSpPr>
        <p:spPr>
          <a:xfrm>
            <a:off x="7463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4897" name="Google Shape;4897;p56"/>
          <p:cNvGrpSpPr/>
          <p:nvPr/>
        </p:nvGrpSpPr>
        <p:grpSpPr>
          <a:xfrm>
            <a:off x="7531256" y="3444952"/>
            <a:ext cx="313273" cy="74585"/>
            <a:chOff x="3655625" y="914400"/>
            <a:chExt cx="2743200" cy="690600"/>
          </a:xfrm>
        </p:grpSpPr>
        <p:sp>
          <p:nvSpPr>
            <p:cNvPr id="4898" name="Google Shape;4898;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99" name="Google Shape;4899;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00" name="Google Shape;4900;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901" name="Google Shape;4901;p56"/>
          <p:cNvSpPr txBox="1"/>
          <p:nvPr/>
        </p:nvSpPr>
        <p:spPr>
          <a:xfrm>
            <a:off x="7967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4902" name="Google Shape;4902;p56"/>
          <p:cNvGrpSpPr/>
          <p:nvPr/>
        </p:nvGrpSpPr>
        <p:grpSpPr>
          <a:xfrm>
            <a:off x="7988456" y="3444952"/>
            <a:ext cx="313273" cy="74585"/>
            <a:chOff x="3655625" y="914400"/>
            <a:chExt cx="2743200" cy="690600"/>
          </a:xfrm>
        </p:grpSpPr>
        <p:sp>
          <p:nvSpPr>
            <p:cNvPr id="4903" name="Google Shape;4903;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04" name="Google Shape;4904;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05" name="Google Shape;4905;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906" name="Google Shape;4906;p56"/>
          <p:cNvSpPr txBox="1"/>
          <p:nvPr/>
        </p:nvSpPr>
        <p:spPr>
          <a:xfrm>
            <a:off x="8393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4907" name="Google Shape;4907;p56"/>
          <p:cNvGrpSpPr/>
          <p:nvPr/>
        </p:nvGrpSpPr>
        <p:grpSpPr>
          <a:xfrm>
            <a:off x="7074056" y="2987752"/>
            <a:ext cx="313273" cy="74585"/>
            <a:chOff x="3655625" y="914400"/>
            <a:chExt cx="2743200" cy="690600"/>
          </a:xfrm>
        </p:grpSpPr>
        <p:sp>
          <p:nvSpPr>
            <p:cNvPr id="4908" name="Google Shape;4908;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09" name="Google Shape;4909;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10" name="Google Shape;4910;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911" name="Google Shape;4911;p56"/>
          <p:cNvGrpSpPr/>
          <p:nvPr/>
        </p:nvGrpSpPr>
        <p:grpSpPr>
          <a:xfrm>
            <a:off x="7531256" y="2987752"/>
            <a:ext cx="313273" cy="74585"/>
            <a:chOff x="3655625" y="914400"/>
            <a:chExt cx="2743200" cy="690600"/>
          </a:xfrm>
        </p:grpSpPr>
        <p:sp>
          <p:nvSpPr>
            <p:cNvPr id="4912" name="Google Shape;4912;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13" name="Google Shape;4913;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14" name="Google Shape;4914;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915" name="Google Shape;4915;p56"/>
          <p:cNvGrpSpPr/>
          <p:nvPr/>
        </p:nvGrpSpPr>
        <p:grpSpPr>
          <a:xfrm>
            <a:off x="7988456" y="2987752"/>
            <a:ext cx="313273" cy="74585"/>
            <a:chOff x="3655625" y="914400"/>
            <a:chExt cx="2743200" cy="690600"/>
          </a:xfrm>
        </p:grpSpPr>
        <p:sp>
          <p:nvSpPr>
            <p:cNvPr id="4916" name="Google Shape;4916;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17" name="Google Shape;4917;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18" name="Google Shape;4918;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919" name="Google Shape;4919;p56"/>
          <p:cNvCxnSpPr>
            <a:stCxn id="4893" idx="0"/>
          </p:cNvCxnSpPr>
          <p:nvPr/>
        </p:nvCxnSpPr>
        <p:spPr>
          <a:xfrm rot="10800000">
            <a:off x="7230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920" name="Google Shape;4920;p56"/>
          <p:cNvCxnSpPr>
            <a:stCxn id="4893" idx="0"/>
            <a:endCxn id="4912" idx="2"/>
          </p:cNvCxnSpPr>
          <p:nvPr/>
        </p:nvCxnSpPr>
        <p:spPr>
          <a:xfrm flipH="1" rot="10800000">
            <a:off x="7230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921" name="Google Shape;4921;p56"/>
          <p:cNvCxnSpPr>
            <a:stCxn id="4893" idx="0"/>
            <a:endCxn id="4916" idx="2"/>
          </p:cNvCxnSpPr>
          <p:nvPr/>
        </p:nvCxnSpPr>
        <p:spPr>
          <a:xfrm flipH="1" rot="10800000">
            <a:off x="7230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922" name="Google Shape;4922;p56"/>
          <p:cNvCxnSpPr>
            <a:stCxn id="4898" idx="0"/>
            <a:endCxn id="4912" idx="2"/>
          </p:cNvCxnSpPr>
          <p:nvPr/>
        </p:nvCxnSpPr>
        <p:spPr>
          <a:xfrm rot="10800000">
            <a:off x="7687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923" name="Google Shape;4923;p56"/>
          <p:cNvCxnSpPr>
            <a:stCxn id="4903" idx="0"/>
            <a:endCxn id="4916" idx="2"/>
          </p:cNvCxnSpPr>
          <p:nvPr/>
        </p:nvCxnSpPr>
        <p:spPr>
          <a:xfrm rot="10800000">
            <a:off x="8145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4924" name="Google Shape;4924;p56"/>
          <p:cNvCxnSpPr>
            <a:stCxn id="4898" idx="0"/>
            <a:endCxn id="4916" idx="2"/>
          </p:cNvCxnSpPr>
          <p:nvPr/>
        </p:nvCxnSpPr>
        <p:spPr>
          <a:xfrm flipH="1" rot="10800000">
            <a:off x="7687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4925" name="Google Shape;4925;p56"/>
          <p:cNvGrpSpPr/>
          <p:nvPr/>
        </p:nvGrpSpPr>
        <p:grpSpPr>
          <a:xfrm rot="-5400000">
            <a:off x="7179088" y="2142702"/>
            <a:ext cx="109798" cy="26302"/>
            <a:chOff x="4885225" y="945750"/>
            <a:chExt cx="311926" cy="74700"/>
          </a:xfrm>
        </p:grpSpPr>
        <p:sp>
          <p:nvSpPr>
            <p:cNvPr id="4926" name="Google Shape;4926;p56"/>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27" name="Google Shape;4927;p56"/>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28" name="Google Shape;4928;p56"/>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929" name="Google Shape;4929;p56"/>
          <p:cNvSpPr/>
          <p:nvPr/>
        </p:nvSpPr>
        <p:spPr>
          <a:xfrm>
            <a:off x="5607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4930" name="Google Shape;4930;p56"/>
          <p:cNvSpPr/>
          <p:nvPr/>
        </p:nvSpPr>
        <p:spPr>
          <a:xfrm>
            <a:off x="5655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4931" name="Google Shape;4931;p56"/>
          <p:cNvSpPr/>
          <p:nvPr/>
        </p:nvSpPr>
        <p:spPr>
          <a:xfrm>
            <a:off x="5656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4932" name="Google Shape;4932;p56"/>
          <p:cNvSpPr/>
          <p:nvPr/>
        </p:nvSpPr>
        <p:spPr>
          <a:xfrm>
            <a:off x="5656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4933" name="Google Shape;4933;p56"/>
          <p:cNvGrpSpPr/>
          <p:nvPr/>
        </p:nvGrpSpPr>
        <p:grpSpPr>
          <a:xfrm>
            <a:off x="7077356" y="2758466"/>
            <a:ext cx="313273" cy="74585"/>
            <a:chOff x="3655625" y="914400"/>
            <a:chExt cx="2743200" cy="690600"/>
          </a:xfrm>
        </p:grpSpPr>
        <p:sp>
          <p:nvSpPr>
            <p:cNvPr id="4934" name="Google Shape;4934;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35" name="Google Shape;4935;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36" name="Google Shape;4936;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937" name="Google Shape;4937;p56"/>
          <p:cNvGrpSpPr/>
          <p:nvPr/>
        </p:nvGrpSpPr>
        <p:grpSpPr>
          <a:xfrm>
            <a:off x="7534556" y="2758466"/>
            <a:ext cx="313273" cy="74585"/>
            <a:chOff x="3655625" y="914400"/>
            <a:chExt cx="2743200" cy="690600"/>
          </a:xfrm>
        </p:grpSpPr>
        <p:sp>
          <p:nvSpPr>
            <p:cNvPr id="4938" name="Google Shape;4938;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39" name="Google Shape;4939;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40" name="Google Shape;4940;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941" name="Google Shape;4941;p56"/>
          <p:cNvGrpSpPr/>
          <p:nvPr/>
        </p:nvGrpSpPr>
        <p:grpSpPr>
          <a:xfrm>
            <a:off x="7991756" y="2758466"/>
            <a:ext cx="313273" cy="74585"/>
            <a:chOff x="3655625" y="914400"/>
            <a:chExt cx="2743200" cy="690600"/>
          </a:xfrm>
        </p:grpSpPr>
        <p:sp>
          <p:nvSpPr>
            <p:cNvPr id="4942" name="Google Shape;4942;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43" name="Google Shape;4943;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44" name="Google Shape;4944;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945" name="Google Shape;4945;p56"/>
          <p:cNvGrpSpPr/>
          <p:nvPr/>
        </p:nvGrpSpPr>
        <p:grpSpPr>
          <a:xfrm>
            <a:off x="7077356" y="2537014"/>
            <a:ext cx="313273" cy="74585"/>
            <a:chOff x="3655625" y="914400"/>
            <a:chExt cx="2743200" cy="690600"/>
          </a:xfrm>
        </p:grpSpPr>
        <p:sp>
          <p:nvSpPr>
            <p:cNvPr id="4946" name="Google Shape;4946;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47" name="Google Shape;4947;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48" name="Google Shape;4948;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949" name="Google Shape;4949;p56"/>
          <p:cNvGrpSpPr/>
          <p:nvPr/>
        </p:nvGrpSpPr>
        <p:grpSpPr>
          <a:xfrm>
            <a:off x="7534556" y="2537014"/>
            <a:ext cx="313273" cy="74585"/>
            <a:chOff x="3655625" y="914400"/>
            <a:chExt cx="2743200" cy="690600"/>
          </a:xfrm>
        </p:grpSpPr>
        <p:sp>
          <p:nvSpPr>
            <p:cNvPr id="4950" name="Google Shape;4950;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51" name="Google Shape;4951;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52" name="Google Shape;4952;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953" name="Google Shape;4953;p56"/>
          <p:cNvGrpSpPr/>
          <p:nvPr/>
        </p:nvGrpSpPr>
        <p:grpSpPr>
          <a:xfrm>
            <a:off x="7991756" y="2537014"/>
            <a:ext cx="313273" cy="74585"/>
            <a:chOff x="3655625" y="914400"/>
            <a:chExt cx="2743200" cy="690600"/>
          </a:xfrm>
        </p:grpSpPr>
        <p:sp>
          <p:nvSpPr>
            <p:cNvPr id="4954" name="Google Shape;4954;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55" name="Google Shape;4955;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56" name="Google Shape;4956;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957" name="Google Shape;4957;p56"/>
          <p:cNvCxnSpPr>
            <a:stCxn id="4934" idx="0"/>
            <a:endCxn id="4946" idx="2"/>
          </p:cNvCxnSpPr>
          <p:nvPr/>
        </p:nvCxnSpPr>
        <p:spPr>
          <a:xfrm rot="10800000">
            <a:off x="7233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958" name="Google Shape;4958;p56"/>
          <p:cNvCxnSpPr>
            <a:stCxn id="4942" idx="0"/>
            <a:endCxn id="4954" idx="2"/>
          </p:cNvCxnSpPr>
          <p:nvPr/>
        </p:nvCxnSpPr>
        <p:spPr>
          <a:xfrm rot="10800000">
            <a:off x="8148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4959" name="Google Shape;4959;p56"/>
          <p:cNvCxnSpPr>
            <a:stCxn id="4938" idx="0"/>
            <a:endCxn id="4950" idx="2"/>
          </p:cNvCxnSpPr>
          <p:nvPr/>
        </p:nvCxnSpPr>
        <p:spPr>
          <a:xfrm rot="10800000">
            <a:off x="7691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4960" name="Google Shape;4960;p56"/>
          <p:cNvGrpSpPr/>
          <p:nvPr/>
        </p:nvGrpSpPr>
        <p:grpSpPr>
          <a:xfrm>
            <a:off x="7077356" y="807303"/>
            <a:ext cx="313273" cy="74585"/>
            <a:chOff x="3655625" y="914400"/>
            <a:chExt cx="2743200" cy="690600"/>
          </a:xfrm>
        </p:grpSpPr>
        <p:sp>
          <p:nvSpPr>
            <p:cNvPr id="4961" name="Google Shape;4961;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62" name="Google Shape;4962;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63" name="Google Shape;4963;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964" name="Google Shape;4964;p56"/>
          <p:cNvGrpSpPr/>
          <p:nvPr/>
        </p:nvGrpSpPr>
        <p:grpSpPr>
          <a:xfrm>
            <a:off x="7534556" y="807303"/>
            <a:ext cx="313273" cy="74585"/>
            <a:chOff x="3655625" y="914400"/>
            <a:chExt cx="2743200" cy="690600"/>
          </a:xfrm>
        </p:grpSpPr>
        <p:sp>
          <p:nvSpPr>
            <p:cNvPr id="4965" name="Google Shape;4965;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66" name="Google Shape;4966;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67" name="Google Shape;4967;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968" name="Google Shape;4968;p56"/>
          <p:cNvGrpSpPr/>
          <p:nvPr/>
        </p:nvGrpSpPr>
        <p:grpSpPr>
          <a:xfrm>
            <a:off x="7991756" y="807303"/>
            <a:ext cx="313273" cy="74585"/>
            <a:chOff x="3655625" y="914400"/>
            <a:chExt cx="2743200" cy="690600"/>
          </a:xfrm>
        </p:grpSpPr>
        <p:sp>
          <p:nvSpPr>
            <p:cNvPr id="4969" name="Google Shape;4969;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70" name="Google Shape;4970;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71" name="Google Shape;4971;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4972" name="Google Shape;4972;p56"/>
          <p:cNvSpPr txBox="1"/>
          <p:nvPr/>
        </p:nvSpPr>
        <p:spPr>
          <a:xfrm>
            <a:off x="6995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4973" name="Google Shape;4973;p56"/>
          <p:cNvSpPr txBox="1"/>
          <p:nvPr/>
        </p:nvSpPr>
        <p:spPr>
          <a:xfrm>
            <a:off x="7521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4974" name="Google Shape;4974;p56"/>
          <p:cNvSpPr txBox="1"/>
          <p:nvPr/>
        </p:nvSpPr>
        <p:spPr>
          <a:xfrm>
            <a:off x="7936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4975" name="Google Shape;4975;p56"/>
          <p:cNvGrpSpPr/>
          <p:nvPr/>
        </p:nvGrpSpPr>
        <p:grpSpPr>
          <a:xfrm>
            <a:off x="8445656" y="3444952"/>
            <a:ext cx="313273" cy="74585"/>
            <a:chOff x="3655625" y="914400"/>
            <a:chExt cx="2743200" cy="690600"/>
          </a:xfrm>
        </p:grpSpPr>
        <p:sp>
          <p:nvSpPr>
            <p:cNvPr id="4976" name="Google Shape;4976;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77" name="Google Shape;4977;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78" name="Google Shape;4978;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979" name="Google Shape;4979;p56"/>
          <p:cNvGrpSpPr/>
          <p:nvPr/>
        </p:nvGrpSpPr>
        <p:grpSpPr>
          <a:xfrm>
            <a:off x="8445656" y="2987752"/>
            <a:ext cx="313273" cy="74585"/>
            <a:chOff x="3655625" y="914400"/>
            <a:chExt cx="2743200" cy="690600"/>
          </a:xfrm>
        </p:grpSpPr>
        <p:sp>
          <p:nvSpPr>
            <p:cNvPr id="4980" name="Google Shape;4980;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81" name="Google Shape;4981;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82" name="Google Shape;4982;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983" name="Google Shape;4983;p56"/>
          <p:cNvCxnSpPr>
            <a:stCxn id="4893" idx="0"/>
            <a:endCxn id="4980" idx="2"/>
          </p:cNvCxnSpPr>
          <p:nvPr/>
        </p:nvCxnSpPr>
        <p:spPr>
          <a:xfrm flipH="1" rot="10800000">
            <a:off x="7230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4984" name="Google Shape;4984;p56"/>
          <p:cNvCxnSpPr>
            <a:stCxn id="4898" idx="0"/>
            <a:endCxn id="4980" idx="2"/>
          </p:cNvCxnSpPr>
          <p:nvPr/>
        </p:nvCxnSpPr>
        <p:spPr>
          <a:xfrm flipH="1" rot="10800000">
            <a:off x="7687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4985" name="Google Shape;4985;p56"/>
          <p:cNvCxnSpPr>
            <a:stCxn id="4903" idx="0"/>
            <a:endCxn id="4980" idx="2"/>
          </p:cNvCxnSpPr>
          <p:nvPr/>
        </p:nvCxnSpPr>
        <p:spPr>
          <a:xfrm flipH="1" rot="10800000">
            <a:off x="8145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4986" name="Google Shape;4986;p56"/>
          <p:cNvCxnSpPr>
            <a:stCxn id="4976" idx="0"/>
            <a:endCxn id="4980" idx="2"/>
          </p:cNvCxnSpPr>
          <p:nvPr/>
        </p:nvCxnSpPr>
        <p:spPr>
          <a:xfrm rot="10800000">
            <a:off x="8602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4987" name="Google Shape;4987;p56"/>
          <p:cNvGrpSpPr/>
          <p:nvPr/>
        </p:nvGrpSpPr>
        <p:grpSpPr>
          <a:xfrm>
            <a:off x="8448956" y="2761349"/>
            <a:ext cx="313273" cy="74585"/>
            <a:chOff x="3655625" y="914400"/>
            <a:chExt cx="2743200" cy="690600"/>
          </a:xfrm>
        </p:grpSpPr>
        <p:sp>
          <p:nvSpPr>
            <p:cNvPr id="4988" name="Google Shape;4988;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89" name="Google Shape;4989;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90" name="Google Shape;4990;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4991" name="Google Shape;4991;p56"/>
          <p:cNvGrpSpPr/>
          <p:nvPr/>
        </p:nvGrpSpPr>
        <p:grpSpPr>
          <a:xfrm>
            <a:off x="8448956" y="2533450"/>
            <a:ext cx="313273" cy="74585"/>
            <a:chOff x="3655625" y="914400"/>
            <a:chExt cx="2743200" cy="690600"/>
          </a:xfrm>
        </p:grpSpPr>
        <p:sp>
          <p:nvSpPr>
            <p:cNvPr id="4992" name="Google Shape;4992;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93" name="Google Shape;4993;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94" name="Google Shape;4994;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4995" name="Google Shape;4995;p56"/>
          <p:cNvCxnSpPr>
            <a:stCxn id="4988" idx="0"/>
            <a:endCxn id="4992" idx="2"/>
          </p:cNvCxnSpPr>
          <p:nvPr/>
        </p:nvCxnSpPr>
        <p:spPr>
          <a:xfrm rot="10800000">
            <a:off x="8605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4996" name="Google Shape;4996;p56"/>
          <p:cNvGrpSpPr/>
          <p:nvPr/>
        </p:nvGrpSpPr>
        <p:grpSpPr>
          <a:xfrm>
            <a:off x="8445519" y="807303"/>
            <a:ext cx="313273" cy="74585"/>
            <a:chOff x="3655625" y="914400"/>
            <a:chExt cx="2743200" cy="690600"/>
          </a:xfrm>
        </p:grpSpPr>
        <p:sp>
          <p:nvSpPr>
            <p:cNvPr id="4997" name="Google Shape;4997;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998" name="Google Shape;4998;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4999" name="Google Shape;4999;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000" name="Google Shape;5000;p56"/>
          <p:cNvSpPr txBox="1"/>
          <p:nvPr/>
        </p:nvSpPr>
        <p:spPr>
          <a:xfrm>
            <a:off x="8327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5001" name="Google Shape;5001;p56"/>
          <p:cNvGrpSpPr/>
          <p:nvPr/>
        </p:nvGrpSpPr>
        <p:grpSpPr>
          <a:xfrm>
            <a:off x="6616856" y="3444952"/>
            <a:ext cx="313273" cy="74585"/>
            <a:chOff x="3655625" y="914400"/>
            <a:chExt cx="2743200" cy="690600"/>
          </a:xfrm>
        </p:grpSpPr>
        <p:sp>
          <p:nvSpPr>
            <p:cNvPr id="5002" name="Google Shape;5002;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03" name="Google Shape;5003;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04" name="Google Shape;5004;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005" name="Google Shape;5005;p56"/>
          <p:cNvGrpSpPr/>
          <p:nvPr/>
        </p:nvGrpSpPr>
        <p:grpSpPr>
          <a:xfrm>
            <a:off x="6616856" y="2987752"/>
            <a:ext cx="313273" cy="74585"/>
            <a:chOff x="3655625" y="914400"/>
            <a:chExt cx="2743200" cy="690600"/>
          </a:xfrm>
        </p:grpSpPr>
        <p:sp>
          <p:nvSpPr>
            <p:cNvPr id="5006" name="Google Shape;5006;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07" name="Google Shape;5007;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08" name="Google Shape;5008;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009" name="Google Shape;5009;p56"/>
          <p:cNvGrpSpPr/>
          <p:nvPr/>
        </p:nvGrpSpPr>
        <p:grpSpPr>
          <a:xfrm>
            <a:off x="6159656" y="3444952"/>
            <a:ext cx="313273" cy="74585"/>
            <a:chOff x="3655625" y="914400"/>
            <a:chExt cx="2743200" cy="690600"/>
          </a:xfrm>
        </p:grpSpPr>
        <p:sp>
          <p:nvSpPr>
            <p:cNvPr id="5010" name="Google Shape;5010;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11" name="Google Shape;5011;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12" name="Google Shape;5012;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013" name="Google Shape;5013;p56"/>
          <p:cNvGrpSpPr/>
          <p:nvPr/>
        </p:nvGrpSpPr>
        <p:grpSpPr>
          <a:xfrm>
            <a:off x="6159656" y="2987752"/>
            <a:ext cx="313273" cy="74585"/>
            <a:chOff x="3655625" y="914400"/>
            <a:chExt cx="2743200" cy="690600"/>
          </a:xfrm>
        </p:grpSpPr>
        <p:sp>
          <p:nvSpPr>
            <p:cNvPr id="5014" name="Google Shape;5014;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15" name="Google Shape;5015;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16" name="Google Shape;5016;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017" name="Google Shape;5017;p56"/>
          <p:cNvGrpSpPr/>
          <p:nvPr/>
        </p:nvGrpSpPr>
        <p:grpSpPr>
          <a:xfrm>
            <a:off x="5702456" y="3444952"/>
            <a:ext cx="313273" cy="74585"/>
            <a:chOff x="3655625" y="914400"/>
            <a:chExt cx="2743200" cy="690600"/>
          </a:xfrm>
        </p:grpSpPr>
        <p:sp>
          <p:nvSpPr>
            <p:cNvPr id="5018" name="Google Shape;5018;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19" name="Google Shape;5019;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20" name="Google Shape;5020;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021" name="Google Shape;5021;p56"/>
          <p:cNvGrpSpPr/>
          <p:nvPr/>
        </p:nvGrpSpPr>
        <p:grpSpPr>
          <a:xfrm>
            <a:off x="5702456" y="2987752"/>
            <a:ext cx="313273" cy="74585"/>
            <a:chOff x="3655625" y="914400"/>
            <a:chExt cx="2743200" cy="690600"/>
          </a:xfrm>
        </p:grpSpPr>
        <p:sp>
          <p:nvSpPr>
            <p:cNvPr id="5022" name="Google Shape;5022;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23" name="Google Shape;5023;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24" name="Google Shape;5024;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025" name="Google Shape;5025;p56"/>
          <p:cNvSpPr txBox="1"/>
          <p:nvPr/>
        </p:nvSpPr>
        <p:spPr>
          <a:xfrm>
            <a:off x="5607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5026" name="Google Shape;5026;p56"/>
          <p:cNvCxnSpPr>
            <a:stCxn id="5002" idx="0"/>
            <a:endCxn id="5006" idx="2"/>
          </p:cNvCxnSpPr>
          <p:nvPr/>
        </p:nvCxnSpPr>
        <p:spPr>
          <a:xfrm rot="10800000">
            <a:off x="6773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027" name="Google Shape;5027;p56"/>
          <p:cNvCxnSpPr>
            <a:stCxn id="5010" idx="0"/>
            <a:endCxn id="5014"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028" name="Google Shape;5028;p56"/>
          <p:cNvCxnSpPr>
            <a:stCxn id="5018" idx="0"/>
            <a:endCxn id="5022"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029" name="Google Shape;5029;p56"/>
          <p:cNvCxnSpPr>
            <a:stCxn id="5018" idx="0"/>
            <a:endCxn id="5014"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030" name="Google Shape;5030;p56"/>
          <p:cNvCxnSpPr>
            <a:stCxn id="5018" idx="0"/>
            <a:endCxn id="5006" idx="2"/>
          </p:cNvCxnSpPr>
          <p:nvPr/>
        </p:nvCxnSpPr>
        <p:spPr>
          <a:xfrm flipH="1" rot="10800000">
            <a:off x="58590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031" name="Google Shape;5031;p56"/>
          <p:cNvCxnSpPr>
            <a:stCxn id="5018" idx="0"/>
            <a:endCxn id="4908" idx="2"/>
          </p:cNvCxnSpPr>
          <p:nvPr/>
        </p:nvCxnSpPr>
        <p:spPr>
          <a:xfrm flipH="1" rot="10800000">
            <a:off x="5859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032" name="Google Shape;5032;p56"/>
          <p:cNvCxnSpPr>
            <a:stCxn id="5018" idx="0"/>
            <a:endCxn id="4912" idx="2"/>
          </p:cNvCxnSpPr>
          <p:nvPr/>
        </p:nvCxnSpPr>
        <p:spPr>
          <a:xfrm flipH="1" rot="10800000">
            <a:off x="5859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5033" name="Google Shape;5033;p56"/>
          <p:cNvCxnSpPr>
            <a:stCxn id="5018" idx="0"/>
            <a:endCxn id="4916" idx="2"/>
          </p:cNvCxnSpPr>
          <p:nvPr/>
        </p:nvCxnSpPr>
        <p:spPr>
          <a:xfrm flipH="1" rot="10800000">
            <a:off x="5859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5034" name="Google Shape;5034;p56"/>
          <p:cNvCxnSpPr>
            <a:stCxn id="5018" idx="0"/>
            <a:endCxn id="4980" idx="2"/>
          </p:cNvCxnSpPr>
          <p:nvPr/>
        </p:nvCxnSpPr>
        <p:spPr>
          <a:xfrm flipH="1" rot="10800000">
            <a:off x="5859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5035" name="Google Shape;5035;p56"/>
          <p:cNvCxnSpPr>
            <a:stCxn id="5010" idx="0"/>
            <a:endCxn id="5006" idx="2"/>
          </p:cNvCxnSpPr>
          <p:nvPr/>
        </p:nvCxnSpPr>
        <p:spPr>
          <a:xfrm flipH="1" rot="10800000">
            <a:off x="6316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036" name="Google Shape;5036;p56"/>
          <p:cNvCxnSpPr>
            <a:stCxn id="5010" idx="0"/>
            <a:endCxn id="4908" idx="2"/>
          </p:cNvCxnSpPr>
          <p:nvPr/>
        </p:nvCxnSpPr>
        <p:spPr>
          <a:xfrm flipH="1" rot="10800000">
            <a:off x="6316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037" name="Google Shape;5037;p56"/>
          <p:cNvCxnSpPr>
            <a:stCxn id="5010" idx="0"/>
            <a:endCxn id="4912" idx="2"/>
          </p:cNvCxnSpPr>
          <p:nvPr/>
        </p:nvCxnSpPr>
        <p:spPr>
          <a:xfrm flipH="1" rot="10800000">
            <a:off x="6316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038" name="Google Shape;5038;p56"/>
          <p:cNvCxnSpPr>
            <a:stCxn id="5010" idx="0"/>
            <a:endCxn id="4916" idx="2"/>
          </p:cNvCxnSpPr>
          <p:nvPr/>
        </p:nvCxnSpPr>
        <p:spPr>
          <a:xfrm flipH="1" rot="10800000">
            <a:off x="6316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5039" name="Google Shape;5039;p56"/>
          <p:cNvCxnSpPr>
            <a:stCxn id="5010" idx="0"/>
            <a:endCxn id="4980" idx="2"/>
          </p:cNvCxnSpPr>
          <p:nvPr/>
        </p:nvCxnSpPr>
        <p:spPr>
          <a:xfrm flipH="1" rot="10800000">
            <a:off x="63162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5040" name="Google Shape;5040;p56"/>
          <p:cNvCxnSpPr>
            <a:stCxn id="5002" idx="0"/>
            <a:endCxn id="4908" idx="2"/>
          </p:cNvCxnSpPr>
          <p:nvPr/>
        </p:nvCxnSpPr>
        <p:spPr>
          <a:xfrm flipH="1" rot="10800000">
            <a:off x="6773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041" name="Google Shape;5041;p56"/>
          <p:cNvCxnSpPr>
            <a:stCxn id="5002" idx="0"/>
            <a:endCxn id="4912" idx="2"/>
          </p:cNvCxnSpPr>
          <p:nvPr/>
        </p:nvCxnSpPr>
        <p:spPr>
          <a:xfrm flipH="1" rot="10800000">
            <a:off x="6773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042" name="Google Shape;5042;p56"/>
          <p:cNvCxnSpPr>
            <a:stCxn id="5002" idx="0"/>
            <a:endCxn id="4916" idx="2"/>
          </p:cNvCxnSpPr>
          <p:nvPr/>
        </p:nvCxnSpPr>
        <p:spPr>
          <a:xfrm flipH="1" rot="10800000">
            <a:off x="6773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043" name="Google Shape;5043;p56"/>
          <p:cNvCxnSpPr>
            <a:stCxn id="5002" idx="0"/>
            <a:endCxn id="4980" idx="2"/>
          </p:cNvCxnSpPr>
          <p:nvPr/>
        </p:nvCxnSpPr>
        <p:spPr>
          <a:xfrm flipH="1" rot="10800000">
            <a:off x="6773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5044" name="Google Shape;5044;p56"/>
          <p:cNvGrpSpPr/>
          <p:nvPr/>
        </p:nvGrpSpPr>
        <p:grpSpPr>
          <a:xfrm>
            <a:off x="6620156" y="2758466"/>
            <a:ext cx="313273" cy="74585"/>
            <a:chOff x="3655625" y="914400"/>
            <a:chExt cx="2743200" cy="690600"/>
          </a:xfrm>
        </p:grpSpPr>
        <p:sp>
          <p:nvSpPr>
            <p:cNvPr id="5045" name="Google Shape;5045;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46" name="Google Shape;5046;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47" name="Google Shape;5047;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048" name="Google Shape;5048;p56"/>
          <p:cNvGrpSpPr/>
          <p:nvPr/>
        </p:nvGrpSpPr>
        <p:grpSpPr>
          <a:xfrm>
            <a:off x="6620156" y="2537014"/>
            <a:ext cx="313273" cy="74585"/>
            <a:chOff x="3655625" y="914400"/>
            <a:chExt cx="2743200" cy="690600"/>
          </a:xfrm>
        </p:grpSpPr>
        <p:sp>
          <p:nvSpPr>
            <p:cNvPr id="5049" name="Google Shape;5049;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50" name="Google Shape;5050;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51" name="Google Shape;5051;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052" name="Google Shape;5052;p56"/>
          <p:cNvCxnSpPr>
            <a:stCxn id="5045" idx="0"/>
            <a:endCxn id="5049" idx="2"/>
          </p:cNvCxnSpPr>
          <p:nvPr/>
        </p:nvCxnSpPr>
        <p:spPr>
          <a:xfrm rot="10800000">
            <a:off x="6776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053" name="Google Shape;5053;p56"/>
          <p:cNvGrpSpPr/>
          <p:nvPr/>
        </p:nvGrpSpPr>
        <p:grpSpPr>
          <a:xfrm>
            <a:off x="6162956" y="2758466"/>
            <a:ext cx="313273" cy="74585"/>
            <a:chOff x="3655625" y="914400"/>
            <a:chExt cx="2743200" cy="690600"/>
          </a:xfrm>
        </p:grpSpPr>
        <p:sp>
          <p:nvSpPr>
            <p:cNvPr id="5054" name="Google Shape;5054;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55" name="Google Shape;5055;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56" name="Google Shape;5056;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057" name="Google Shape;5057;p56"/>
          <p:cNvGrpSpPr/>
          <p:nvPr/>
        </p:nvGrpSpPr>
        <p:grpSpPr>
          <a:xfrm>
            <a:off x="6162956" y="2537014"/>
            <a:ext cx="313273" cy="74585"/>
            <a:chOff x="3655625" y="914400"/>
            <a:chExt cx="2743200" cy="690600"/>
          </a:xfrm>
        </p:grpSpPr>
        <p:sp>
          <p:nvSpPr>
            <p:cNvPr id="5058" name="Google Shape;5058;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59" name="Google Shape;5059;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60" name="Google Shape;5060;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061" name="Google Shape;5061;p56"/>
          <p:cNvCxnSpPr>
            <a:stCxn id="5054" idx="0"/>
            <a:endCxn id="5058" idx="2"/>
          </p:cNvCxnSpPr>
          <p:nvPr/>
        </p:nvCxnSpPr>
        <p:spPr>
          <a:xfrm rot="10800000">
            <a:off x="6319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062" name="Google Shape;5062;p56"/>
          <p:cNvGrpSpPr/>
          <p:nvPr/>
        </p:nvGrpSpPr>
        <p:grpSpPr>
          <a:xfrm>
            <a:off x="5705756" y="2758466"/>
            <a:ext cx="313273" cy="74585"/>
            <a:chOff x="3655625" y="914400"/>
            <a:chExt cx="2743200" cy="690600"/>
          </a:xfrm>
        </p:grpSpPr>
        <p:sp>
          <p:nvSpPr>
            <p:cNvPr id="5063" name="Google Shape;5063;p5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64" name="Google Shape;5064;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65" name="Google Shape;5065;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066" name="Google Shape;5066;p56"/>
          <p:cNvGrpSpPr/>
          <p:nvPr/>
        </p:nvGrpSpPr>
        <p:grpSpPr>
          <a:xfrm>
            <a:off x="5705756" y="2537014"/>
            <a:ext cx="313273" cy="74585"/>
            <a:chOff x="3655625" y="914400"/>
            <a:chExt cx="2743200" cy="690600"/>
          </a:xfrm>
        </p:grpSpPr>
        <p:sp>
          <p:nvSpPr>
            <p:cNvPr id="5067" name="Google Shape;5067;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68" name="Google Shape;5068;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69" name="Google Shape;5069;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070" name="Google Shape;5070;p56"/>
          <p:cNvCxnSpPr>
            <a:stCxn id="5063" idx="0"/>
            <a:endCxn id="5067"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071" name="Google Shape;5071;p56"/>
          <p:cNvGrpSpPr/>
          <p:nvPr/>
        </p:nvGrpSpPr>
        <p:grpSpPr>
          <a:xfrm>
            <a:off x="5705756" y="807303"/>
            <a:ext cx="313273" cy="74585"/>
            <a:chOff x="3655625" y="914400"/>
            <a:chExt cx="2743200" cy="690600"/>
          </a:xfrm>
        </p:grpSpPr>
        <p:sp>
          <p:nvSpPr>
            <p:cNvPr id="5072" name="Google Shape;5072;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73" name="Google Shape;5073;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74" name="Google Shape;5074;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075" name="Google Shape;5075;p56"/>
          <p:cNvGrpSpPr/>
          <p:nvPr/>
        </p:nvGrpSpPr>
        <p:grpSpPr>
          <a:xfrm>
            <a:off x="6162956" y="807303"/>
            <a:ext cx="313273" cy="74585"/>
            <a:chOff x="3655625" y="914400"/>
            <a:chExt cx="2743200" cy="690600"/>
          </a:xfrm>
        </p:grpSpPr>
        <p:sp>
          <p:nvSpPr>
            <p:cNvPr id="5076" name="Google Shape;5076;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77" name="Google Shape;5077;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78" name="Google Shape;5078;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079" name="Google Shape;5079;p56"/>
          <p:cNvGrpSpPr/>
          <p:nvPr/>
        </p:nvGrpSpPr>
        <p:grpSpPr>
          <a:xfrm>
            <a:off x="6620156" y="807303"/>
            <a:ext cx="313273" cy="74585"/>
            <a:chOff x="3655625" y="914400"/>
            <a:chExt cx="2743200" cy="690600"/>
          </a:xfrm>
        </p:grpSpPr>
        <p:sp>
          <p:nvSpPr>
            <p:cNvPr id="5080" name="Google Shape;5080;p5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81" name="Google Shape;5081;p5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082" name="Google Shape;5082;p5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083" name="Google Shape;5083;p56"/>
          <p:cNvSpPr txBox="1"/>
          <p:nvPr/>
        </p:nvSpPr>
        <p:spPr>
          <a:xfrm>
            <a:off x="5618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5084" name="Google Shape;5084;p56"/>
          <p:cNvSpPr txBox="1"/>
          <p:nvPr/>
        </p:nvSpPr>
        <p:spPr>
          <a:xfrm>
            <a:off x="6162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5085" name="Google Shape;5085;p56"/>
          <p:cNvSpPr txBox="1"/>
          <p:nvPr/>
        </p:nvSpPr>
        <p:spPr>
          <a:xfrm>
            <a:off x="6512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5086" name="Google Shape;5086;p56"/>
          <p:cNvSpPr txBox="1"/>
          <p:nvPr/>
        </p:nvSpPr>
        <p:spPr>
          <a:xfrm>
            <a:off x="31575" y="92825"/>
            <a:ext cx="4092300" cy="4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2"/>
                </a:solidFill>
                <a:latin typeface="Roboto"/>
                <a:ea typeface="Roboto"/>
                <a:cs typeface="Roboto"/>
                <a:sym typeface="Roboto"/>
              </a:rPr>
              <a:t>2. </a:t>
            </a:r>
            <a:r>
              <a:rPr lang="en" u="sng">
                <a:solidFill>
                  <a:schemeClr val="dk2"/>
                </a:solidFill>
                <a:latin typeface="Roboto"/>
                <a:ea typeface="Roboto"/>
                <a:cs typeface="Roboto"/>
                <a:sym typeface="Roboto"/>
              </a:rPr>
              <a:t>Share encoder and decoder parameters</a:t>
            </a:r>
            <a:endParaRPr u="sng">
              <a:solidFill>
                <a:schemeClr val="dk2"/>
              </a:solidFill>
              <a:latin typeface="Roboto"/>
              <a:ea typeface="Roboto"/>
              <a:cs typeface="Roboto"/>
              <a:sym typeface="Roboto"/>
            </a:endParaRPr>
          </a:p>
        </p:txBody>
      </p:sp>
      <p:sp>
        <p:nvSpPr>
          <p:cNvPr id="5087" name="Google Shape;5087;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1" name="Shape 5091"/>
        <p:cNvGrpSpPr/>
        <p:nvPr/>
      </p:nvGrpSpPr>
      <p:grpSpPr>
        <a:xfrm>
          <a:off x="0" y="0"/>
          <a:ext cx="0" cy="0"/>
          <a:chOff x="0" y="0"/>
          <a:chExt cx="0" cy="0"/>
        </a:xfrm>
      </p:grpSpPr>
      <p:sp>
        <p:nvSpPr>
          <p:cNvPr id="5092" name="Google Shape;5092;p57"/>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 of the differences</a:t>
            </a:r>
            <a:endParaRPr/>
          </a:p>
        </p:txBody>
      </p:sp>
      <p:graphicFrame>
        <p:nvGraphicFramePr>
          <p:cNvPr id="5093" name="Google Shape;5093;p57"/>
          <p:cNvGraphicFramePr/>
          <p:nvPr/>
        </p:nvGraphicFramePr>
        <p:xfrm>
          <a:off x="387900" y="1252475"/>
          <a:ext cx="3000000" cy="3000000"/>
        </p:xfrm>
        <a:graphic>
          <a:graphicData uri="http://schemas.openxmlformats.org/drawingml/2006/table">
            <a:tbl>
              <a:tblPr>
                <a:noFill/>
                <a:tableStyleId>{EB4F61EB-9F4D-4772-B5CA-0CA35B3376C2}</a:tableStyleId>
              </a:tblPr>
              <a:tblGrid>
                <a:gridCol w="2243975"/>
                <a:gridCol w="3396025"/>
                <a:gridCol w="2880600"/>
              </a:tblGrid>
              <a:tr h="381000">
                <a:tc>
                  <a:txBody>
                    <a:bodyPr/>
                    <a:lstStyle/>
                    <a:p>
                      <a:pPr indent="0" lvl="0" marL="0" rtl="0" algn="l">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Encoder-decoder</a:t>
                      </a:r>
                      <a:endParaRPr b="1">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Decoder-only</a:t>
                      </a:r>
                      <a:endParaRPr b="1">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Additional cross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Separate cross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Self-attention serving both roles</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Parameter sharing</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Separate parameters for input and target</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Shared parameters</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Target-to-input attention pattern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Input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5094" name="Google Shape;5094;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8" name="Shape 5098"/>
        <p:cNvGrpSpPr/>
        <p:nvPr/>
      </p:nvGrpSpPr>
      <p:grpSpPr>
        <a:xfrm>
          <a:off x="0" y="0"/>
          <a:ext cx="0" cy="0"/>
          <a:chOff x="0" y="0"/>
          <a:chExt cx="0" cy="0"/>
        </a:xfrm>
      </p:grpSpPr>
      <p:sp>
        <p:nvSpPr>
          <p:cNvPr id="5099" name="Google Shape;5099;p58"/>
          <p:cNvSpPr/>
          <p:nvPr/>
        </p:nvSpPr>
        <p:spPr>
          <a:xfrm>
            <a:off x="2728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5100" name="Google Shape;5100;p58"/>
          <p:cNvSpPr/>
          <p:nvPr/>
        </p:nvSpPr>
        <p:spPr>
          <a:xfrm>
            <a:off x="158272" y="1948750"/>
            <a:ext cx="1676100" cy="26493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5101" name="Google Shape;5101;p58"/>
          <p:cNvSpPr/>
          <p:nvPr/>
        </p:nvSpPr>
        <p:spPr>
          <a:xfrm>
            <a:off x="254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5102" name="Google Shape;5102;p58"/>
          <p:cNvSpPr/>
          <p:nvPr/>
        </p:nvSpPr>
        <p:spPr>
          <a:xfrm>
            <a:off x="321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5103" name="Google Shape;5103;p58"/>
          <p:cNvSpPr/>
          <p:nvPr/>
        </p:nvSpPr>
        <p:spPr>
          <a:xfrm>
            <a:off x="342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104" name="Google Shape;5104;p58"/>
          <p:cNvGrpSpPr/>
          <p:nvPr/>
        </p:nvGrpSpPr>
        <p:grpSpPr>
          <a:xfrm>
            <a:off x="378203" y="3903853"/>
            <a:ext cx="313273" cy="74585"/>
            <a:chOff x="3655625" y="914400"/>
            <a:chExt cx="2743200" cy="690600"/>
          </a:xfrm>
        </p:grpSpPr>
        <p:sp>
          <p:nvSpPr>
            <p:cNvPr id="5105" name="Google Shape;5105;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06" name="Google Shape;5106;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07" name="Google Shape;5107;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108" name="Google Shape;5108;p58"/>
          <p:cNvSpPr txBox="1"/>
          <p:nvPr/>
        </p:nvSpPr>
        <p:spPr>
          <a:xfrm>
            <a:off x="299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5109" name="Google Shape;5109;p58"/>
          <p:cNvGrpSpPr/>
          <p:nvPr/>
        </p:nvGrpSpPr>
        <p:grpSpPr>
          <a:xfrm>
            <a:off x="835403" y="3903853"/>
            <a:ext cx="313273" cy="74585"/>
            <a:chOff x="3655625" y="914400"/>
            <a:chExt cx="2743200" cy="690600"/>
          </a:xfrm>
        </p:grpSpPr>
        <p:sp>
          <p:nvSpPr>
            <p:cNvPr id="5110" name="Google Shape;5110;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11" name="Google Shape;5111;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12" name="Google Shape;5112;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113" name="Google Shape;5113;p58"/>
          <p:cNvSpPr txBox="1"/>
          <p:nvPr/>
        </p:nvSpPr>
        <p:spPr>
          <a:xfrm>
            <a:off x="832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5114" name="Google Shape;5114;p58"/>
          <p:cNvGrpSpPr/>
          <p:nvPr/>
        </p:nvGrpSpPr>
        <p:grpSpPr>
          <a:xfrm>
            <a:off x="1292603" y="3903853"/>
            <a:ext cx="313273" cy="74585"/>
            <a:chOff x="3655625" y="914400"/>
            <a:chExt cx="2743200" cy="690600"/>
          </a:xfrm>
        </p:grpSpPr>
        <p:sp>
          <p:nvSpPr>
            <p:cNvPr id="5115" name="Google Shape;5115;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16" name="Google Shape;5116;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17" name="Google Shape;5117;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118" name="Google Shape;5118;p58"/>
          <p:cNvSpPr txBox="1"/>
          <p:nvPr/>
        </p:nvSpPr>
        <p:spPr>
          <a:xfrm>
            <a:off x="1208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5119" name="Google Shape;5119;p58"/>
          <p:cNvGrpSpPr/>
          <p:nvPr/>
        </p:nvGrpSpPr>
        <p:grpSpPr>
          <a:xfrm>
            <a:off x="378203" y="3446653"/>
            <a:ext cx="313273" cy="74585"/>
            <a:chOff x="3655625" y="914400"/>
            <a:chExt cx="2743200" cy="690600"/>
          </a:xfrm>
        </p:grpSpPr>
        <p:sp>
          <p:nvSpPr>
            <p:cNvPr id="5120" name="Google Shape;5120;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21" name="Google Shape;5121;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22" name="Google Shape;5122;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123" name="Google Shape;5123;p58"/>
          <p:cNvGrpSpPr/>
          <p:nvPr/>
        </p:nvGrpSpPr>
        <p:grpSpPr>
          <a:xfrm>
            <a:off x="835403" y="3446653"/>
            <a:ext cx="313273" cy="74585"/>
            <a:chOff x="3655625" y="914400"/>
            <a:chExt cx="2743200" cy="690600"/>
          </a:xfrm>
        </p:grpSpPr>
        <p:sp>
          <p:nvSpPr>
            <p:cNvPr id="5124" name="Google Shape;5124;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25" name="Google Shape;5125;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26" name="Google Shape;5126;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127" name="Google Shape;5127;p58"/>
          <p:cNvGrpSpPr/>
          <p:nvPr/>
        </p:nvGrpSpPr>
        <p:grpSpPr>
          <a:xfrm>
            <a:off x="1292603" y="3446653"/>
            <a:ext cx="313273" cy="74585"/>
            <a:chOff x="3655625" y="914400"/>
            <a:chExt cx="2743200" cy="690600"/>
          </a:xfrm>
        </p:grpSpPr>
        <p:sp>
          <p:nvSpPr>
            <p:cNvPr id="5128" name="Google Shape;5128;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29" name="Google Shape;5129;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30" name="Google Shape;5130;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131" name="Google Shape;5131;p58"/>
          <p:cNvCxnSpPr>
            <a:stCxn id="5110" idx="0"/>
            <a:endCxn id="5120" idx="2"/>
          </p:cNvCxnSpPr>
          <p:nvPr/>
        </p:nvCxnSpPr>
        <p:spPr>
          <a:xfrm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132" name="Google Shape;5132;p58"/>
          <p:cNvCxnSpPr>
            <a:stCxn id="5115" idx="0"/>
          </p:cNvCxnSpPr>
          <p:nvPr/>
        </p:nvCxnSpPr>
        <p:spPr>
          <a:xfrm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133" name="Google Shape;5133;p58"/>
          <p:cNvCxnSpPr>
            <a:stCxn id="5105" idx="0"/>
          </p:cNvCxnSpPr>
          <p:nvPr/>
        </p:nvCxnSpPr>
        <p:spPr>
          <a:xfrm rot="10800000">
            <a:off x="534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134" name="Google Shape;5134;p58"/>
          <p:cNvCxnSpPr>
            <a:stCxn id="5105" idx="0"/>
            <a:endCxn id="5124" idx="2"/>
          </p:cNvCxnSpPr>
          <p:nvPr/>
        </p:nvCxnSpPr>
        <p:spPr>
          <a:xfrm flipH="1"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135" name="Google Shape;5135;p58"/>
          <p:cNvCxnSpPr>
            <a:stCxn id="5105" idx="0"/>
            <a:endCxn id="5128" idx="2"/>
          </p:cNvCxnSpPr>
          <p:nvPr/>
        </p:nvCxnSpPr>
        <p:spPr>
          <a:xfrm flipH="1"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136" name="Google Shape;5136;p58"/>
          <p:cNvCxnSpPr>
            <a:stCxn id="5110" idx="0"/>
            <a:endCxn id="5124" idx="2"/>
          </p:cNvCxnSpPr>
          <p:nvPr/>
        </p:nvCxnSpPr>
        <p:spPr>
          <a:xfrm rot="10800000">
            <a:off x="992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137" name="Google Shape;5137;p58"/>
          <p:cNvCxnSpPr>
            <a:stCxn id="5115" idx="0"/>
            <a:endCxn id="5128" idx="2"/>
          </p:cNvCxnSpPr>
          <p:nvPr/>
        </p:nvCxnSpPr>
        <p:spPr>
          <a:xfrm rot="10800000">
            <a:off x="1449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138" name="Google Shape;5138;p58"/>
          <p:cNvCxnSpPr>
            <a:stCxn id="5115" idx="0"/>
            <a:endCxn id="5124" idx="2"/>
          </p:cNvCxnSpPr>
          <p:nvPr/>
        </p:nvCxnSpPr>
        <p:spPr>
          <a:xfrm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139" name="Google Shape;5139;p58"/>
          <p:cNvCxnSpPr>
            <a:stCxn id="5110" idx="0"/>
            <a:endCxn id="5128" idx="2"/>
          </p:cNvCxnSpPr>
          <p:nvPr/>
        </p:nvCxnSpPr>
        <p:spPr>
          <a:xfrm flipH="1"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5140" name="Google Shape;5140;p58"/>
          <p:cNvGrpSpPr/>
          <p:nvPr/>
        </p:nvGrpSpPr>
        <p:grpSpPr>
          <a:xfrm>
            <a:off x="378203" y="3201599"/>
            <a:ext cx="313273" cy="74585"/>
            <a:chOff x="3655625" y="914400"/>
            <a:chExt cx="2743200" cy="690600"/>
          </a:xfrm>
        </p:grpSpPr>
        <p:sp>
          <p:nvSpPr>
            <p:cNvPr id="5141" name="Google Shape;5141;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42" name="Google Shape;5142;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43" name="Google Shape;5143;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144" name="Google Shape;5144;p58"/>
          <p:cNvGrpSpPr/>
          <p:nvPr/>
        </p:nvGrpSpPr>
        <p:grpSpPr>
          <a:xfrm>
            <a:off x="835403" y="3201599"/>
            <a:ext cx="313273" cy="74585"/>
            <a:chOff x="3655625" y="914400"/>
            <a:chExt cx="2743200" cy="690600"/>
          </a:xfrm>
        </p:grpSpPr>
        <p:sp>
          <p:nvSpPr>
            <p:cNvPr id="5145" name="Google Shape;5145;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46" name="Google Shape;5146;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47" name="Google Shape;5147;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148" name="Google Shape;5148;p58"/>
          <p:cNvGrpSpPr/>
          <p:nvPr/>
        </p:nvGrpSpPr>
        <p:grpSpPr>
          <a:xfrm>
            <a:off x="1292603" y="3201599"/>
            <a:ext cx="313273" cy="74585"/>
            <a:chOff x="3655625" y="914400"/>
            <a:chExt cx="2743200" cy="690600"/>
          </a:xfrm>
        </p:grpSpPr>
        <p:sp>
          <p:nvSpPr>
            <p:cNvPr id="5149" name="Google Shape;5149;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50" name="Google Shape;5150;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51" name="Google Shape;5151;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152" name="Google Shape;5152;p58"/>
          <p:cNvGrpSpPr/>
          <p:nvPr/>
        </p:nvGrpSpPr>
        <p:grpSpPr>
          <a:xfrm>
            <a:off x="378203" y="2980147"/>
            <a:ext cx="313273" cy="74585"/>
            <a:chOff x="3655625" y="914400"/>
            <a:chExt cx="2743200" cy="690600"/>
          </a:xfrm>
        </p:grpSpPr>
        <p:sp>
          <p:nvSpPr>
            <p:cNvPr id="5153" name="Google Shape;5153;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54" name="Google Shape;5154;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55" name="Google Shape;5155;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156" name="Google Shape;5156;p58"/>
          <p:cNvGrpSpPr/>
          <p:nvPr/>
        </p:nvGrpSpPr>
        <p:grpSpPr>
          <a:xfrm>
            <a:off x="835403" y="2980147"/>
            <a:ext cx="313273" cy="74585"/>
            <a:chOff x="3655625" y="914400"/>
            <a:chExt cx="2743200" cy="690600"/>
          </a:xfrm>
        </p:grpSpPr>
        <p:sp>
          <p:nvSpPr>
            <p:cNvPr id="5157" name="Google Shape;5157;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58" name="Google Shape;5158;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59" name="Google Shape;5159;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160" name="Google Shape;5160;p58"/>
          <p:cNvGrpSpPr/>
          <p:nvPr/>
        </p:nvGrpSpPr>
        <p:grpSpPr>
          <a:xfrm>
            <a:off x="1292603" y="2980147"/>
            <a:ext cx="313273" cy="74585"/>
            <a:chOff x="3655625" y="914400"/>
            <a:chExt cx="2743200" cy="690600"/>
          </a:xfrm>
        </p:grpSpPr>
        <p:sp>
          <p:nvSpPr>
            <p:cNvPr id="5161" name="Google Shape;5161;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62" name="Google Shape;5162;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63" name="Google Shape;5163;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164" name="Google Shape;5164;p58"/>
          <p:cNvCxnSpPr>
            <a:stCxn id="5141" idx="0"/>
            <a:endCxn id="5153" idx="2"/>
          </p:cNvCxnSpPr>
          <p:nvPr/>
        </p:nvCxnSpPr>
        <p:spPr>
          <a:xfrm rot="10800000">
            <a:off x="534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165" name="Google Shape;5165;p58"/>
          <p:cNvCxnSpPr>
            <a:stCxn id="5149" idx="0"/>
            <a:endCxn id="5161" idx="2"/>
          </p:cNvCxnSpPr>
          <p:nvPr/>
        </p:nvCxnSpPr>
        <p:spPr>
          <a:xfrm rot="10800000">
            <a:off x="1449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166" name="Google Shape;5166;p58"/>
          <p:cNvCxnSpPr>
            <a:stCxn id="5145" idx="0"/>
            <a:endCxn id="5157" idx="2"/>
          </p:cNvCxnSpPr>
          <p:nvPr/>
        </p:nvCxnSpPr>
        <p:spPr>
          <a:xfrm rot="10800000">
            <a:off x="992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5167" name="Google Shape;5167;p58"/>
          <p:cNvSpPr/>
          <p:nvPr/>
        </p:nvSpPr>
        <p:spPr>
          <a:xfrm>
            <a:off x="301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5168" name="Google Shape;5168;p58"/>
          <p:cNvSpPr/>
          <p:nvPr/>
        </p:nvSpPr>
        <p:spPr>
          <a:xfrm>
            <a:off x="404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5169" name="Google Shape;5169;p58"/>
          <p:cNvSpPr/>
          <p:nvPr/>
        </p:nvSpPr>
        <p:spPr>
          <a:xfrm>
            <a:off x="404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5170" name="Google Shape;5170;p58"/>
          <p:cNvSpPr/>
          <p:nvPr/>
        </p:nvSpPr>
        <p:spPr>
          <a:xfrm>
            <a:off x="2816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5171" name="Google Shape;5171;p58"/>
          <p:cNvSpPr/>
          <p:nvPr/>
        </p:nvSpPr>
        <p:spPr>
          <a:xfrm>
            <a:off x="2856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172" name="Google Shape;5172;p58"/>
          <p:cNvGrpSpPr/>
          <p:nvPr/>
        </p:nvGrpSpPr>
        <p:grpSpPr>
          <a:xfrm>
            <a:off x="2892803" y="3955308"/>
            <a:ext cx="313273" cy="74585"/>
            <a:chOff x="3655625" y="914400"/>
            <a:chExt cx="2743200" cy="690600"/>
          </a:xfrm>
        </p:grpSpPr>
        <p:sp>
          <p:nvSpPr>
            <p:cNvPr id="5173" name="Google Shape;5173;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74" name="Google Shape;5174;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75" name="Google Shape;5175;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176" name="Google Shape;5176;p58"/>
          <p:cNvSpPr txBox="1"/>
          <p:nvPr/>
        </p:nvSpPr>
        <p:spPr>
          <a:xfrm>
            <a:off x="3271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5177" name="Google Shape;5177;p58"/>
          <p:cNvGrpSpPr/>
          <p:nvPr/>
        </p:nvGrpSpPr>
        <p:grpSpPr>
          <a:xfrm>
            <a:off x="3350003" y="3955308"/>
            <a:ext cx="313273" cy="74585"/>
            <a:chOff x="3655625" y="914400"/>
            <a:chExt cx="2743200" cy="690600"/>
          </a:xfrm>
        </p:grpSpPr>
        <p:sp>
          <p:nvSpPr>
            <p:cNvPr id="5178" name="Google Shape;5178;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79" name="Google Shape;5179;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80" name="Google Shape;5180;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181" name="Google Shape;5181;p58"/>
          <p:cNvSpPr txBox="1"/>
          <p:nvPr/>
        </p:nvSpPr>
        <p:spPr>
          <a:xfrm>
            <a:off x="3797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5182" name="Google Shape;5182;p58"/>
          <p:cNvGrpSpPr/>
          <p:nvPr/>
        </p:nvGrpSpPr>
        <p:grpSpPr>
          <a:xfrm>
            <a:off x="3807203" y="3955308"/>
            <a:ext cx="313273" cy="74585"/>
            <a:chOff x="3655625" y="914400"/>
            <a:chExt cx="2743200" cy="690600"/>
          </a:xfrm>
        </p:grpSpPr>
        <p:sp>
          <p:nvSpPr>
            <p:cNvPr id="5183" name="Google Shape;5183;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84" name="Google Shape;5184;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85" name="Google Shape;5185;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186" name="Google Shape;5186;p58"/>
          <p:cNvSpPr txBox="1"/>
          <p:nvPr/>
        </p:nvSpPr>
        <p:spPr>
          <a:xfrm>
            <a:off x="4211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5187" name="Google Shape;5187;p58"/>
          <p:cNvGrpSpPr/>
          <p:nvPr/>
        </p:nvGrpSpPr>
        <p:grpSpPr>
          <a:xfrm>
            <a:off x="2892803" y="3498108"/>
            <a:ext cx="313273" cy="74585"/>
            <a:chOff x="3655625" y="914400"/>
            <a:chExt cx="2743200" cy="690600"/>
          </a:xfrm>
        </p:grpSpPr>
        <p:sp>
          <p:nvSpPr>
            <p:cNvPr id="5188" name="Google Shape;5188;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89" name="Google Shape;5189;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90" name="Google Shape;5190;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191" name="Google Shape;5191;p58"/>
          <p:cNvGrpSpPr/>
          <p:nvPr/>
        </p:nvGrpSpPr>
        <p:grpSpPr>
          <a:xfrm>
            <a:off x="3350003" y="3498108"/>
            <a:ext cx="313273" cy="74585"/>
            <a:chOff x="3655625" y="914400"/>
            <a:chExt cx="2743200" cy="690600"/>
          </a:xfrm>
        </p:grpSpPr>
        <p:sp>
          <p:nvSpPr>
            <p:cNvPr id="5192" name="Google Shape;5192;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93" name="Google Shape;5193;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94" name="Google Shape;5194;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195" name="Google Shape;5195;p58"/>
          <p:cNvGrpSpPr/>
          <p:nvPr/>
        </p:nvGrpSpPr>
        <p:grpSpPr>
          <a:xfrm>
            <a:off x="3807203" y="3498108"/>
            <a:ext cx="313273" cy="74585"/>
            <a:chOff x="3655625" y="914400"/>
            <a:chExt cx="2743200" cy="690600"/>
          </a:xfrm>
        </p:grpSpPr>
        <p:sp>
          <p:nvSpPr>
            <p:cNvPr id="5196" name="Google Shape;5196;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97" name="Google Shape;5197;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198" name="Google Shape;5198;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199" name="Google Shape;5199;p58"/>
          <p:cNvCxnSpPr>
            <a:stCxn id="5173" idx="0"/>
          </p:cNvCxnSpPr>
          <p:nvPr/>
        </p:nvCxnSpPr>
        <p:spPr>
          <a:xfrm rot="10800000">
            <a:off x="3049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200" name="Google Shape;5200;p58"/>
          <p:cNvCxnSpPr>
            <a:stCxn id="5173" idx="0"/>
            <a:endCxn id="5192" idx="2"/>
          </p:cNvCxnSpPr>
          <p:nvPr/>
        </p:nvCxnSpPr>
        <p:spPr>
          <a:xfrm flipH="1" rot="10800000">
            <a:off x="3049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201" name="Google Shape;5201;p58"/>
          <p:cNvCxnSpPr>
            <a:stCxn id="5173" idx="0"/>
            <a:endCxn id="5196" idx="2"/>
          </p:cNvCxnSpPr>
          <p:nvPr/>
        </p:nvCxnSpPr>
        <p:spPr>
          <a:xfrm flipH="1" rot="10800000">
            <a:off x="3049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202" name="Google Shape;5202;p58"/>
          <p:cNvCxnSpPr>
            <a:stCxn id="5178" idx="0"/>
            <a:endCxn id="5192" idx="2"/>
          </p:cNvCxnSpPr>
          <p:nvPr/>
        </p:nvCxnSpPr>
        <p:spPr>
          <a:xfrm rot="10800000">
            <a:off x="3506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203" name="Google Shape;5203;p58"/>
          <p:cNvCxnSpPr>
            <a:stCxn id="5183" idx="0"/>
            <a:endCxn id="5196" idx="2"/>
          </p:cNvCxnSpPr>
          <p:nvPr/>
        </p:nvCxnSpPr>
        <p:spPr>
          <a:xfrm rot="10800000">
            <a:off x="3963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204" name="Google Shape;5204;p58"/>
          <p:cNvCxnSpPr>
            <a:stCxn id="5178" idx="0"/>
            <a:endCxn id="5196" idx="2"/>
          </p:cNvCxnSpPr>
          <p:nvPr/>
        </p:nvCxnSpPr>
        <p:spPr>
          <a:xfrm flipH="1" rot="10800000">
            <a:off x="3506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5205" name="Google Shape;5205;p58"/>
          <p:cNvGrpSpPr/>
          <p:nvPr/>
        </p:nvGrpSpPr>
        <p:grpSpPr>
          <a:xfrm rot="-5400000">
            <a:off x="3724796" y="2328825"/>
            <a:ext cx="109798" cy="26302"/>
            <a:chOff x="4885225" y="945750"/>
            <a:chExt cx="311926" cy="74700"/>
          </a:xfrm>
        </p:grpSpPr>
        <p:sp>
          <p:nvSpPr>
            <p:cNvPr id="5206" name="Google Shape;5206;p58"/>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07" name="Google Shape;5207;p58"/>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08" name="Google Shape;5208;p58"/>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209" name="Google Shape;5209;p58"/>
          <p:cNvSpPr/>
          <p:nvPr/>
        </p:nvSpPr>
        <p:spPr>
          <a:xfrm>
            <a:off x="2816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5210" name="Google Shape;5210;p58"/>
          <p:cNvSpPr/>
          <p:nvPr/>
        </p:nvSpPr>
        <p:spPr>
          <a:xfrm>
            <a:off x="2856872" y="1204438"/>
            <a:ext cx="1798200" cy="46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5211" name="Google Shape;5211;p58"/>
          <p:cNvSpPr/>
          <p:nvPr/>
        </p:nvSpPr>
        <p:spPr>
          <a:xfrm>
            <a:off x="2870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5212" name="Google Shape;5212;p58"/>
          <p:cNvSpPr/>
          <p:nvPr/>
        </p:nvSpPr>
        <p:spPr>
          <a:xfrm>
            <a:off x="2856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5213" name="Google Shape;5213;p58"/>
          <p:cNvGrpSpPr/>
          <p:nvPr/>
        </p:nvGrpSpPr>
        <p:grpSpPr>
          <a:xfrm>
            <a:off x="2892678" y="1380708"/>
            <a:ext cx="313273" cy="74585"/>
            <a:chOff x="3655625" y="914400"/>
            <a:chExt cx="2743200" cy="690600"/>
          </a:xfrm>
        </p:grpSpPr>
        <p:sp>
          <p:nvSpPr>
            <p:cNvPr id="5214" name="Google Shape;5214;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15" name="Google Shape;5215;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16" name="Google Shape;5216;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17" name="Google Shape;5217;p58"/>
          <p:cNvGrpSpPr/>
          <p:nvPr/>
        </p:nvGrpSpPr>
        <p:grpSpPr>
          <a:xfrm>
            <a:off x="3349878" y="1373704"/>
            <a:ext cx="313273" cy="74585"/>
            <a:chOff x="3655625" y="914400"/>
            <a:chExt cx="2743200" cy="690600"/>
          </a:xfrm>
        </p:grpSpPr>
        <p:sp>
          <p:nvSpPr>
            <p:cNvPr id="5218" name="Google Shape;5218;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19" name="Google Shape;5219;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20" name="Google Shape;5220;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21" name="Google Shape;5221;p58"/>
          <p:cNvGrpSpPr/>
          <p:nvPr/>
        </p:nvGrpSpPr>
        <p:grpSpPr>
          <a:xfrm>
            <a:off x="3807078" y="1373704"/>
            <a:ext cx="313273" cy="74585"/>
            <a:chOff x="3655625" y="914400"/>
            <a:chExt cx="2743200" cy="690600"/>
          </a:xfrm>
        </p:grpSpPr>
        <p:sp>
          <p:nvSpPr>
            <p:cNvPr id="5222" name="Google Shape;5222;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23" name="Google Shape;5223;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24" name="Google Shape;5224;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25" name="Google Shape;5225;p58"/>
          <p:cNvGrpSpPr/>
          <p:nvPr/>
        </p:nvGrpSpPr>
        <p:grpSpPr>
          <a:xfrm>
            <a:off x="395215" y="1858996"/>
            <a:ext cx="313273" cy="74585"/>
            <a:chOff x="3655625" y="914400"/>
            <a:chExt cx="2743200" cy="690600"/>
          </a:xfrm>
        </p:grpSpPr>
        <p:sp>
          <p:nvSpPr>
            <p:cNvPr id="5226" name="Google Shape;5226;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27" name="Google Shape;5227;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28" name="Google Shape;5228;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29" name="Google Shape;5229;p58"/>
          <p:cNvGrpSpPr/>
          <p:nvPr/>
        </p:nvGrpSpPr>
        <p:grpSpPr>
          <a:xfrm>
            <a:off x="852415" y="1858996"/>
            <a:ext cx="313273" cy="74585"/>
            <a:chOff x="3655625" y="914400"/>
            <a:chExt cx="2743200" cy="690600"/>
          </a:xfrm>
        </p:grpSpPr>
        <p:sp>
          <p:nvSpPr>
            <p:cNvPr id="5230" name="Google Shape;5230;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31" name="Google Shape;5231;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32" name="Google Shape;5232;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33" name="Google Shape;5233;p58"/>
          <p:cNvGrpSpPr/>
          <p:nvPr/>
        </p:nvGrpSpPr>
        <p:grpSpPr>
          <a:xfrm>
            <a:off x="1309615" y="1858996"/>
            <a:ext cx="313273" cy="74585"/>
            <a:chOff x="3655625" y="914400"/>
            <a:chExt cx="2743200" cy="690600"/>
          </a:xfrm>
        </p:grpSpPr>
        <p:sp>
          <p:nvSpPr>
            <p:cNvPr id="5234" name="Google Shape;5234;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35" name="Google Shape;5235;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36" name="Google Shape;5236;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237" name="Google Shape;5237;p58"/>
          <p:cNvCxnSpPr>
            <a:stCxn id="5230" idx="0"/>
          </p:cNvCxnSpPr>
          <p:nvPr/>
        </p:nvCxnSpPr>
        <p:spPr>
          <a:xfrm rot="10800000">
            <a:off x="1009052" y="1686196"/>
            <a:ext cx="0" cy="172800"/>
          </a:xfrm>
          <a:prstGeom prst="straightConnector1">
            <a:avLst/>
          </a:prstGeom>
          <a:noFill/>
          <a:ln cap="flat" cmpd="sng" w="9525">
            <a:solidFill>
              <a:schemeClr val="dk2"/>
            </a:solidFill>
            <a:prstDash val="solid"/>
            <a:round/>
            <a:headEnd len="med" w="med" type="none"/>
            <a:tailEnd len="med" w="med" type="none"/>
          </a:ln>
        </p:spPr>
      </p:cxnSp>
      <p:cxnSp>
        <p:nvCxnSpPr>
          <p:cNvPr id="5238" name="Google Shape;5238;p58"/>
          <p:cNvCxnSpPr>
            <a:stCxn id="5234" idx="0"/>
          </p:cNvCxnSpPr>
          <p:nvPr/>
        </p:nvCxnSpPr>
        <p:spPr>
          <a:xfrm rot="10800000">
            <a:off x="1466252" y="1687696"/>
            <a:ext cx="0" cy="171300"/>
          </a:xfrm>
          <a:prstGeom prst="straightConnector1">
            <a:avLst/>
          </a:prstGeom>
          <a:noFill/>
          <a:ln cap="flat" cmpd="sng" w="9525">
            <a:solidFill>
              <a:schemeClr val="dk2"/>
            </a:solidFill>
            <a:prstDash val="solid"/>
            <a:round/>
            <a:headEnd len="med" w="med" type="none"/>
            <a:tailEnd len="med" w="med" type="none"/>
          </a:ln>
        </p:spPr>
      </p:cxnSp>
      <p:cxnSp>
        <p:nvCxnSpPr>
          <p:cNvPr id="5239" name="Google Shape;5239;p58"/>
          <p:cNvCxnSpPr>
            <a:stCxn id="5214" idx="0"/>
            <a:endCxn id="5226" idx="0"/>
          </p:cNvCxnSpPr>
          <p:nvPr/>
        </p:nvCxnSpPr>
        <p:spPr>
          <a:xfrm rot="5400000">
            <a:off x="1561465" y="371058"/>
            <a:ext cx="478200" cy="2497500"/>
          </a:xfrm>
          <a:prstGeom prst="bentConnector3">
            <a:avLst>
              <a:gd fmla="val -33802" name="adj1"/>
            </a:avLst>
          </a:prstGeom>
          <a:noFill/>
          <a:ln cap="flat" cmpd="sng" w="9525">
            <a:solidFill>
              <a:schemeClr val="dk2"/>
            </a:solidFill>
            <a:prstDash val="solid"/>
            <a:round/>
            <a:headEnd len="med" w="med" type="none"/>
            <a:tailEnd len="med" w="med" type="none"/>
          </a:ln>
        </p:spPr>
      </p:cxnSp>
      <p:cxnSp>
        <p:nvCxnSpPr>
          <p:cNvPr id="5240" name="Google Shape;5240;p58"/>
          <p:cNvCxnSpPr>
            <a:stCxn id="5218" idx="0"/>
            <a:endCxn id="5226" idx="0"/>
          </p:cNvCxnSpPr>
          <p:nvPr/>
        </p:nvCxnSpPr>
        <p:spPr>
          <a:xfrm rot="5400000">
            <a:off x="1786465" y="139054"/>
            <a:ext cx="485400" cy="2954700"/>
          </a:xfrm>
          <a:prstGeom prst="bentConnector3">
            <a:avLst>
              <a:gd fmla="val -25902" name="adj1"/>
            </a:avLst>
          </a:prstGeom>
          <a:noFill/>
          <a:ln cap="flat" cmpd="sng" w="9525">
            <a:solidFill>
              <a:schemeClr val="dk2"/>
            </a:solidFill>
            <a:prstDash val="solid"/>
            <a:round/>
            <a:headEnd len="med" w="med" type="none"/>
            <a:tailEnd len="med" w="med" type="none"/>
          </a:ln>
        </p:spPr>
      </p:cxnSp>
      <p:cxnSp>
        <p:nvCxnSpPr>
          <p:cNvPr id="5241" name="Google Shape;5241;p58"/>
          <p:cNvCxnSpPr>
            <a:stCxn id="5222" idx="0"/>
            <a:endCxn id="5226" idx="0"/>
          </p:cNvCxnSpPr>
          <p:nvPr/>
        </p:nvCxnSpPr>
        <p:spPr>
          <a:xfrm rot="5400000">
            <a:off x="2015065" y="-89546"/>
            <a:ext cx="485400" cy="3411900"/>
          </a:xfrm>
          <a:prstGeom prst="bentConnector3">
            <a:avLst>
              <a:gd fmla="val -18009" name="adj1"/>
            </a:avLst>
          </a:prstGeom>
          <a:noFill/>
          <a:ln cap="flat" cmpd="sng" w="9525">
            <a:solidFill>
              <a:schemeClr val="dk2"/>
            </a:solidFill>
            <a:prstDash val="solid"/>
            <a:round/>
            <a:headEnd len="med" w="med" type="none"/>
            <a:tailEnd len="med" w="med" type="none"/>
          </a:ln>
        </p:spPr>
      </p:cxnSp>
      <p:cxnSp>
        <p:nvCxnSpPr>
          <p:cNvPr id="5242" name="Google Shape;5242;p58"/>
          <p:cNvCxnSpPr>
            <a:stCxn id="5230" idx="0"/>
          </p:cNvCxnSpPr>
          <p:nvPr/>
        </p:nvCxnSpPr>
        <p:spPr>
          <a:xfrm rot="10800000">
            <a:off x="1009052" y="1218196"/>
            <a:ext cx="0" cy="640800"/>
          </a:xfrm>
          <a:prstGeom prst="straightConnector1">
            <a:avLst/>
          </a:prstGeom>
          <a:noFill/>
          <a:ln cap="flat" cmpd="sng" w="9525">
            <a:solidFill>
              <a:schemeClr val="dk2"/>
            </a:solidFill>
            <a:prstDash val="solid"/>
            <a:round/>
            <a:headEnd len="med" w="med" type="none"/>
            <a:tailEnd len="med" w="med" type="none"/>
          </a:ln>
        </p:spPr>
      </p:cxnSp>
      <p:cxnSp>
        <p:nvCxnSpPr>
          <p:cNvPr id="5243" name="Google Shape;5243;p58"/>
          <p:cNvCxnSpPr>
            <a:stCxn id="5234" idx="0"/>
          </p:cNvCxnSpPr>
          <p:nvPr/>
        </p:nvCxnSpPr>
        <p:spPr>
          <a:xfrm rot="10800000">
            <a:off x="1466252" y="1221796"/>
            <a:ext cx="0" cy="637200"/>
          </a:xfrm>
          <a:prstGeom prst="straightConnector1">
            <a:avLst/>
          </a:prstGeom>
          <a:noFill/>
          <a:ln cap="flat" cmpd="sng" w="9525">
            <a:solidFill>
              <a:schemeClr val="dk2"/>
            </a:solidFill>
            <a:prstDash val="solid"/>
            <a:round/>
            <a:headEnd len="med" w="med" type="none"/>
            <a:tailEnd len="med" w="med" type="none"/>
          </a:ln>
        </p:spPr>
      </p:cxnSp>
      <p:grpSp>
        <p:nvGrpSpPr>
          <p:cNvPr id="5244" name="Google Shape;5244;p58"/>
          <p:cNvGrpSpPr/>
          <p:nvPr/>
        </p:nvGrpSpPr>
        <p:grpSpPr>
          <a:xfrm rot="-5400000">
            <a:off x="939981" y="2771949"/>
            <a:ext cx="109798" cy="26302"/>
            <a:chOff x="4885225" y="945750"/>
            <a:chExt cx="311926" cy="74700"/>
          </a:xfrm>
        </p:grpSpPr>
        <p:sp>
          <p:nvSpPr>
            <p:cNvPr id="5245" name="Google Shape;5245;p58"/>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46" name="Google Shape;5246;p58"/>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47" name="Google Shape;5247;p58"/>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5248" name="Google Shape;5248;p58"/>
          <p:cNvGrpSpPr/>
          <p:nvPr/>
        </p:nvGrpSpPr>
        <p:grpSpPr>
          <a:xfrm>
            <a:off x="2896103" y="722118"/>
            <a:ext cx="313273" cy="74585"/>
            <a:chOff x="3655625" y="914400"/>
            <a:chExt cx="2743200" cy="690600"/>
          </a:xfrm>
        </p:grpSpPr>
        <p:sp>
          <p:nvSpPr>
            <p:cNvPr id="5249" name="Google Shape;5249;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50" name="Google Shape;5250;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51" name="Google Shape;5251;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52" name="Google Shape;5252;p58"/>
          <p:cNvGrpSpPr/>
          <p:nvPr/>
        </p:nvGrpSpPr>
        <p:grpSpPr>
          <a:xfrm>
            <a:off x="3353303" y="722118"/>
            <a:ext cx="313273" cy="74585"/>
            <a:chOff x="3655625" y="914400"/>
            <a:chExt cx="2743200" cy="690600"/>
          </a:xfrm>
        </p:grpSpPr>
        <p:sp>
          <p:nvSpPr>
            <p:cNvPr id="5253" name="Google Shape;5253;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54" name="Google Shape;5254;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55" name="Google Shape;5255;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56" name="Google Shape;5256;p58"/>
          <p:cNvGrpSpPr/>
          <p:nvPr/>
        </p:nvGrpSpPr>
        <p:grpSpPr>
          <a:xfrm>
            <a:off x="3810503" y="722118"/>
            <a:ext cx="313273" cy="74585"/>
            <a:chOff x="3655625" y="914400"/>
            <a:chExt cx="2743200" cy="690600"/>
          </a:xfrm>
        </p:grpSpPr>
        <p:sp>
          <p:nvSpPr>
            <p:cNvPr id="5257" name="Google Shape;5257;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58" name="Google Shape;5258;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59" name="Google Shape;5259;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260" name="Google Shape;5260;p58"/>
          <p:cNvSpPr txBox="1"/>
          <p:nvPr/>
        </p:nvSpPr>
        <p:spPr>
          <a:xfrm>
            <a:off x="2814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5261" name="Google Shape;5261;p58"/>
          <p:cNvSpPr txBox="1"/>
          <p:nvPr/>
        </p:nvSpPr>
        <p:spPr>
          <a:xfrm>
            <a:off x="3339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5262" name="Google Shape;5262;p58"/>
          <p:cNvSpPr txBox="1"/>
          <p:nvPr/>
        </p:nvSpPr>
        <p:spPr>
          <a:xfrm>
            <a:off x="3754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5263" name="Google Shape;5263;p58"/>
          <p:cNvGrpSpPr/>
          <p:nvPr/>
        </p:nvGrpSpPr>
        <p:grpSpPr>
          <a:xfrm>
            <a:off x="4264403" y="3955308"/>
            <a:ext cx="313273" cy="74585"/>
            <a:chOff x="3655625" y="914400"/>
            <a:chExt cx="2743200" cy="690600"/>
          </a:xfrm>
        </p:grpSpPr>
        <p:sp>
          <p:nvSpPr>
            <p:cNvPr id="5264" name="Google Shape;5264;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65" name="Google Shape;5265;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66" name="Google Shape;5266;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67" name="Google Shape;5267;p58"/>
          <p:cNvGrpSpPr/>
          <p:nvPr/>
        </p:nvGrpSpPr>
        <p:grpSpPr>
          <a:xfrm>
            <a:off x="4264403" y="3498108"/>
            <a:ext cx="313273" cy="74585"/>
            <a:chOff x="3655625" y="914400"/>
            <a:chExt cx="2743200" cy="690600"/>
          </a:xfrm>
        </p:grpSpPr>
        <p:sp>
          <p:nvSpPr>
            <p:cNvPr id="5268" name="Google Shape;5268;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69" name="Google Shape;5269;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70" name="Google Shape;5270;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271" name="Google Shape;5271;p58"/>
          <p:cNvCxnSpPr>
            <a:stCxn id="5173" idx="0"/>
            <a:endCxn id="5268" idx="2"/>
          </p:cNvCxnSpPr>
          <p:nvPr/>
        </p:nvCxnSpPr>
        <p:spPr>
          <a:xfrm flipH="1" rot="10800000">
            <a:off x="3049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272" name="Google Shape;5272;p58"/>
          <p:cNvCxnSpPr>
            <a:stCxn id="5178" idx="0"/>
            <a:endCxn id="5268" idx="2"/>
          </p:cNvCxnSpPr>
          <p:nvPr/>
        </p:nvCxnSpPr>
        <p:spPr>
          <a:xfrm flipH="1" rot="10800000">
            <a:off x="3506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273" name="Google Shape;5273;p58"/>
          <p:cNvCxnSpPr>
            <a:stCxn id="5183" idx="0"/>
            <a:endCxn id="5268" idx="2"/>
          </p:cNvCxnSpPr>
          <p:nvPr/>
        </p:nvCxnSpPr>
        <p:spPr>
          <a:xfrm flipH="1" rot="10800000">
            <a:off x="3963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274" name="Google Shape;5274;p58"/>
          <p:cNvCxnSpPr>
            <a:stCxn id="5264" idx="0"/>
            <a:endCxn id="5268" idx="2"/>
          </p:cNvCxnSpPr>
          <p:nvPr/>
        </p:nvCxnSpPr>
        <p:spPr>
          <a:xfrm rot="10800000">
            <a:off x="4421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5275" name="Google Shape;5275;p58"/>
          <p:cNvSpPr/>
          <p:nvPr/>
        </p:nvSpPr>
        <p:spPr>
          <a:xfrm>
            <a:off x="2839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5276" name="Google Shape;5276;p58"/>
          <p:cNvGrpSpPr/>
          <p:nvPr/>
        </p:nvGrpSpPr>
        <p:grpSpPr>
          <a:xfrm>
            <a:off x="2896103" y="2801514"/>
            <a:ext cx="313273" cy="74585"/>
            <a:chOff x="3655625" y="914400"/>
            <a:chExt cx="2743200" cy="690600"/>
          </a:xfrm>
        </p:grpSpPr>
        <p:sp>
          <p:nvSpPr>
            <p:cNvPr id="5277" name="Google Shape;5277;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78" name="Google Shape;5278;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79" name="Google Shape;5279;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80" name="Google Shape;5280;p58"/>
          <p:cNvGrpSpPr/>
          <p:nvPr/>
        </p:nvGrpSpPr>
        <p:grpSpPr>
          <a:xfrm>
            <a:off x="3353303" y="2801514"/>
            <a:ext cx="313273" cy="74585"/>
            <a:chOff x="3655625" y="914400"/>
            <a:chExt cx="2743200" cy="690600"/>
          </a:xfrm>
        </p:grpSpPr>
        <p:sp>
          <p:nvSpPr>
            <p:cNvPr id="5281" name="Google Shape;5281;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82" name="Google Shape;5282;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83" name="Google Shape;5283;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84" name="Google Shape;5284;p58"/>
          <p:cNvGrpSpPr/>
          <p:nvPr/>
        </p:nvGrpSpPr>
        <p:grpSpPr>
          <a:xfrm>
            <a:off x="3810503" y="2801514"/>
            <a:ext cx="313273" cy="74585"/>
            <a:chOff x="3655625" y="914400"/>
            <a:chExt cx="2743200" cy="690600"/>
          </a:xfrm>
        </p:grpSpPr>
        <p:sp>
          <p:nvSpPr>
            <p:cNvPr id="5285" name="Google Shape;5285;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86" name="Google Shape;5286;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87" name="Google Shape;5287;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88" name="Google Shape;5288;p58"/>
          <p:cNvGrpSpPr/>
          <p:nvPr/>
        </p:nvGrpSpPr>
        <p:grpSpPr>
          <a:xfrm>
            <a:off x="2896103" y="2580063"/>
            <a:ext cx="313273" cy="74585"/>
            <a:chOff x="3655625" y="914400"/>
            <a:chExt cx="2743200" cy="690600"/>
          </a:xfrm>
        </p:grpSpPr>
        <p:sp>
          <p:nvSpPr>
            <p:cNvPr id="5289" name="Google Shape;5289;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90" name="Google Shape;5290;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91" name="Google Shape;5291;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92" name="Google Shape;5292;p58"/>
          <p:cNvGrpSpPr/>
          <p:nvPr/>
        </p:nvGrpSpPr>
        <p:grpSpPr>
          <a:xfrm>
            <a:off x="3353303" y="2580063"/>
            <a:ext cx="313273" cy="74585"/>
            <a:chOff x="3655625" y="914400"/>
            <a:chExt cx="2743200" cy="690600"/>
          </a:xfrm>
        </p:grpSpPr>
        <p:sp>
          <p:nvSpPr>
            <p:cNvPr id="5293" name="Google Shape;5293;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94" name="Google Shape;5294;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95" name="Google Shape;5295;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296" name="Google Shape;5296;p58"/>
          <p:cNvGrpSpPr/>
          <p:nvPr/>
        </p:nvGrpSpPr>
        <p:grpSpPr>
          <a:xfrm>
            <a:off x="3810503" y="2580063"/>
            <a:ext cx="313273" cy="74585"/>
            <a:chOff x="3655625" y="914400"/>
            <a:chExt cx="2743200" cy="690600"/>
          </a:xfrm>
        </p:grpSpPr>
        <p:sp>
          <p:nvSpPr>
            <p:cNvPr id="5297" name="Google Shape;5297;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98" name="Google Shape;5298;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299" name="Google Shape;5299;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300" name="Google Shape;5300;p58"/>
          <p:cNvCxnSpPr>
            <a:stCxn id="5277" idx="0"/>
            <a:endCxn id="5289" idx="2"/>
          </p:cNvCxnSpPr>
          <p:nvPr/>
        </p:nvCxnSpPr>
        <p:spPr>
          <a:xfrm rot="10800000">
            <a:off x="3052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301" name="Google Shape;5301;p58"/>
          <p:cNvCxnSpPr>
            <a:stCxn id="5285" idx="0"/>
            <a:endCxn id="5297" idx="2"/>
          </p:cNvCxnSpPr>
          <p:nvPr/>
        </p:nvCxnSpPr>
        <p:spPr>
          <a:xfrm rot="10800000">
            <a:off x="3967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302" name="Google Shape;5302;p58"/>
          <p:cNvCxnSpPr>
            <a:stCxn id="5281" idx="0"/>
            <a:endCxn id="5293" idx="2"/>
          </p:cNvCxnSpPr>
          <p:nvPr/>
        </p:nvCxnSpPr>
        <p:spPr>
          <a:xfrm rot="10800000">
            <a:off x="3509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303" name="Google Shape;5303;p58"/>
          <p:cNvGrpSpPr/>
          <p:nvPr/>
        </p:nvGrpSpPr>
        <p:grpSpPr>
          <a:xfrm>
            <a:off x="4267703" y="2804397"/>
            <a:ext cx="313273" cy="74585"/>
            <a:chOff x="3655625" y="914400"/>
            <a:chExt cx="2743200" cy="690600"/>
          </a:xfrm>
        </p:grpSpPr>
        <p:sp>
          <p:nvSpPr>
            <p:cNvPr id="5304" name="Google Shape;5304;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05" name="Google Shape;5305;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06" name="Google Shape;5306;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307" name="Google Shape;5307;p58"/>
          <p:cNvGrpSpPr/>
          <p:nvPr/>
        </p:nvGrpSpPr>
        <p:grpSpPr>
          <a:xfrm>
            <a:off x="4267703" y="2576499"/>
            <a:ext cx="313273" cy="74585"/>
            <a:chOff x="3655625" y="914400"/>
            <a:chExt cx="2743200" cy="690600"/>
          </a:xfrm>
        </p:grpSpPr>
        <p:sp>
          <p:nvSpPr>
            <p:cNvPr id="5308" name="Google Shape;5308;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09" name="Google Shape;5309;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10" name="Google Shape;5310;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311" name="Google Shape;5311;p58"/>
          <p:cNvCxnSpPr>
            <a:stCxn id="5304" idx="0"/>
            <a:endCxn id="5308" idx="2"/>
          </p:cNvCxnSpPr>
          <p:nvPr/>
        </p:nvCxnSpPr>
        <p:spPr>
          <a:xfrm rot="10800000">
            <a:off x="4424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5312" name="Google Shape;5312;p58"/>
          <p:cNvSpPr txBox="1"/>
          <p:nvPr/>
        </p:nvSpPr>
        <p:spPr>
          <a:xfrm>
            <a:off x="2753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5313" name="Google Shape;5313;p58"/>
          <p:cNvGrpSpPr/>
          <p:nvPr/>
        </p:nvGrpSpPr>
        <p:grpSpPr>
          <a:xfrm>
            <a:off x="4264266" y="722118"/>
            <a:ext cx="313273" cy="74585"/>
            <a:chOff x="3655625" y="914400"/>
            <a:chExt cx="2743200" cy="690600"/>
          </a:xfrm>
        </p:grpSpPr>
        <p:sp>
          <p:nvSpPr>
            <p:cNvPr id="5314" name="Google Shape;5314;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15" name="Google Shape;5315;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16" name="Google Shape;5316;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317" name="Google Shape;5317;p58"/>
          <p:cNvSpPr txBox="1"/>
          <p:nvPr/>
        </p:nvSpPr>
        <p:spPr>
          <a:xfrm>
            <a:off x="4179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5318" name="Google Shape;5318;p58"/>
          <p:cNvGrpSpPr/>
          <p:nvPr/>
        </p:nvGrpSpPr>
        <p:grpSpPr>
          <a:xfrm>
            <a:off x="4264278" y="1373704"/>
            <a:ext cx="313273" cy="74585"/>
            <a:chOff x="3655625" y="914400"/>
            <a:chExt cx="2743200" cy="690600"/>
          </a:xfrm>
        </p:grpSpPr>
        <p:sp>
          <p:nvSpPr>
            <p:cNvPr id="5319" name="Google Shape;5319;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20" name="Google Shape;5320;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21" name="Google Shape;5321;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322" name="Google Shape;5322;p58"/>
          <p:cNvCxnSpPr>
            <a:stCxn id="5319" idx="0"/>
            <a:endCxn id="5226" idx="0"/>
          </p:cNvCxnSpPr>
          <p:nvPr/>
        </p:nvCxnSpPr>
        <p:spPr>
          <a:xfrm rot="5400000">
            <a:off x="2243665" y="-318146"/>
            <a:ext cx="485400" cy="3869100"/>
          </a:xfrm>
          <a:prstGeom prst="bentConnector3">
            <a:avLst>
              <a:gd fmla="val -11875" name="adj1"/>
            </a:avLst>
          </a:prstGeom>
          <a:noFill/>
          <a:ln cap="flat" cmpd="sng" w="9525">
            <a:solidFill>
              <a:schemeClr val="dk2"/>
            </a:solidFill>
            <a:prstDash val="solid"/>
            <a:round/>
            <a:headEnd len="med" w="med" type="none"/>
            <a:tailEnd len="med" w="med" type="none"/>
          </a:ln>
        </p:spPr>
      </p:cxnSp>
      <p:sp>
        <p:nvSpPr>
          <p:cNvPr id="5323" name="Google Shape;5323;p58"/>
          <p:cNvSpPr/>
          <p:nvPr/>
        </p:nvSpPr>
        <p:spPr>
          <a:xfrm>
            <a:off x="2856897" y="3189900"/>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5324" name="Google Shape;5324;p58"/>
          <p:cNvGrpSpPr/>
          <p:nvPr/>
        </p:nvGrpSpPr>
        <p:grpSpPr>
          <a:xfrm>
            <a:off x="3363678" y="3253799"/>
            <a:ext cx="313273" cy="74585"/>
            <a:chOff x="3655625" y="914400"/>
            <a:chExt cx="2743200" cy="690600"/>
          </a:xfrm>
        </p:grpSpPr>
        <p:sp>
          <p:nvSpPr>
            <p:cNvPr id="5325" name="Google Shape;5325;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26" name="Google Shape;5326;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27" name="Google Shape;5327;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328" name="Google Shape;5328;p58"/>
          <p:cNvGrpSpPr/>
          <p:nvPr/>
        </p:nvGrpSpPr>
        <p:grpSpPr>
          <a:xfrm>
            <a:off x="3820878" y="3253799"/>
            <a:ext cx="313273" cy="74585"/>
            <a:chOff x="3655625" y="914400"/>
            <a:chExt cx="2743200" cy="690600"/>
          </a:xfrm>
        </p:grpSpPr>
        <p:sp>
          <p:nvSpPr>
            <p:cNvPr id="5329" name="Google Shape;5329;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30" name="Google Shape;5330;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31" name="Google Shape;5331;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332" name="Google Shape;5332;p58"/>
          <p:cNvGrpSpPr/>
          <p:nvPr/>
        </p:nvGrpSpPr>
        <p:grpSpPr>
          <a:xfrm>
            <a:off x="4278078" y="3253799"/>
            <a:ext cx="313273" cy="74585"/>
            <a:chOff x="3655625" y="914400"/>
            <a:chExt cx="2743200" cy="690600"/>
          </a:xfrm>
        </p:grpSpPr>
        <p:sp>
          <p:nvSpPr>
            <p:cNvPr id="5333" name="Google Shape;5333;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34" name="Google Shape;5334;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35" name="Google Shape;5335;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336" name="Google Shape;5336;p58"/>
          <p:cNvGrpSpPr/>
          <p:nvPr/>
        </p:nvGrpSpPr>
        <p:grpSpPr>
          <a:xfrm>
            <a:off x="2906478" y="3253799"/>
            <a:ext cx="313200" cy="74700"/>
            <a:chOff x="5335131" y="2757062"/>
            <a:chExt cx="313200" cy="74700"/>
          </a:xfrm>
        </p:grpSpPr>
        <p:sp>
          <p:nvSpPr>
            <p:cNvPr id="5337" name="Google Shape;5337;p58"/>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38" name="Google Shape;5338;p58"/>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5339" name="Google Shape;5339;p58"/>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sp>
        <p:nvSpPr>
          <p:cNvPr id="5340" name="Google Shape;5340;p58"/>
          <p:cNvSpPr/>
          <p:nvPr/>
        </p:nvSpPr>
        <p:spPr>
          <a:xfrm>
            <a:off x="556297" y="1763100"/>
            <a:ext cx="2516450" cy="1483863"/>
          </a:xfrm>
          <a:custGeom>
            <a:rect b="b" l="l" r="r" t="t"/>
            <a:pathLst>
              <a:path extrusionOk="0" h="51407" w="100658">
                <a:moveTo>
                  <a:pt x="100658" y="51407"/>
                </a:moveTo>
                <a:lnTo>
                  <a:pt x="100658" y="47065"/>
                </a:lnTo>
                <a:lnTo>
                  <a:pt x="57655" y="47065"/>
                </a:lnTo>
                <a:lnTo>
                  <a:pt x="57655" y="0"/>
                </a:lnTo>
                <a:lnTo>
                  <a:pt x="0" y="0"/>
                </a:lnTo>
                <a:lnTo>
                  <a:pt x="0" y="4007"/>
                </a:lnTo>
              </a:path>
            </a:pathLst>
          </a:custGeom>
          <a:noFill/>
          <a:ln cap="flat" cmpd="sng" w="9525">
            <a:solidFill>
              <a:schemeClr val="dk2"/>
            </a:solidFill>
            <a:prstDash val="solid"/>
            <a:round/>
            <a:headEnd len="med" w="med" type="none"/>
            <a:tailEnd len="med" w="med" type="none"/>
          </a:ln>
        </p:spPr>
      </p:sp>
      <p:sp>
        <p:nvSpPr>
          <p:cNvPr id="5341" name="Google Shape;5341;p58"/>
          <p:cNvSpPr/>
          <p:nvPr/>
        </p:nvSpPr>
        <p:spPr>
          <a:xfrm>
            <a:off x="558447" y="1700775"/>
            <a:ext cx="2974125" cy="1553012"/>
          </a:xfrm>
          <a:custGeom>
            <a:rect b="b" l="l" r="r" t="t"/>
            <a:pathLst>
              <a:path extrusionOk="0" h="53910" w="118965">
                <a:moveTo>
                  <a:pt x="118965" y="53910"/>
                </a:moveTo>
                <a:lnTo>
                  <a:pt x="118965" y="47430"/>
                </a:lnTo>
                <a:lnTo>
                  <a:pt x="60130" y="47430"/>
                </a:lnTo>
                <a:lnTo>
                  <a:pt x="60130" y="0"/>
                </a:lnTo>
                <a:lnTo>
                  <a:pt x="0" y="0"/>
                </a:lnTo>
              </a:path>
            </a:pathLst>
          </a:custGeom>
          <a:noFill/>
          <a:ln cap="flat" cmpd="sng" w="9525">
            <a:solidFill>
              <a:schemeClr val="dk2"/>
            </a:solidFill>
            <a:prstDash val="solid"/>
            <a:round/>
            <a:headEnd len="med" w="med" type="none"/>
            <a:tailEnd len="med" w="med" type="none"/>
          </a:ln>
        </p:spPr>
      </p:sp>
      <p:sp>
        <p:nvSpPr>
          <p:cNvPr id="5342" name="Google Shape;5342;p58"/>
          <p:cNvSpPr/>
          <p:nvPr/>
        </p:nvSpPr>
        <p:spPr>
          <a:xfrm>
            <a:off x="564922" y="1629500"/>
            <a:ext cx="3421225" cy="1624358"/>
          </a:xfrm>
          <a:custGeom>
            <a:rect b="b" l="l" r="r" t="t"/>
            <a:pathLst>
              <a:path extrusionOk="0" h="56761" w="136849">
                <a:moveTo>
                  <a:pt x="136849" y="56761"/>
                </a:moveTo>
                <a:lnTo>
                  <a:pt x="136849" y="48726"/>
                </a:lnTo>
                <a:lnTo>
                  <a:pt x="62204" y="48726"/>
                </a:lnTo>
                <a:lnTo>
                  <a:pt x="62204" y="0"/>
                </a:lnTo>
                <a:lnTo>
                  <a:pt x="0" y="0"/>
                </a:lnTo>
              </a:path>
            </a:pathLst>
          </a:custGeom>
          <a:noFill/>
          <a:ln cap="flat" cmpd="sng" w="9525">
            <a:solidFill>
              <a:schemeClr val="dk2"/>
            </a:solidFill>
            <a:prstDash val="solid"/>
            <a:round/>
            <a:headEnd len="med" w="med" type="none"/>
            <a:tailEnd len="med" w="med" type="none"/>
          </a:ln>
        </p:spPr>
      </p:sp>
      <p:sp>
        <p:nvSpPr>
          <p:cNvPr id="5343" name="Google Shape;5343;p58"/>
          <p:cNvSpPr/>
          <p:nvPr/>
        </p:nvSpPr>
        <p:spPr>
          <a:xfrm>
            <a:off x="558447" y="1564700"/>
            <a:ext cx="3887750" cy="1682212"/>
          </a:xfrm>
          <a:custGeom>
            <a:rect b="b" l="l" r="r" t="t"/>
            <a:pathLst>
              <a:path extrusionOk="0" h="59353" w="155510">
                <a:moveTo>
                  <a:pt x="155510" y="59353"/>
                </a:moveTo>
                <a:lnTo>
                  <a:pt x="155510" y="50281"/>
                </a:lnTo>
                <a:lnTo>
                  <a:pt x="64536" y="50281"/>
                </a:lnTo>
                <a:lnTo>
                  <a:pt x="64536" y="0"/>
                </a:lnTo>
                <a:lnTo>
                  <a:pt x="0" y="0"/>
                </a:lnTo>
              </a:path>
            </a:pathLst>
          </a:custGeom>
          <a:noFill/>
          <a:ln cap="flat" cmpd="sng" w="9525">
            <a:solidFill>
              <a:schemeClr val="dk2"/>
            </a:solidFill>
            <a:prstDash val="solid"/>
            <a:round/>
            <a:headEnd len="med" w="med" type="none"/>
            <a:tailEnd len="med" w="med" type="none"/>
          </a:ln>
        </p:spPr>
      </p:sp>
      <p:cxnSp>
        <p:nvCxnSpPr>
          <p:cNvPr id="5344" name="Google Shape;5344;p58"/>
          <p:cNvCxnSpPr/>
          <p:nvPr/>
        </p:nvCxnSpPr>
        <p:spPr>
          <a:xfrm>
            <a:off x="5202125" y="-10475"/>
            <a:ext cx="0" cy="5181300"/>
          </a:xfrm>
          <a:prstGeom prst="straightConnector1">
            <a:avLst/>
          </a:prstGeom>
          <a:noFill/>
          <a:ln cap="flat" cmpd="sng" w="19050">
            <a:solidFill>
              <a:schemeClr val="dk2"/>
            </a:solidFill>
            <a:prstDash val="dash"/>
            <a:round/>
            <a:headEnd len="med" w="med" type="none"/>
            <a:tailEnd len="med" w="med" type="none"/>
          </a:ln>
        </p:spPr>
      </p:cxnSp>
      <p:sp>
        <p:nvSpPr>
          <p:cNvPr id="5345" name="Google Shape;5345;p58"/>
          <p:cNvSpPr/>
          <p:nvPr/>
        </p:nvSpPr>
        <p:spPr>
          <a:xfrm>
            <a:off x="5480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5346" name="Google Shape;5346;p58"/>
          <p:cNvSpPr txBox="1"/>
          <p:nvPr/>
        </p:nvSpPr>
        <p:spPr>
          <a:xfrm>
            <a:off x="6080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5347" name="Google Shape;5347;p58"/>
          <p:cNvSpPr txBox="1"/>
          <p:nvPr/>
        </p:nvSpPr>
        <p:spPr>
          <a:xfrm>
            <a:off x="6624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5348" name="Google Shape;5348;p58"/>
          <p:cNvSpPr txBox="1"/>
          <p:nvPr/>
        </p:nvSpPr>
        <p:spPr>
          <a:xfrm>
            <a:off x="6968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5349" name="Google Shape;5349;p58"/>
          <p:cNvSpPr/>
          <p:nvPr/>
        </p:nvSpPr>
        <p:spPr>
          <a:xfrm>
            <a:off x="5607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5350" name="Google Shape;5350;p58"/>
          <p:cNvSpPr/>
          <p:nvPr/>
        </p:nvSpPr>
        <p:spPr>
          <a:xfrm>
            <a:off x="5656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351" name="Google Shape;5351;p58"/>
          <p:cNvGrpSpPr/>
          <p:nvPr/>
        </p:nvGrpSpPr>
        <p:grpSpPr>
          <a:xfrm>
            <a:off x="7074056" y="3444952"/>
            <a:ext cx="313273" cy="74585"/>
            <a:chOff x="3655625" y="914400"/>
            <a:chExt cx="2743200" cy="690600"/>
          </a:xfrm>
        </p:grpSpPr>
        <p:sp>
          <p:nvSpPr>
            <p:cNvPr id="5352" name="Google Shape;5352;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53" name="Google Shape;5353;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54" name="Google Shape;5354;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355" name="Google Shape;5355;p58"/>
          <p:cNvSpPr txBox="1"/>
          <p:nvPr/>
        </p:nvSpPr>
        <p:spPr>
          <a:xfrm>
            <a:off x="7463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5356" name="Google Shape;5356;p58"/>
          <p:cNvGrpSpPr/>
          <p:nvPr/>
        </p:nvGrpSpPr>
        <p:grpSpPr>
          <a:xfrm>
            <a:off x="7531256" y="3444952"/>
            <a:ext cx="313273" cy="74585"/>
            <a:chOff x="3655625" y="914400"/>
            <a:chExt cx="2743200" cy="690600"/>
          </a:xfrm>
        </p:grpSpPr>
        <p:sp>
          <p:nvSpPr>
            <p:cNvPr id="5357" name="Google Shape;5357;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58" name="Google Shape;5358;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59" name="Google Shape;5359;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360" name="Google Shape;5360;p58"/>
          <p:cNvSpPr txBox="1"/>
          <p:nvPr/>
        </p:nvSpPr>
        <p:spPr>
          <a:xfrm>
            <a:off x="7967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5361" name="Google Shape;5361;p58"/>
          <p:cNvGrpSpPr/>
          <p:nvPr/>
        </p:nvGrpSpPr>
        <p:grpSpPr>
          <a:xfrm>
            <a:off x="7988456" y="3444952"/>
            <a:ext cx="313273" cy="74585"/>
            <a:chOff x="3655625" y="914400"/>
            <a:chExt cx="2743200" cy="690600"/>
          </a:xfrm>
        </p:grpSpPr>
        <p:sp>
          <p:nvSpPr>
            <p:cNvPr id="5362" name="Google Shape;5362;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63" name="Google Shape;5363;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64" name="Google Shape;5364;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365" name="Google Shape;5365;p58"/>
          <p:cNvSpPr txBox="1"/>
          <p:nvPr/>
        </p:nvSpPr>
        <p:spPr>
          <a:xfrm>
            <a:off x="8393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5366" name="Google Shape;5366;p58"/>
          <p:cNvGrpSpPr/>
          <p:nvPr/>
        </p:nvGrpSpPr>
        <p:grpSpPr>
          <a:xfrm>
            <a:off x="7074056" y="2987752"/>
            <a:ext cx="313273" cy="74585"/>
            <a:chOff x="3655625" y="914400"/>
            <a:chExt cx="2743200" cy="690600"/>
          </a:xfrm>
        </p:grpSpPr>
        <p:sp>
          <p:nvSpPr>
            <p:cNvPr id="5367" name="Google Shape;5367;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68" name="Google Shape;5368;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69" name="Google Shape;5369;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370" name="Google Shape;5370;p58"/>
          <p:cNvGrpSpPr/>
          <p:nvPr/>
        </p:nvGrpSpPr>
        <p:grpSpPr>
          <a:xfrm>
            <a:off x="7531256" y="2987752"/>
            <a:ext cx="313273" cy="74585"/>
            <a:chOff x="3655625" y="914400"/>
            <a:chExt cx="2743200" cy="690600"/>
          </a:xfrm>
        </p:grpSpPr>
        <p:sp>
          <p:nvSpPr>
            <p:cNvPr id="5371" name="Google Shape;5371;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72" name="Google Shape;5372;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73" name="Google Shape;5373;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374" name="Google Shape;5374;p58"/>
          <p:cNvGrpSpPr/>
          <p:nvPr/>
        </p:nvGrpSpPr>
        <p:grpSpPr>
          <a:xfrm>
            <a:off x="7988456" y="2987752"/>
            <a:ext cx="313273" cy="74585"/>
            <a:chOff x="3655625" y="914400"/>
            <a:chExt cx="2743200" cy="690600"/>
          </a:xfrm>
        </p:grpSpPr>
        <p:sp>
          <p:nvSpPr>
            <p:cNvPr id="5375" name="Google Shape;5375;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76" name="Google Shape;5376;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77" name="Google Shape;5377;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378" name="Google Shape;5378;p58"/>
          <p:cNvCxnSpPr>
            <a:stCxn id="5352" idx="0"/>
          </p:cNvCxnSpPr>
          <p:nvPr/>
        </p:nvCxnSpPr>
        <p:spPr>
          <a:xfrm rot="10800000">
            <a:off x="7230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379" name="Google Shape;5379;p58"/>
          <p:cNvCxnSpPr>
            <a:stCxn id="5352" idx="0"/>
            <a:endCxn id="5371" idx="2"/>
          </p:cNvCxnSpPr>
          <p:nvPr/>
        </p:nvCxnSpPr>
        <p:spPr>
          <a:xfrm flipH="1" rot="10800000">
            <a:off x="7230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380" name="Google Shape;5380;p58"/>
          <p:cNvCxnSpPr>
            <a:stCxn id="5352" idx="0"/>
            <a:endCxn id="5375" idx="2"/>
          </p:cNvCxnSpPr>
          <p:nvPr/>
        </p:nvCxnSpPr>
        <p:spPr>
          <a:xfrm flipH="1" rot="10800000">
            <a:off x="7230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381" name="Google Shape;5381;p58"/>
          <p:cNvCxnSpPr>
            <a:stCxn id="5357" idx="0"/>
            <a:endCxn id="5371" idx="2"/>
          </p:cNvCxnSpPr>
          <p:nvPr/>
        </p:nvCxnSpPr>
        <p:spPr>
          <a:xfrm rot="10800000">
            <a:off x="7687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382" name="Google Shape;5382;p58"/>
          <p:cNvCxnSpPr>
            <a:stCxn id="5362" idx="0"/>
            <a:endCxn id="5375" idx="2"/>
          </p:cNvCxnSpPr>
          <p:nvPr/>
        </p:nvCxnSpPr>
        <p:spPr>
          <a:xfrm rot="10800000">
            <a:off x="8145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383" name="Google Shape;5383;p58"/>
          <p:cNvCxnSpPr>
            <a:stCxn id="5357" idx="0"/>
            <a:endCxn id="5375" idx="2"/>
          </p:cNvCxnSpPr>
          <p:nvPr/>
        </p:nvCxnSpPr>
        <p:spPr>
          <a:xfrm flipH="1" rot="10800000">
            <a:off x="7687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5384" name="Google Shape;5384;p58"/>
          <p:cNvGrpSpPr/>
          <p:nvPr/>
        </p:nvGrpSpPr>
        <p:grpSpPr>
          <a:xfrm rot="-5400000">
            <a:off x="7179088" y="2142702"/>
            <a:ext cx="109798" cy="26302"/>
            <a:chOff x="4885225" y="945750"/>
            <a:chExt cx="311926" cy="74700"/>
          </a:xfrm>
        </p:grpSpPr>
        <p:sp>
          <p:nvSpPr>
            <p:cNvPr id="5385" name="Google Shape;5385;p58"/>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86" name="Google Shape;5386;p58"/>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87" name="Google Shape;5387;p58"/>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388" name="Google Shape;5388;p58"/>
          <p:cNvSpPr/>
          <p:nvPr/>
        </p:nvSpPr>
        <p:spPr>
          <a:xfrm>
            <a:off x="5607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5389" name="Google Shape;5389;p58"/>
          <p:cNvSpPr/>
          <p:nvPr/>
        </p:nvSpPr>
        <p:spPr>
          <a:xfrm>
            <a:off x="5655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5390" name="Google Shape;5390;p58"/>
          <p:cNvSpPr/>
          <p:nvPr/>
        </p:nvSpPr>
        <p:spPr>
          <a:xfrm>
            <a:off x="5656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5391" name="Google Shape;5391;p58"/>
          <p:cNvSpPr/>
          <p:nvPr/>
        </p:nvSpPr>
        <p:spPr>
          <a:xfrm>
            <a:off x="5656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5392" name="Google Shape;5392;p58"/>
          <p:cNvGrpSpPr/>
          <p:nvPr/>
        </p:nvGrpSpPr>
        <p:grpSpPr>
          <a:xfrm>
            <a:off x="7077356" y="2758466"/>
            <a:ext cx="313273" cy="74585"/>
            <a:chOff x="3655625" y="914400"/>
            <a:chExt cx="2743200" cy="690600"/>
          </a:xfrm>
        </p:grpSpPr>
        <p:sp>
          <p:nvSpPr>
            <p:cNvPr id="5393" name="Google Shape;5393;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94" name="Google Shape;5394;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95" name="Google Shape;5395;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396" name="Google Shape;5396;p58"/>
          <p:cNvGrpSpPr/>
          <p:nvPr/>
        </p:nvGrpSpPr>
        <p:grpSpPr>
          <a:xfrm>
            <a:off x="7534556" y="2758466"/>
            <a:ext cx="313273" cy="74585"/>
            <a:chOff x="3655625" y="914400"/>
            <a:chExt cx="2743200" cy="690600"/>
          </a:xfrm>
        </p:grpSpPr>
        <p:sp>
          <p:nvSpPr>
            <p:cNvPr id="5397" name="Google Shape;5397;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398" name="Google Shape;5398;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399" name="Google Shape;5399;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00" name="Google Shape;5400;p58"/>
          <p:cNvGrpSpPr/>
          <p:nvPr/>
        </p:nvGrpSpPr>
        <p:grpSpPr>
          <a:xfrm>
            <a:off x="7991756" y="2758466"/>
            <a:ext cx="313273" cy="74585"/>
            <a:chOff x="3655625" y="914400"/>
            <a:chExt cx="2743200" cy="690600"/>
          </a:xfrm>
        </p:grpSpPr>
        <p:sp>
          <p:nvSpPr>
            <p:cNvPr id="5401" name="Google Shape;5401;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02" name="Google Shape;5402;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03" name="Google Shape;5403;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04" name="Google Shape;5404;p58"/>
          <p:cNvGrpSpPr/>
          <p:nvPr/>
        </p:nvGrpSpPr>
        <p:grpSpPr>
          <a:xfrm>
            <a:off x="7077356" y="2537014"/>
            <a:ext cx="313273" cy="74585"/>
            <a:chOff x="3655625" y="914400"/>
            <a:chExt cx="2743200" cy="690600"/>
          </a:xfrm>
        </p:grpSpPr>
        <p:sp>
          <p:nvSpPr>
            <p:cNvPr id="5405" name="Google Shape;5405;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06" name="Google Shape;5406;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07" name="Google Shape;5407;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08" name="Google Shape;5408;p58"/>
          <p:cNvGrpSpPr/>
          <p:nvPr/>
        </p:nvGrpSpPr>
        <p:grpSpPr>
          <a:xfrm>
            <a:off x="7534556" y="2537014"/>
            <a:ext cx="313273" cy="74585"/>
            <a:chOff x="3655625" y="914400"/>
            <a:chExt cx="2743200" cy="690600"/>
          </a:xfrm>
        </p:grpSpPr>
        <p:sp>
          <p:nvSpPr>
            <p:cNvPr id="5409" name="Google Shape;5409;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10" name="Google Shape;5410;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11" name="Google Shape;5411;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12" name="Google Shape;5412;p58"/>
          <p:cNvGrpSpPr/>
          <p:nvPr/>
        </p:nvGrpSpPr>
        <p:grpSpPr>
          <a:xfrm>
            <a:off x="7991756" y="2537014"/>
            <a:ext cx="313273" cy="74585"/>
            <a:chOff x="3655625" y="914400"/>
            <a:chExt cx="2743200" cy="690600"/>
          </a:xfrm>
        </p:grpSpPr>
        <p:sp>
          <p:nvSpPr>
            <p:cNvPr id="5413" name="Google Shape;5413;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14" name="Google Shape;5414;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15" name="Google Shape;5415;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416" name="Google Shape;5416;p58"/>
          <p:cNvCxnSpPr>
            <a:stCxn id="5393" idx="0"/>
            <a:endCxn id="5405" idx="2"/>
          </p:cNvCxnSpPr>
          <p:nvPr/>
        </p:nvCxnSpPr>
        <p:spPr>
          <a:xfrm rot="10800000">
            <a:off x="7233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417" name="Google Shape;5417;p58"/>
          <p:cNvCxnSpPr>
            <a:stCxn id="5401" idx="0"/>
            <a:endCxn id="5413" idx="2"/>
          </p:cNvCxnSpPr>
          <p:nvPr/>
        </p:nvCxnSpPr>
        <p:spPr>
          <a:xfrm rot="10800000">
            <a:off x="8148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418" name="Google Shape;5418;p58"/>
          <p:cNvCxnSpPr>
            <a:stCxn id="5397" idx="0"/>
            <a:endCxn id="5409" idx="2"/>
          </p:cNvCxnSpPr>
          <p:nvPr/>
        </p:nvCxnSpPr>
        <p:spPr>
          <a:xfrm rot="10800000">
            <a:off x="7691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419" name="Google Shape;5419;p58"/>
          <p:cNvGrpSpPr/>
          <p:nvPr/>
        </p:nvGrpSpPr>
        <p:grpSpPr>
          <a:xfrm>
            <a:off x="7077356" y="807303"/>
            <a:ext cx="313273" cy="74585"/>
            <a:chOff x="3655625" y="914400"/>
            <a:chExt cx="2743200" cy="690600"/>
          </a:xfrm>
        </p:grpSpPr>
        <p:sp>
          <p:nvSpPr>
            <p:cNvPr id="5420" name="Google Shape;5420;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21" name="Google Shape;5421;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22" name="Google Shape;5422;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23" name="Google Shape;5423;p58"/>
          <p:cNvGrpSpPr/>
          <p:nvPr/>
        </p:nvGrpSpPr>
        <p:grpSpPr>
          <a:xfrm>
            <a:off x="7534556" y="807303"/>
            <a:ext cx="313273" cy="74585"/>
            <a:chOff x="3655625" y="914400"/>
            <a:chExt cx="2743200" cy="690600"/>
          </a:xfrm>
        </p:grpSpPr>
        <p:sp>
          <p:nvSpPr>
            <p:cNvPr id="5424" name="Google Shape;5424;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25" name="Google Shape;5425;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26" name="Google Shape;5426;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27" name="Google Shape;5427;p58"/>
          <p:cNvGrpSpPr/>
          <p:nvPr/>
        </p:nvGrpSpPr>
        <p:grpSpPr>
          <a:xfrm>
            <a:off x="7991756" y="807303"/>
            <a:ext cx="313273" cy="74585"/>
            <a:chOff x="3655625" y="914400"/>
            <a:chExt cx="2743200" cy="690600"/>
          </a:xfrm>
        </p:grpSpPr>
        <p:sp>
          <p:nvSpPr>
            <p:cNvPr id="5428" name="Google Shape;5428;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29" name="Google Shape;5429;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30" name="Google Shape;5430;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431" name="Google Shape;5431;p58"/>
          <p:cNvSpPr txBox="1"/>
          <p:nvPr/>
        </p:nvSpPr>
        <p:spPr>
          <a:xfrm>
            <a:off x="6995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5432" name="Google Shape;5432;p58"/>
          <p:cNvSpPr txBox="1"/>
          <p:nvPr/>
        </p:nvSpPr>
        <p:spPr>
          <a:xfrm>
            <a:off x="7521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5433" name="Google Shape;5433;p58"/>
          <p:cNvSpPr txBox="1"/>
          <p:nvPr/>
        </p:nvSpPr>
        <p:spPr>
          <a:xfrm>
            <a:off x="7936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5434" name="Google Shape;5434;p58"/>
          <p:cNvGrpSpPr/>
          <p:nvPr/>
        </p:nvGrpSpPr>
        <p:grpSpPr>
          <a:xfrm>
            <a:off x="8445656" y="3444952"/>
            <a:ext cx="313273" cy="74585"/>
            <a:chOff x="3655625" y="914400"/>
            <a:chExt cx="2743200" cy="690600"/>
          </a:xfrm>
        </p:grpSpPr>
        <p:sp>
          <p:nvSpPr>
            <p:cNvPr id="5435" name="Google Shape;5435;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36" name="Google Shape;5436;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37" name="Google Shape;5437;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38" name="Google Shape;5438;p58"/>
          <p:cNvGrpSpPr/>
          <p:nvPr/>
        </p:nvGrpSpPr>
        <p:grpSpPr>
          <a:xfrm>
            <a:off x="8445656" y="2987752"/>
            <a:ext cx="313273" cy="74585"/>
            <a:chOff x="3655625" y="914400"/>
            <a:chExt cx="2743200" cy="690600"/>
          </a:xfrm>
        </p:grpSpPr>
        <p:sp>
          <p:nvSpPr>
            <p:cNvPr id="5439" name="Google Shape;5439;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40" name="Google Shape;5440;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41" name="Google Shape;5441;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442" name="Google Shape;5442;p58"/>
          <p:cNvCxnSpPr>
            <a:stCxn id="5352" idx="0"/>
            <a:endCxn id="5439" idx="2"/>
          </p:cNvCxnSpPr>
          <p:nvPr/>
        </p:nvCxnSpPr>
        <p:spPr>
          <a:xfrm flipH="1" rot="10800000">
            <a:off x="7230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443" name="Google Shape;5443;p58"/>
          <p:cNvCxnSpPr>
            <a:stCxn id="5357" idx="0"/>
            <a:endCxn id="5439" idx="2"/>
          </p:cNvCxnSpPr>
          <p:nvPr/>
        </p:nvCxnSpPr>
        <p:spPr>
          <a:xfrm flipH="1" rot="10800000">
            <a:off x="7687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444" name="Google Shape;5444;p58"/>
          <p:cNvCxnSpPr>
            <a:stCxn id="5362" idx="0"/>
            <a:endCxn id="5439" idx="2"/>
          </p:cNvCxnSpPr>
          <p:nvPr/>
        </p:nvCxnSpPr>
        <p:spPr>
          <a:xfrm flipH="1" rot="10800000">
            <a:off x="8145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445" name="Google Shape;5445;p58"/>
          <p:cNvCxnSpPr>
            <a:stCxn id="5435" idx="0"/>
            <a:endCxn id="5439" idx="2"/>
          </p:cNvCxnSpPr>
          <p:nvPr/>
        </p:nvCxnSpPr>
        <p:spPr>
          <a:xfrm rot="10800000">
            <a:off x="8602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5446" name="Google Shape;5446;p58"/>
          <p:cNvGrpSpPr/>
          <p:nvPr/>
        </p:nvGrpSpPr>
        <p:grpSpPr>
          <a:xfrm>
            <a:off x="8448956" y="2761349"/>
            <a:ext cx="313273" cy="74585"/>
            <a:chOff x="3655625" y="914400"/>
            <a:chExt cx="2743200" cy="690600"/>
          </a:xfrm>
        </p:grpSpPr>
        <p:sp>
          <p:nvSpPr>
            <p:cNvPr id="5447" name="Google Shape;5447;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48" name="Google Shape;5448;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49" name="Google Shape;5449;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50" name="Google Shape;5450;p58"/>
          <p:cNvGrpSpPr/>
          <p:nvPr/>
        </p:nvGrpSpPr>
        <p:grpSpPr>
          <a:xfrm>
            <a:off x="8448956" y="2533450"/>
            <a:ext cx="313273" cy="74585"/>
            <a:chOff x="3655625" y="914400"/>
            <a:chExt cx="2743200" cy="690600"/>
          </a:xfrm>
        </p:grpSpPr>
        <p:sp>
          <p:nvSpPr>
            <p:cNvPr id="5451" name="Google Shape;5451;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52" name="Google Shape;5452;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53" name="Google Shape;5453;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454" name="Google Shape;5454;p58"/>
          <p:cNvCxnSpPr>
            <a:stCxn id="5447" idx="0"/>
            <a:endCxn id="5451" idx="2"/>
          </p:cNvCxnSpPr>
          <p:nvPr/>
        </p:nvCxnSpPr>
        <p:spPr>
          <a:xfrm rot="10800000">
            <a:off x="8605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5455" name="Google Shape;5455;p58"/>
          <p:cNvGrpSpPr/>
          <p:nvPr/>
        </p:nvGrpSpPr>
        <p:grpSpPr>
          <a:xfrm>
            <a:off x="8445519" y="807303"/>
            <a:ext cx="313273" cy="74585"/>
            <a:chOff x="3655625" y="914400"/>
            <a:chExt cx="2743200" cy="690600"/>
          </a:xfrm>
        </p:grpSpPr>
        <p:sp>
          <p:nvSpPr>
            <p:cNvPr id="5456" name="Google Shape;5456;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57" name="Google Shape;5457;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58" name="Google Shape;5458;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459" name="Google Shape;5459;p58"/>
          <p:cNvSpPr txBox="1"/>
          <p:nvPr/>
        </p:nvSpPr>
        <p:spPr>
          <a:xfrm>
            <a:off x="8327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5460" name="Google Shape;5460;p58"/>
          <p:cNvGrpSpPr/>
          <p:nvPr/>
        </p:nvGrpSpPr>
        <p:grpSpPr>
          <a:xfrm>
            <a:off x="6616856" y="3444952"/>
            <a:ext cx="313273" cy="74585"/>
            <a:chOff x="3655625" y="914400"/>
            <a:chExt cx="2743200" cy="690600"/>
          </a:xfrm>
        </p:grpSpPr>
        <p:sp>
          <p:nvSpPr>
            <p:cNvPr id="5461" name="Google Shape;5461;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62" name="Google Shape;5462;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63" name="Google Shape;5463;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64" name="Google Shape;5464;p58"/>
          <p:cNvGrpSpPr/>
          <p:nvPr/>
        </p:nvGrpSpPr>
        <p:grpSpPr>
          <a:xfrm>
            <a:off x="6616856" y="2987752"/>
            <a:ext cx="313273" cy="74585"/>
            <a:chOff x="3655625" y="914400"/>
            <a:chExt cx="2743200" cy="690600"/>
          </a:xfrm>
        </p:grpSpPr>
        <p:sp>
          <p:nvSpPr>
            <p:cNvPr id="5465" name="Google Shape;5465;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66" name="Google Shape;5466;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67" name="Google Shape;5467;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68" name="Google Shape;5468;p58"/>
          <p:cNvGrpSpPr/>
          <p:nvPr/>
        </p:nvGrpSpPr>
        <p:grpSpPr>
          <a:xfrm>
            <a:off x="6159656" y="3444952"/>
            <a:ext cx="313273" cy="74585"/>
            <a:chOff x="3655625" y="914400"/>
            <a:chExt cx="2743200" cy="690600"/>
          </a:xfrm>
        </p:grpSpPr>
        <p:sp>
          <p:nvSpPr>
            <p:cNvPr id="5469" name="Google Shape;5469;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70" name="Google Shape;5470;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71" name="Google Shape;5471;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72" name="Google Shape;5472;p58"/>
          <p:cNvGrpSpPr/>
          <p:nvPr/>
        </p:nvGrpSpPr>
        <p:grpSpPr>
          <a:xfrm>
            <a:off x="6159656" y="2987752"/>
            <a:ext cx="313273" cy="74585"/>
            <a:chOff x="3655625" y="914400"/>
            <a:chExt cx="2743200" cy="690600"/>
          </a:xfrm>
        </p:grpSpPr>
        <p:sp>
          <p:nvSpPr>
            <p:cNvPr id="5473" name="Google Shape;5473;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74" name="Google Shape;5474;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75" name="Google Shape;5475;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76" name="Google Shape;5476;p58"/>
          <p:cNvGrpSpPr/>
          <p:nvPr/>
        </p:nvGrpSpPr>
        <p:grpSpPr>
          <a:xfrm>
            <a:off x="5702456" y="3444952"/>
            <a:ext cx="313273" cy="74585"/>
            <a:chOff x="3655625" y="914400"/>
            <a:chExt cx="2743200" cy="690600"/>
          </a:xfrm>
        </p:grpSpPr>
        <p:sp>
          <p:nvSpPr>
            <p:cNvPr id="5477" name="Google Shape;5477;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78" name="Google Shape;5478;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79" name="Google Shape;5479;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480" name="Google Shape;5480;p58"/>
          <p:cNvGrpSpPr/>
          <p:nvPr/>
        </p:nvGrpSpPr>
        <p:grpSpPr>
          <a:xfrm>
            <a:off x="5702456" y="2987752"/>
            <a:ext cx="313273" cy="74585"/>
            <a:chOff x="3655625" y="914400"/>
            <a:chExt cx="2743200" cy="690600"/>
          </a:xfrm>
        </p:grpSpPr>
        <p:sp>
          <p:nvSpPr>
            <p:cNvPr id="5481" name="Google Shape;5481;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482" name="Google Shape;5482;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483" name="Google Shape;5483;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484" name="Google Shape;5484;p58"/>
          <p:cNvSpPr txBox="1"/>
          <p:nvPr/>
        </p:nvSpPr>
        <p:spPr>
          <a:xfrm>
            <a:off x="5607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5485" name="Google Shape;5485;p58"/>
          <p:cNvCxnSpPr>
            <a:stCxn id="5461" idx="0"/>
            <a:endCxn id="5465" idx="2"/>
          </p:cNvCxnSpPr>
          <p:nvPr/>
        </p:nvCxnSpPr>
        <p:spPr>
          <a:xfrm rot="10800000">
            <a:off x="6773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486" name="Google Shape;5486;p58"/>
          <p:cNvCxnSpPr>
            <a:stCxn id="5469" idx="0"/>
            <a:endCxn id="5473"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487" name="Google Shape;5487;p58"/>
          <p:cNvCxnSpPr>
            <a:stCxn id="5477" idx="0"/>
            <a:endCxn id="5481"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488" name="Google Shape;5488;p58"/>
          <p:cNvCxnSpPr>
            <a:stCxn id="5477" idx="0"/>
            <a:endCxn id="5473"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489" name="Google Shape;5489;p58"/>
          <p:cNvCxnSpPr>
            <a:stCxn id="5477" idx="0"/>
            <a:endCxn id="5465" idx="2"/>
          </p:cNvCxnSpPr>
          <p:nvPr/>
        </p:nvCxnSpPr>
        <p:spPr>
          <a:xfrm flipH="1" rot="10800000">
            <a:off x="58590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490" name="Google Shape;5490;p58"/>
          <p:cNvCxnSpPr>
            <a:stCxn id="5477" idx="0"/>
            <a:endCxn id="5367" idx="2"/>
          </p:cNvCxnSpPr>
          <p:nvPr/>
        </p:nvCxnSpPr>
        <p:spPr>
          <a:xfrm flipH="1" rot="10800000">
            <a:off x="5859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491" name="Google Shape;5491;p58"/>
          <p:cNvCxnSpPr>
            <a:stCxn id="5477" idx="0"/>
            <a:endCxn id="5371" idx="2"/>
          </p:cNvCxnSpPr>
          <p:nvPr/>
        </p:nvCxnSpPr>
        <p:spPr>
          <a:xfrm flipH="1" rot="10800000">
            <a:off x="5859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5492" name="Google Shape;5492;p58"/>
          <p:cNvCxnSpPr>
            <a:stCxn id="5477" idx="0"/>
            <a:endCxn id="5375" idx="2"/>
          </p:cNvCxnSpPr>
          <p:nvPr/>
        </p:nvCxnSpPr>
        <p:spPr>
          <a:xfrm flipH="1" rot="10800000">
            <a:off x="5859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5493" name="Google Shape;5493;p58"/>
          <p:cNvCxnSpPr>
            <a:stCxn id="5477" idx="0"/>
            <a:endCxn id="5439" idx="2"/>
          </p:cNvCxnSpPr>
          <p:nvPr/>
        </p:nvCxnSpPr>
        <p:spPr>
          <a:xfrm flipH="1" rot="10800000">
            <a:off x="5859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5494" name="Google Shape;5494;p58"/>
          <p:cNvCxnSpPr>
            <a:stCxn id="5469" idx="0"/>
            <a:endCxn id="5465" idx="2"/>
          </p:cNvCxnSpPr>
          <p:nvPr/>
        </p:nvCxnSpPr>
        <p:spPr>
          <a:xfrm flipH="1" rot="10800000">
            <a:off x="6316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495" name="Google Shape;5495;p58"/>
          <p:cNvCxnSpPr>
            <a:stCxn id="5469" idx="0"/>
            <a:endCxn id="5367" idx="2"/>
          </p:cNvCxnSpPr>
          <p:nvPr/>
        </p:nvCxnSpPr>
        <p:spPr>
          <a:xfrm flipH="1" rot="10800000">
            <a:off x="6316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496" name="Google Shape;5496;p58"/>
          <p:cNvCxnSpPr>
            <a:stCxn id="5469" idx="0"/>
            <a:endCxn id="5371" idx="2"/>
          </p:cNvCxnSpPr>
          <p:nvPr/>
        </p:nvCxnSpPr>
        <p:spPr>
          <a:xfrm flipH="1" rot="10800000">
            <a:off x="6316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497" name="Google Shape;5497;p58"/>
          <p:cNvCxnSpPr>
            <a:stCxn id="5469" idx="0"/>
            <a:endCxn id="5375" idx="2"/>
          </p:cNvCxnSpPr>
          <p:nvPr/>
        </p:nvCxnSpPr>
        <p:spPr>
          <a:xfrm flipH="1" rot="10800000">
            <a:off x="6316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5498" name="Google Shape;5498;p58"/>
          <p:cNvCxnSpPr>
            <a:stCxn id="5469" idx="0"/>
            <a:endCxn id="5439" idx="2"/>
          </p:cNvCxnSpPr>
          <p:nvPr/>
        </p:nvCxnSpPr>
        <p:spPr>
          <a:xfrm flipH="1" rot="10800000">
            <a:off x="63162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5499" name="Google Shape;5499;p58"/>
          <p:cNvCxnSpPr>
            <a:stCxn id="5461" idx="0"/>
            <a:endCxn id="5367" idx="2"/>
          </p:cNvCxnSpPr>
          <p:nvPr/>
        </p:nvCxnSpPr>
        <p:spPr>
          <a:xfrm flipH="1" rot="10800000">
            <a:off x="6773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500" name="Google Shape;5500;p58"/>
          <p:cNvCxnSpPr>
            <a:stCxn id="5461" idx="0"/>
            <a:endCxn id="5371" idx="2"/>
          </p:cNvCxnSpPr>
          <p:nvPr/>
        </p:nvCxnSpPr>
        <p:spPr>
          <a:xfrm flipH="1" rot="10800000">
            <a:off x="6773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501" name="Google Shape;5501;p58"/>
          <p:cNvCxnSpPr>
            <a:stCxn id="5461" idx="0"/>
            <a:endCxn id="5375" idx="2"/>
          </p:cNvCxnSpPr>
          <p:nvPr/>
        </p:nvCxnSpPr>
        <p:spPr>
          <a:xfrm flipH="1" rot="10800000">
            <a:off x="6773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502" name="Google Shape;5502;p58"/>
          <p:cNvCxnSpPr>
            <a:stCxn id="5461" idx="0"/>
            <a:endCxn id="5439" idx="2"/>
          </p:cNvCxnSpPr>
          <p:nvPr/>
        </p:nvCxnSpPr>
        <p:spPr>
          <a:xfrm flipH="1" rot="10800000">
            <a:off x="6773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5503" name="Google Shape;5503;p58"/>
          <p:cNvGrpSpPr/>
          <p:nvPr/>
        </p:nvGrpSpPr>
        <p:grpSpPr>
          <a:xfrm>
            <a:off x="6620156" y="2758466"/>
            <a:ext cx="313273" cy="74585"/>
            <a:chOff x="3655625" y="914400"/>
            <a:chExt cx="2743200" cy="690600"/>
          </a:xfrm>
        </p:grpSpPr>
        <p:sp>
          <p:nvSpPr>
            <p:cNvPr id="5504" name="Google Shape;5504;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05" name="Google Shape;5505;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06" name="Google Shape;5506;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507" name="Google Shape;5507;p58"/>
          <p:cNvGrpSpPr/>
          <p:nvPr/>
        </p:nvGrpSpPr>
        <p:grpSpPr>
          <a:xfrm>
            <a:off x="6620156" y="2537014"/>
            <a:ext cx="313273" cy="74585"/>
            <a:chOff x="3655625" y="914400"/>
            <a:chExt cx="2743200" cy="690600"/>
          </a:xfrm>
        </p:grpSpPr>
        <p:sp>
          <p:nvSpPr>
            <p:cNvPr id="5508" name="Google Shape;5508;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09" name="Google Shape;5509;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10" name="Google Shape;5510;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511" name="Google Shape;5511;p58"/>
          <p:cNvCxnSpPr>
            <a:stCxn id="5504" idx="0"/>
            <a:endCxn id="5508" idx="2"/>
          </p:cNvCxnSpPr>
          <p:nvPr/>
        </p:nvCxnSpPr>
        <p:spPr>
          <a:xfrm rot="10800000">
            <a:off x="6776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512" name="Google Shape;5512;p58"/>
          <p:cNvGrpSpPr/>
          <p:nvPr/>
        </p:nvGrpSpPr>
        <p:grpSpPr>
          <a:xfrm>
            <a:off x="6162956" y="2758466"/>
            <a:ext cx="313273" cy="74585"/>
            <a:chOff x="3655625" y="914400"/>
            <a:chExt cx="2743200" cy="690600"/>
          </a:xfrm>
        </p:grpSpPr>
        <p:sp>
          <p:nvSpPr>
            <p:cNvPr id="5513" name="Google Shape;5513;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14" name="Google Shape;5514;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15" name="Google Shape;5515;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516" name="Google Shape;5516;p58"/>
          <p:cNvGrpSpPr/>
          <p:nvPr/>
        </p:nvGrpSpPr>
        <p:grpSpPr>
          <a:xfrm>
            <a:off x="6162956" y="2537014"/>
            <a:ext cx="313273" cy="74585"/>
            <a:chOff x="3655625" y="914400"/>
            <a:chExt cx="2743200" cy="690600"/>
          </a:xfrm>
        </p:grpSpPr>
        <p:sp>
          <p:nvSpPr>
            <p:cNvPr id="5517" name="Google Shape;5517;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18" name="Google Shape;5518;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19" name="Google Shape;5519;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520" name="Google Shape;5520;p58"/>
          <p:cNvCxnSpPr>
            <a:stCxn id="5513" idx="0"/>
            <a:endCxn id="5517" idx="2"/>
          </p:cNvCxnSpPr>
          <p:nvPr/>
        </p:nvCxnSpPr>
        <p:spPr>
          <a:xfrm rot="10800000">
            <a:off x="6319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521" name="Google Shape;5521;p58"/>
          <p:cNvGrpSpPr/>
          <p:nvPr/>
        </p:nvGrpSpPr>
        <p:grpSpPr>
          <a:xfrm>
            <a:off x="5705756" y="2758466"/>
            <a:ext cx="313273" cy="74585"/>
            <a:chOff x="3655625" y="914400"/>
            <a:chExt cx="2743200" cy="690600"/>
          </a:xfrm>
        </p:grpSpPr>
        <p:sp>
          <p:nvSpPr>
            <p:cNvPr id="5522" name="Google Shape;5522;p5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23" name="Google Shape;5523;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24" name="Google Shape;5524;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525" name="Google Shape;5525;p58"/>
          <p:cNvGrpSpPr/>
          <p:nvPr/>
        </p:nvGrpSpPr>
        <p:grpSpPr>
          <a:xfrm>
            <a:off x="5705756" y="2537014"/>
            <a:ext cx="313273" cy="74585"/>
            <a:chOff x="3655625" y="914400"/>
            <a:chExt cx="2743200" cy="690600"/>
          </a:xfrm>
        </p:grpSpPr>
        <p:sp>
          <p:nvSpPr>
            <p:cNvPr id="5526" name="Google Shape;5526;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27" name="Google Shape;5527;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28" name="Google Shape;5528;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529" name="Google Shape;5529;p58"/>
          <p:cNvCxnSpPr>
            <a:stCxn id="5522" idx="0"/>
            <a:endCxn id="5526"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530" name="Google Shape;5530;p58"/>
          <p:cNvGrpSpPr/>
          <p:nvPr/>
        </p:nvGrpSpPr>
        <p:grpSpPr>
          <a:xfrm>
            <a:off x="5705756" y="807303"/>
            <a:ext cx="313273" cy="74585"/>
            <a:chOff x="3655625" y="914400"/>
            <a:chExt cx="2743200" cy="690600"/>
          </a:xfrm>
        </p:grpSpPr>
        <p:sp>
          <p:nvSpPr>
            <p:cNvPr id="5531" name="Google Shape;5531;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32" name="Google Shape;5532;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33" name="Google Shape;5533;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534" name="Google Shape;5534;p58"/>
          <p:cNvGrpSpPr/>
          <p:nvPr/>
        </p:nvGrpSpPr>
        <p:grpSpPr>
          <a:xfrm>
            <a:off x="6162956" y="807303"/>
            <a:ext cx="313273" cy="74585"/>
            <a:chOff x="3655625" y="914400"/>
            <a:chExt cx="2743200" cy="690600"/>
          </a:xfrm>
        </p:grpSpPr>
        <p:sp>
          <p:nvSpPr>
            <p:cNvPr id="5535" name="Google Shape;5535;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36" name="Google Shape;5536;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37" name="Google Shape;5537;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538" name="Google Shape;5538;p58"/>
          <p:cNvGrpSpPr/>
          <p:nvPr/>
        </p:nvGrpSpPr>
        <p:grpSpPr>
          <a:xfrm>
            <a:off x="6620156" y="807303"/>
            <a:ext cx="313273" cy="74585"/>
            <a:chOff x="3655625" y="914400"/>
            <a:chExt cx="2743200" cy="690600"/>
          </a:xfrm>
        </p:grpSpPr>
        <p:sp>
          <p:nvSpPr>
            <p:cNvPr id="5539" name="Google Shape;5539;p5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40" name="Google Shape;5540;p5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41" name="Google Shape;5541;p5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542" name="Google Shape;5542;p58"/>
          <p:cNvSpPr txBox="1"/>
          <p:nvPr/>
        </p:nvSpPr>
        <p:spPr>
          <a:xfrm>
            <a:off x="5618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5543" name="Google Shape;5543;p58"/>
          <p:cNvSpPr txBox="1"/>
          <p:nvPr/>
        </p:nvSpPr>
        <p:spPr>
          <a:xfrm>
            <a:off x="6162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5544" name="Google Shape;5544;p58"/>
          <p:cNvSpPr txBox="1"/>
          <p:nvPr/>
        </p:nvSpPr>
        <p:spPr>
          <a:xfrm>
            <a:off x="6512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5545" name="Google Shape;5545;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9" name="Shape 5549"/>
        <p:cNvGrpSpPr/>
        <p:nvPr/>
      </p:nvGrpSpPr>
      <p:grpSpPr>
        <a:xfrm>
          <a:off x="0" y="0"/>
          <a:ext cx="0" cy="0"/>
          <a:chOff x="0" y="0"/>
          <a:chExt cx="0" cy="0"/>
        </a:xfrm>
      </p:grpSpPr>
      <p:sp>
        <p:nvSpPr>
          <p:cNvPr id="5550" name="Google Shape;5550;p59"/>
          <p:cNvSpPr/>
          <p:nvPr/>
        </p:nvSpPr>
        <p:spPr>
          <a:xfrm>
            <a:off x="2728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5551" name="Google Shape;5551;p59"/>
          <p:cNvSpPr/>
          <p:nvPr/>
        </p:nvSpPr>
        <p:spPr>
          <a:xfrm>
            <a:off x="158272" y="1948750"/>
            <a:ext cx="1676100" cy="26493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5552" name="Google Shape;5552;p59"/>
          <p:cNvSpPr/>
          <p:nvPr/>
        </p:nvSpPr>
        <p:spPr>
          <a:xfrm>
            <a:off x="254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5553" name="Google Shape;5553;p59"/>
          <p:cNvSpPr/>
          <p:nvPr/>
        </p:nvSpPr>
        <p:spPr>
          <a:xfrm>
            <a:off x="321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5554" name="Google Shape;5554;p59"/>
          <p:cNvSpPr/>
          <p:nvPr/>
        </p:nvSpPr>
        <p:spPr>
          <a:xfrm>
            <a:off x="342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555" name="Google Shape;5555;p59"/>
          <p:cNvGrpSpPr/>
          <p:nvPr/>
        </p:nvGrpSpPr>
        <p:grpSpPr>
          <a:xfrm>
            <a:off x="378203" y="3903853"/>
            <a:ext cx="313273" cy="74585"/>
            <a:chOff x="3655625" y="914400"/>
            <a:chExt cx="2743200" cy="690600"/>
          </a:xfrm>
        </p:grpSpPr>
        <p:sp>
          <p:nvSpPr>
            <p:cNvPr id="5556" name="Google Shape;5556;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57" name="Google Shape;5557;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58" name="Google Shape;5558;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559" name="Google Shape;5559;p59"/>
          <p:cNvSpPr txBox="1"/>
          <p:nvPr/>
        </p:nvSpPr>
        <p:spPr>
          <a:xfrm>
            <a:off x="299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5560" name="Google Shape;5560;p59"/>
          <p:cNvGrpSpPr/>
          <p:nvPr/>
        </p:nvGrpSpPr>
        <p:grpSpPr>
          <a:xfrm>
            <a:off x="835403" y="3903853"/>
            <a:ext cx="313273" cy="74585"/>
            <a:chOff x="3655625" y="914400"/>
            <a:chExt cx="2743200" cy="690600"/>
          </a:xfrm>
        </p:grpSpPr>
        <p:sp>
          <p:nvSpPr>
            <p:cNvPr id="5561" name="Google Shape;5561;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62" name="Google Shape;5562;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63" name="Google Shape;5563;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564" name="Google Shape;5564;p59"/>
          <p:cNvSpPr txBox="1"/>
          <p:nvPr/>
        </p:nvSpPr>
        <p:spPr>
          <a:xfrm>
            <a:off x="832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5565" name="Google Shape;5565;p59"/>
          <p:cNvGrpSpPr/>
          <p:nvPr/>
        </p:nvGrpSpPr>
        <p:grpSpPr>
          <a:xfrm>
            <a:off x="1292603" y="3903853"/>
            <a:ext cx="313273" cy="74585"/>
            <a:chOff x="3655625" y="914400"/>
            <a:chExt cx="2743200" cy="690600"/>
          </a:xfrm>
        </p:grpSpPr>
        <p:sp>
          <p:nvSpPr>
            <p:cNvPr id="5566" name="Google Shape;5566;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67" name="Google Shape;5567;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68" name="Google Shape;5568;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569" name="Google Shape;5569;p59"/>
          <p:cNvSpPr txBox="1"/>
          <p:nvPr/>
        </p:nvSpPr>
        <p:spPr>
          <a:xfrm>
            <a:off x="1208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5570" name="Google Shape;5570;p59"/>
          <p:cNvGrpSpPr/>
          <p:nvPr/>
        </p:nvGrpSpPr>
        <p:grpSpPr>
          <a:xfrm>
            <a:off x="378203" y="3446653"/>
            <a:ext cx="313273" cy="74585"/>
            <a:chOff x="3655625" y="914400"/>
            <a:chExt cx="2743200" cy="690600"/>
          </a:xfrm>
        </p:grpSpPr>
        <p:sp>
          <p:nvSpPr>
            <p:cNvPr id="5571" name="Google Shape;5571;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72" name="Google Shape;5572;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73" name="Google Shape;5573;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574" name="Google Shape;5574;p59"/>
          <p:cNvGrpSpPr/>
          <p:nvPr/>
        </p:nvGrpSpPr>
        <p:grpSpPr>
          <a:xfrm>
            <a:off x="835403" y="3446653"/>
            <a:ext cx="313273" cy="74585"/>
            <a:chOff x="3655625" y="914400"/>
            <a:chExt cx="2743200" cy="690600"/>
          </a:xfrm>
        </p:grpSpPr>
        <p:sp>
          <p:nvSpPr>
            <p:cNvPr id="5575" name="Google Shape;5575;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76" name="Google Shape;5576;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77" name="Google Shape;5577;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578" name="Google Shape;5578;p59"/>
          <p:cNvGrpSpPr/>
          <p:nvPr/>
        </p:nvGrpSpPr>
        <p:grpSpPr>
          <a:xfrm>
            <a:off x="1292603" y="3446653"/>
            <a:ext cx="313273" cy="74585"/>
            <a:chOff x="3655625" y="914400"/>
            <a:chExt cx="2743200" cy="690600"/>
          </a:xfrm>
        </p:grpSpPr>
        <p:sp>
          <p:nvSpPr>
            <p:cNvPr id="5579" name="Google Shape;5579;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80" name="Google Shape;5580;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81" name="Google Shape;5581;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582" name="Google Shape;5582;p59"/>
          <p:cNvCxnSpPr>
            <a:stCxn id="5561" idx="0"/>
            <a:endCxn id="5571" idx="2"/>
          </p:cNvCxnSpPr>
          <p:nvPr/>
        </p:nvCxnSpPr>
        <p:spPr>
          <a:xfrm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583" name="Google Shape;5583;p59"/>
          <p:cNvCxnSpPr>
            <a:stCxn id="5566" idx="0"/>
          </p:cNvCxnSpPr>
          <p:nvPr/>
        </p:nvCxnSpPr>
        <p:spPr>
          <a:xfrm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584" name="Google Shape;5584;p59"/>
          <p:cNvCxnSpPr>
            <a:stCxn id="5556" idx="0"/>
          </p:cNvCxnSpPr>
          <p:nvPr/>
        </p:nvCxnSpPr>
        <p:spPr>
          <a:xfrm rot="10800000">
            <a:off x="534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585" name="Google Shape;5585;p59"/>
          <p:cNvCxnSpPr>
            <a:stCxn id="5556" idx="0"/>
            <a:endCxn id="5575" idx="2"/>
          </p:cNvCxnSpPr>
          <p:nvPr/>
        </p:nvCxnSpPr>
        <p:spPr>
          <a:xfrm flipH="1"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586" name="Google Shape;5586;p59"/>
          <p:cNvCxnSpPr>
            <a:stCxn id="5556" idx="0"/>
            <a:endCxn id="5579" idx="2"/>
          </p:cNvCxnSpPr>
          <p:nvPr/>
        </p:nvCxnSpPr>
        <p:spPr>
          <a:xfrm flipH="1"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587" name="Google Shape;5587;p59"/>
          <p:cNvCxnSpPr>
            <a:stCxn id="5561" idx="0"/>
            <a:endCxn id="5575" idx="2"/>
          </p:cNvCxnSpPr>
          <p:nvPr/>
        </p:nvCxnSpPr>
        <p:spPr>
          <a:xfrm rot="10800000">
            <a:off x="992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588" name="Google Shape;5588;p59"/>
          <p:cNvCxnSpPr>
            <a:stCxn id="5566" idx="0"/>
            <a:endCxn id="5579" idx="2"/>
          </p:cNvCxnSpPr>
          <p:nvPr/>
        </p:nvCxnSpPr>
        <p:spPr>
          <a:xfrm rot="10800000">
            <a:off x="1449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589" name="Google Shape;5589;p59"/>
          <p:cNvCxnSpPr>
            <a:stCxn id="5566" idx="0"/>
            <a:endCxn id="5575" idx="2"/>
          </p:cNvCxnSpPr>
          <p:nvPr/>
        </p:nvCxnSpPr>
        <p:spPr>
          <a:xfrm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590" name="Google Shape;5590;p59"/>
          <p:cNvCxnSpPr>
            <a:stCxn id="5561" idx="0"/>
            <a:endCxn id="5579" idx="2"/>
          </p:cNvCxnSpPr>
          <p:nvPr/>
        </p:nvCxnSpPr>
        <p:spPr>
          <a:xfrm flipH="1"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5591" name="Google Shape;5591;p59"/>
          <p:cNvGrpSpPr/>
          <p:nvPr/>
        </p:nvGrpSpPr>
        <p:grpSpPr>
          <a:xfrm>
            <a:off x="378203" y="3201599"/>
            <a:ext cx="313273" cy="74585"/>
            <a:chOff x="3655625" y="914400"/>
            <a:chExt cx="2743200" cy="690600"/>
          </a:xfrm>
        </p:grpSpPr>
        <p:sp>
          <p:nvSpPr>
            <p:cNvPr id="5592" name="Google Shape;5592;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93" name="Google Shape;5593;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94" name="Google Shape;5594;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595" name="Google Shape;5595;p59"/>
          <p:cNvGrpSpPr/>
          <p:nvPr/>
        </p:nvGrpSpPr>
        <p:grpSpPr>
          <a:xfrm>
            <a:off x="835403" y="3201599"/>
            <a:ext cx="313273" cy="74585"/>
            <a:chOff x="3655625" y="914400"/>
            <a:chExt cx="2743200" cy="690600"/>
          </a:xfrm>
        </p:grpSpPr>
        <p:sp>
          <p:nvSpPr>
            <p:cNvPr id="5596" name="Google Shape;5596;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597" name="Google Shape;5597;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598" name="Google Shape;5598;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599" name="Google Shape;5599;p59"/>
          <p:cNvGrpSpPr/>
          <p:nvPr/>
        </p:nvGrpSpPr>
        <p:grpSpPr>
          <a:xfrm>
            <a:off x="1292603" y="3201599"/>
            <a:ext cx="313273" cy="74585"/>
            <a:chOff x="3655625" y="914400"/>
            <a:chExt cx="2743200" cy="690600"/>
          </a:xfrm>
        </p:grpSpPr>
        <p:sp>
          <p:nvSpPr>
            <p:cNvPr id="5600" name="Google Shape;5600;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01" name="Google Shape;5601;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02" name="Google Shape;5602;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603" name="Google Shape;5603;p59"/>
          <p:cNvGrpSpPr/>
          <p:nvPr/>
        </p:nvGrpSpPr>
        <p:grpSpPr>
          <a:xfrm>
            <a:off x="378203" y="2980147"/>
            <a:ext cx="313273" cy="74585"/>
            <a:chOff x="3655625" y="914400"/>
            <a:chExt cx="2743200" cy="690600"/>
          </a:xfrm>
        </p:grpSpPr>
        <p:sp>
          <p:nvSpPr>
            <p:cNvPr id="5604" name="Google Shape;5604;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05" name="Google Shape;5605;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06" name="Google Shape;5606;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607" name="Google Shape;5607;p59"/>
          <p:cNvGrpSpPr/>
          <p:nvPr/>
        </p:nvGrpSpPr>
        <p:grpSpPr>
          <a:xfrm>
            <a:off x="835403" y="2980147"/>
            <a:ext cx="313273" cy="74585"/>
            <a:chOff x="3655625" y="914400"/>
            <a:chExt cx="2743200" cy="690600"/>
          </a:xfrm>
        </p:grpSpPr>
        <p:sp>
          <p:nvSpPr>
            <p:cNvPr id="5608" name="Google Shape;5608;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09" name="Google Shape;5609;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10" name="Google Shape;5610;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611" name="Google Shape;5611;p59"/>
          <p:cNvGrpSpPr/>
          <p:nvPr/>
        </p:nvGrpSpPr>
        <p:grpSpPr>
          <a:xfrm>
            <a:off x="1292603" y="2980147"/>
            <a:ext cx="313273" cy="74585"/>
            <a:chOff x="3655625" y="914400"/>
            <a:chExt cx="2743200" cy="690600"/>
          </a:xfrm>
        </p:grpSpPr>
        <p:sp>
          <p:nvSpPr>
            <p:cNvPr id="5612" name="Google Shape;5612;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13" name="Google Shape;5613;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14" name="Google Shape;5614;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615" name="Google Shape;5615;p59"/>
          <p:cNvCxnSpPr>
            <a:stCxn id="5592" idx="0"/>
            <a:endCxn id="5604" idx="2"/>
          </p:cNvCxnSpPr>
          <p:nvPr/>
        </p:nvCxnSpPr>
        <p:spPr>
          <a:xfrm rot="10800000">
            <a:off x="534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616" name="Google Shape;5616;p59"/>
          <p:cNvCxnSpPr>
            <a:stCxn id="5600" idx="0"/>
            <a:endCxn id="5612" idx="2"/>
          </p:cNvCxnSpPr>
          <p:nvPr/>
        </p:nvCxnSpPr>
        <p:spPr>
          <a:xfrm rot="10800000">
            <a:off x="1449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617" name="Google Shape;5617;p59"/>
          <p:cNvCxnSpPr>
            <a:stCxn id="5596" idx="0"/>
            <a:endCxn id="5608" idx="2"/>
          </p:cNvCxnSpPr>
          <p:nvPr/>
        </p:nvCxnSpPr>
        <p:spPr>
          <a:xfrm rot="10800000">
            <a:off x="992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5618" name="Google Shape;5618;p59"/>
          <p:cNvSpPr/>
          <p:nvPr/>
        </p:nvSpPr>
        <p:spPr>
          <a:xfrm>
            <a:off x="301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5619" name="Google Shape;5619;p59"/>
          <p:cNvSpPr/>
          <p:nvPr/>
        </p:nvSpPr>
        <p:spPr>
          <a:xfrm>
            <a:off x="404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5620" name="Google Shape;5620;p59"/>
          <p:cNvSpPr/>
          <p:nvPr/>
        </p:nvSpPr>
        <p:spPr>
          <a:xfrm>
            <a:off x="404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5621" name="Google Shape;5621;p59"/>
          <p:cNvSpPr/>
          <p:nvPr/>
        </p:nvSpPr>
        <p:spPr>
          <a:xfrm>
            <a:off x="2816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5622" name="Google Shape;5622;p59"/>
          <p:cNvSpPr/>
          <p:nvPr/>
        </p:nvSpPr>
        <p:spPr>
          <a:xfrm>
            <a:off x="2856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623" name="Google Shape;5623;p59"/>
          <p:cNvGrpSpPr/>
          <p:nvPr/>
        </p:nvGrpSpPr>
        <p:grpSpPr>
          <a:xfrm>
            <a:off x="2892803" y="3955308"/>
            <a:ext cx="313273" cy="74585"/>
            <a:chOff x="3655625" y="914400"/>
            <a:chExt cx="2743200" cy="690600"/>
          </a:xfrm>
        </p:grpSpPr>
        <p:sp>
          <p:nvSpPr>
            <p:cNvPr id="5624" name="Google Shape;5624;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25" name="Google Shape;5625;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26" name="Google Shape;5626;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627" name="Google Shape;5627;p59"/>
          <p:cNvSpPr txBox="1"/>
          <p:nvPr/>
        </p:nvSpPr>
        <p:spPr>
          <a:xfrm>
            <a:off x="3271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5628" name="Google Shape;5628;p59"/>
          <p:cNvGrpSpPr/>
          <p:nvPr/>
        </p:nvGrpSpPr>
        <p:grpSpPr>
          <a:xfrm>
            <a:off x="3350003" y="3955308"/>
            <a:ext cx="313273" cy="74585"/>
            <a:chOff x="3655625" y="914400"/>
            <a:chExt cx="2743200" cy="690600"/>
          </a:xfrm>
        </p:grpSpPr>
        <p:sp>
          <p:nvSpPr>
            <p:cNvPr id="5629" name="Google Shape;5629;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30" name="Google Shape;5630;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31" name="Google Shape;5631;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632" name="Google Shape;5632;p59"/>
          <p:cNvSpPr txBox="1"/>
          <p:nvPr/>
        </p:nvSpPr>
        <p:spPr>
          <a:xfrm>
            <a:off x="3797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5633" name="Google Shape;5633;p59"/>
          <p:cNvGrpSpPr/>
          <p:nvPr/>
        </p:nvGrpSpPr>
        <p:grpSpPr>
          <a:xfrm>
            <a:off x="3807203" y="3955308"/>
            <a:ext cx="313273" cy="74585"/>
            <a:chOff x="3655625" y="914400"/>
            <a:chExt cx="2743200" cy="690600"/>
          </a:xfrm>
        </p:grpSpPr>
        <p:sp>
          <p:nvSpPr>
            <p:cNvPr id="5634" name="Google Shape;5634;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35" name="Google Shape;5635;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36" name="Google Shape;5636;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637" name="Google Shape;5637;p59"/>
          <p:cNvSpPr txBox="1"/>
          <p:nvPr/>
        </p:nvSpPr>
        <p:spPr>
          <a:xfrm>
            <a:off x="4211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5638" name="Google Shape;5638;p59"/>
          <p:cNvGrpSpPr/>
          <p:nvPr/>
        </p:nvGrpSpPr>
        <p:grpSpPr>
          <a:xfrm>
            <a:off x="2892803" y="3498108"/>
            <a:ext cx="313273" cy="74585"/>
            <a:chOff x="3655625" y="914400"/>
            <a:chExt cx="2743200" cy="690600"/>
          </a:xfrm>
        </p:grpSpPr>
        <p:sp>
          <p:nvSpPr>
            <p:cNvPr id="5639" name="Google Shape;5639;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40" name="Google Shape;5640;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41" name="Google Shape;5641;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642" name="Google Shape;5642;p59"/>
          <p:cNvGrpSpPr/>
          <p:nvPr/>
        </p:nvGrpSpPr>
        <p:grpSpPr>
          <a:xfrm>
            <a:off x="3350003" y="3498108"/>
            <a:ext cx="313273" cy="74585"/>
            <a:chOff x="3655625" y="914400"/>
            <a:chExt cx="2743200" cy="690600"/>
          </a:xfrm>
        </p:grpSpPr>
        <p:sp>
          <p:nvSpPr>
            <p:cNvPr id="5643" name="Google Shape;5643;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44" name="Google Shape;5644;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45" name="Google Shape;5645;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646" name="Google Shape;5646;p59"/>
          <p:cNvGrpSpPr/>
          <p:nvPr/>
        </p:nvGrpSpPr>
        <p:grpSpPr>
          <a:xfrm>
            <a:off x="3807203" y="3498108"/>
            <a:ext cx="313273" cy="74585"/>
            <a:chOff x="3655625" y="914400"/>
            <a:chExt cx="2743200" cy="690600"/>
          </a:xfrm>
        </p:grpSpPr>
        <p:sp>
          <p:nvSpPr>
            <p:cNvPr id="5647" name="Google Shape;5647;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48" name="Google Shape;5648;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49" name="Google Shape;5649;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650" name="Google Shape;5650;p59"/>
          <p:cNvCxnSpPr>
            <a:stCxn id="5624" idx="0"/>
          </p:cNvCxnSpPr>
          <p:nvPr/>
        </p:nvCxnSpPr>
        <p:spPr>
          <a:xfrm rot="10800000">
            <a:off x="3049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651" name="Google Shape;5651;p59"/>
          <p:cNvCxnSpPr>
            <a:stCxn id="5624" idx="0"/>
            <a:endCxn id="5643" idx="2"/>
          </p:cNvCxnSpPr>
          <p:nvPr/>
        </p:nvCxnSpPr>
        <p:spPr>
          <a:xfrm flipH="1" rot="10800000">
            <a:off x="3049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652" name="Google Shape;5652;p59"/>
          <p:cNvCxnSpPr>
            <a:stCxn id="5624" idx="0"/>
            <a:endCxn id="5647" idx="2"/>
          </p:cNvCxnSpPr>
          <p:nvPr/>
        </p:nvCxnSpPr>
        <p:spPr>
          <a:xfrm flipH="1" rot="10800000">
            <a:off x="3049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653" name="Google Shape;5653;p59"/>
          <p:cNvCxnSpPr>
            <a:stCxn id="5629" idx="0"/>
            <a:endCxn id="5643" idx="2"/>
          </p:cNvCxnSpPr>
          <p:nvPr/>
        </p:nvCxnSpPr>
        <p:spPr>
          <a:xfrm rot="10800000">
            <a:off x="3506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654" name="Google Shape;5654;p59"/>
          <p:cNvCxnSpPr>
            <a:stCxn id="5634" idx="0"/>
            <a:endCxn id="5647" idx="2"/>
          </p:cNvCxnSpPr>
          <p:nvPr/>
        </p:nvCxnSpPr>
        <p:spPr>
          <a:xfrm rot="10800000">
            <a:off x="3963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655" name="Google Shape;5655;p59"/>
          <p:cNvCxnSpPr>
            <a:stCxn id="5629" idx="0"/>
            <a:endCxn id="5647" idx="2"/>
          </p:cNvCxnSpPr>
          <p:nvPr/>
        </p:nvCxnSpPr>
        <p:spPr>
          <a:xfrm flipH="1" rot="10800000">
            <a:off x="3506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5656" name="Google Shape;5656;p59"/>
          <p:cNvGrpSpPr/>
          <p:nvPr/>
        </p:nvGrpSpPr>
        <p:grpSpPr>
          <a:xfrm rot="-5400000">
            <a:off x="3724796" y="2328825"/>
            <a:ext cx="109798" cy="26302"/>
            <a:chOff x="4885225" y="945750"/>
            <a:chExt cx="311926" cy="74700"/>
          </a:xfrm>
        </p:grpSpPr>
        <p:sp>
          <p:nvSpPr>
            <p:cNvPr id="5657" name="Google Shape;5657;p59"/>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58" name="Google Shape;5658;p59"/>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59" name="Google Shape;5659;p59"/>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660" name="Google Shape;5660;p59"/>
          <p:cNvSpPr/>
          <p:nvPr/>
        </p:nvSpPr>
        <p:spPr>
          <a:xfrm>
            <a:off x="2816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5661" name="Google Shape;5661;p59"/>
          <p:cNvSpPr/>
          <p:nvPr/>
        </p:nvSpPr>
        <p:spPr>
          <a:xfrm>
            <a:off x="2856872" y="1204438"/>
            <a:ext cx="1798200" cy="46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5662" name="Google Shape;5662;p59"/>
          <p:cNvSpPr/>
          <p:nvPr/>
        </p:nvSpPr>
        <p:spPr>
          <a:xfrm>
            <a:off x="2870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5663" name="Google Shape;5663;p59"/>
          <p:cNvSpPr/>
          <p:nvPr/>
        </p:nvSpPr>
        <p:spPr>
          <a:xfrm>
            <a:off x="2856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5664" name="Google Shape;5664;p59"/>
          <p:cNvGrpSpPr/>
          <p:nvPr/>
        </p:nvGrpSpPr>
        <p:grpSpPr>
          <a:xfrm>
            <a:off x="2892678" y="1380708"/>
            <a:ext cx="313273" cy="74585"/>
            <a:chOff x="3655625" y="914400"/>
            <a:chExt cx="2743200" cy="690600"/>
          </a:xfrm>
        </p:grpSpPr>
        <p:sp>
          <p:nvSpPr>
            <p:cNvPr id="5665" name="Google Shape;5665;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66" name="Google Shape;5666;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67" name="Google Shape;5667;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668" name="Google Shape;5668;p59"/>
          <p:cNvGrpSpPr/>
          <p:nvPr/>
        </p:nvGrpSpPr>
        <p:grpSpPr>
          <a:xfrm>
            <a:off x="3349878" y="1373704"/>
            <a:ext cx="313273" cy="74585"/>
            <a:chOff x="3655625" y="914400"/>
            <a:chExt cx="2743200" cy="690600"/>
          </a:xfrm>
        </p:grpSpPr>
        <p:sp>
          <p:nvSpPr>
            <p:cNvPr id="5669" name="Google Shape;5669;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70" name="Google Shape;5670;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71" name="Google Shape;5671;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672" name="Google Shape;5672;p59"/>
          <p:cNvGrpSpPr/>
          <p:nvPr/>
        </p:nvGrpSpPr>
        <p:grpSpPr>
          <a:xfrm>
            <a:off x="3807078" y="1373704"/>
            <a:ext cx="313273" cy="74585"/>
            <a:chOff x="3655625" y="914400"/>
            <a:chExt cx="2743200" cy="690600"/>
          </a:xfrm>
        </p:grpSpPr>
        <p:sp>
          <p:nvSpPr>
            <p:cNvPr id="5673" name="Google Shape;5673;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74" name="Google Shape;5674;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75" name="Google Shape;5675;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676" name="Google Shape;5676;p59"/>
          <p:cNvGrpSpPr/>
          <p:nvPr/>
        </p:nvGrpSpPr>
        <p:grpSpPr>
          <a:xfrm>
            <a:off x="395215" y="1858996"/>
            <a:ext cx="313273" cy="74585"/>
            <a:chOff x="3655625" y="914400"/>
            <a:chExt cx="2743200" cy="690600"/>
          </a:xfrm>
        </p:grpSpPr>
        <p:sp>
          <p:nvSpPr>
            <p:cNvPr id="5677" name="Google Shape;5677;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78" name="Google Shape;5678;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79" name="Google Shape;5679;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680" name="Google Shape;5680;p59"/>
          <p:cNvGrpSpPr/>
          <p:nvPr/>
        </p:nvGrpSpPr>
        <p:grpSpPr>
          <a:xfrm>
            <a:off x="852415" y="1858996"/>
            <a:ext cx="313273" cy="74585"/>
            <a:chOff x="3655625" y="914400"/>
            <a:chExt cx="2743200" cy="690600"/>
          </a:xfrm>
        </p:grpSpPr>
        <p:sp>
          <p:nvSpPr>
            <p:cNvPr id="5681" name="Google Shape;5681;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82" name="Google Shape;5682;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83" name="Google Shape;5683;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684" name="Google Shape;5684;p59"/>
          <p:cNvGrpSpPr/>
          <p:nvPr/>
        </p:nvGrpSpPr>
        <p:grpSpPr>
          <a:xfrm>
            <a:off x="1309615" y="1858996"/>
            <a:ext cx="313273" cy="74585"/>
            <a:chOff x="3655625" y="914400"/>
            <a:chExt cx="2743200" cy="690600"/>
          </a:xfrm>
        </p:grpSpPr>
        <p:sp>
          <p:nvSpPr>
            <p:cNvPr id="5685" name="Google Shape;5685;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86" name="Google Shape;5686;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687" name="Google Shape;5687;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688" name="Google Shape;5688;p59"/>
          <p:cNvCxnSpPr>
            <a:stCxn id="5681" idx="0"/>
          </p:cNvCxnSpPr>
          <p:nvPr/>
        </p:nvCxnSpPr>
        <p:spPr>
          <a:xfrm rot="10800000">
            <a:off x="1009052" y="1686196"/>
            <a:ext cx="0" cy="172800"/>
          </a:xfrm>
          <a:prstGeom prst="straightConnector1">
            <a:avLst/>
          </a:prstGeom>
          <a:noFill/>
          <a:ln cap="flat" cmpd="sng" w="9525">
            <a:solidFill>
              <a:schemeClr val="dk2"/>
            </a:solidFill>
            <a:prstDash val="solid"/>
            <a:round/>
            <a:headEnd len="med" w="med" type="none"/>
            <a:tailEnd len="med" w="med" type="none"/>
          </a:ln>
        </p:spPr>
      </p:cxnSp>
      <p:cxnSp>
        <p:nvCxnSpPr>
          <p:cNvPr id="5689" name="Google Shape;5689;p59"/>
          <p:cNvCxnSpPr>
            <a:stCxn id="5685" idx="0"/>
          </p:cNvCxnSpPr>
          <p:nvPr/>
        </p:nvCxnSpPr>
        <p:spPr>
          <a:xfrm rot="10800000">
            <a:off x="1466252" y="1687696"/>
            <a:ext cx="0" cy="171300"/>
          </a:xfrm>
          <a:prstGeom prst="straightConnector1">
            <a:avLst/>
          </a:prstGeom>
          <a:noFill/>
          <a:ln cap="flat" cmpd="sng" w="9525">
            <a:solidFill>
              <a:schemeClr val="dk2"/>
            </a:solidFill>
            <a:prstDash val="solid"/>
            <a:round/>
            <a:headEnd len="med" w="med" type="none"/>
            <a:tailEnd len="med" w="med" type="none"/>
          </a:ln>
        </p:spPr>
      </p:cxnSp>
      <p:cxnSp>
        <p:nvCxnSpPr>
          <p:cNvPr id="5690" name="Google Shape;5690;p59"/>
          <p:cNvCxnSpPr>
            <a:stCxn id="5665" idx="0"/>
            <a:endCxn id="5677" idx="0"/>
          </p:cNvCxnSpPr>
          <p:nvPr/>
        </p:nvCxnSpPr>
        <p:spPr>
          <a:xfrm rot="5400000">
            <a:off x="1561465" y="371058"/>
            <a:ext cx="478200" cy="2497500"/>
          </a:xfrm>
          <a:prstGeom prst="bentConnector3">
            <a:avLst>
              <a:gd fmla="val -33802" name="adj1"/>
            </a:avLst>
          </a:prstGeom>
          <a:noFill/>
          <a:ln cap="flat" cmpd="sng" w="9525">
            <a:solidFill>
              <a:schemeClr val="dk2"/>
            </a:solidFill>
            <a:prstDash val="solid"/>
            <a:round/>
            <a:headEnd len="med" w="med" type="none"/>
            <a:tailEnd len="med" w="med" type="none"/>
          </a:ln>
        </p:spPr>
      </p:cxnSp>
      <p:cxnSp>
        <p:nvCxnSpPr>
          <p:cNvPr id="5691" name="Google Shape;5691;p59"/>
          <p:cNvCxnSpPr>
            <a:stCxn id="5669" idx="0"/>
            <a:endCxn id="5677" idx="0"/>
          </p:cNvCxnSpPr>
          <p:nvPr/>
        </p:nvCxnSpPr>
        <p:spPr>
          <a:xfrm rot="5400000">
            <a:off x="1786465" y="139054"/>
            <a:ext cx="485400" cy="2954700"/>
          </a:xfrm>
          <a:prstGeom prst="bentConnector3">
            <a:avLst>
              <a:gd fmla="val -25902" name="adj1"/>
            </a:avLst>
          </a:prstGeom>
          <a:noFill/>
          <a:ln cap="flat" cmpd="sng" w="9525">
            <a:solidFill>
              <a:schemeClr val="dk2"/>
            </a:solidFill>
            <a:prstDash val="solid"/>
            <a:round/>
            <a:headEnd len="med" w="med" type="none"/>
            <a:tailEnd len="med" w="med" type="none"/>
          </a:ln>
        </p:spPr>
      </p:cxnSp>
      <p:cxnSp>
        <p:nvCxnSpPr>
          <p:cNvPr id="5692" name="Google Shape;5692;p59"/>
          <p:cNvCxnSpPr>
            <a:stCxn id="5673" idx="0"/>
            <a:endCxn id="5677" idx="0"/>
          </p:cNvCxnSpPr>
          <p:nvPr/>
        </p:nvCxnSpPr>
        <p:spPr>
          <a:xfrm rot="5400000">
            <a:off x="2015065" y="-89546"/>
            <a:ext cx="485400" cy="3411900"/>
          </a:xfrm>
          <a:prstGeom prst="bentConnector3">
            <a:avLst>
              <a:gd fmla="val -18009" name="adj1"/>
            </a:avLst>
          </a:prstGeom>
          <a:noFill/>
          <a:ln cap="flat" cmpd="sng" w="9525">
            <a:solidFill>
              <a:schemeClr val="dk2"/>
            </a:solidFill>
            <a:prstDash val="solid"/>
            <a:round/>
            <a:headEnd len="med" w="med" type="none"/>
            <a:tailEnd len="med" w="med" type="none"/>
          </a:ln>
        </p:spPr>
      </p:cxnSp>
      <p:cxnSp>
        <p:nvCxnSpPr>
          <p:cNvPr id="5693" name="Google Shape;5693;p59"/>
          <p:cNvCxnSpPr>
            <a:stCxn id="5681" idx="0"/>
          </p:cNvCxnSpPr>
          <p:nvPr/>
        </p:nvCxnSpPr>
        <p:spPr>
          <a:xfrm rot="10800000">
            <a:off x="1009052" y="1218196"/>
            <a:ext cx="0" cy="640800"/>
          </a:xfrm>
          <a:prstGeom prst="straightConnector1">
            <a:avLst/>
          </a:prstGeom>
          <a:noFill/>
          <a:ln cap="flat" cmpd="sng" w="9525">
            <a:solidFill>
              <a:schemeClr val="dk2"/>
            </a:solidFill>
            <a:prstDash val="solid"/>
            <a:round/>
            <a:headEnd len="med" w="med" type="none"/>
            <a:tailEnd len="med" w="med" type="none"/>
          </a:ln>
        </p:spPr>
      </p:cxnSp>
      <p:cxnSp>
        <p:nvCxnSpPr>
          <p:cNvPr id="5694" name="Google Shape;5694;p59"/>
          <p:cNvCxnSpPr>
            <a:stCxn id="5685" idx="0"/>
          </p:cNvCxnSpPr>
          <p:nvPr/>
        </p:nvCxnSpPr>
        <p:spPr>
          <a:xfrm rot="10800000">
            <a:off x="1466252" y="1221796"/>
            <a:ext cx="0" cy="637200"/>
          </a:xfrm>
          <a:prstGeom prst="straightConnector1">
            <a:avLst/>
          </a:prstGeom>
          <a:noFill/>
          <a:ln cap="flat" cmpd="sng" w="9525">
            <a:solidFill>
              <a:schemeClr val="dk2"/>
            </a:solidFill>
            <a:prstDash val="solid"/>
            <a:round/>
            <a:headEnd len="med" w="med" type="none"/>
            <a:tailEnd len="med" w="med" type="none"/>
          </a:ln>
        </p:spPr>
      </p:cxnSp>
      <p:grpSp>
        <p:nvGrpSpPr>
          <p:cNvPr id="5695" name="Google Shape;5695;p59"/>
          <p:cNvGrpSpPr/>
          <p:nvPr/>
        </p:nvGrpSpPr>
        <p:grpSpPr>
          <a:xfrm rot="-5400000">
            <a:off x="330381" y="2771949"/>
            <a:ext cx="109798" cy="26302"/>
            <a:chOff x="4885225" y="945750"/>
            <a:chExt cx="311926" cy="74700"/>
          </a:xfrm>
        </p:grpSpPr>
        <p:sp>
          <p:nvSpPr>
            <p:cNvPr id="5696" name="Google Shape;5696;p59"/>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97" name="Google Shape;5697;p59"/>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98" name="Google Shape;5698;p59"/>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5699" name="Google Shape;5699;p59"/>
          <p:cNvGrpSpPr/>
          <p:nvPr/>
        </p:nvGrpSpPr>
        <p:grpSpPr>
          <a:xfrm>
            <a:off x="2896103" y="722118"/>
            <a:ext cx="313273" cy="74585"/>
            <a:chOff x="3655625" y="914400"/>
            <a:chExt cx="2743200" cy="690600"/>
          </a:xfrm>
        </p:grpSpPr>
        <p:sp>
          <p:nvSpPr>
            <p:cNvPr id="5700" name="Google Shape;5700;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01" name="Google Shape;5701;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02" name="Google Shape;5702;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703" name="Google Shape;5703;p59"/>
          <p:cNvGrpSpPr/>
          <p:nvPr/>
        </p:nvGrpSpPr>
        <p:grpSpPr>
          <a:xfrm>
            <a:off x="3353303" y="722118"/>
            <a:ext cx="313273" cy="74585"/>
            <a:chOff x="3655625" y="914400"/>
            <a:chExt cx="2743200" cy="690600"/>
          </a:xfrm>
        </p:grpSpPr>
        <p:sp>
          <p:nvSpPr>
            <p:cNvPr id="5704" name="Google Shape;5704;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05" name="Google Shape;5705;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06" name="Google Shape;5706;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707" name="Google Shape;5707;p59"/>
          <p:cNvGrpSpPr/>
          <p:nvPr/>
        </p:nvGrpSpPr>
        <p:grpSpPr>
          <a:xfrm>
            <a:off x="3810503" y="722118"/>
            <a:ext cx="313273" cy="74585"/>
            <a:chOff x="3655625" y="914400"/>
            <a:chExt cx="2743200" cy="690600"/>
          </a:xfrm>
        </p:grpSpPr>
        <p:sp>
          <p:nvSpPr>
            <p:cNvPr id="5708" name="Google Shape;5708;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09" name="Google Shape;5709;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10" name="Google Shape;5710;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711" name="Google Shape;5711;p59"/>
          <p:cNvSpPr txBox="1"/>
          <p:nvPr/>
        </p:nvSpPr>
        <p:spPr>
          <a:xfrm>
            <a:off x="2814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5712" name="Google Shape;5712;p59"/>
          <p:cNvSpPr txBox="1"/>
          <p:nvPr/>
        </p:nvSpPr>
        <p:spPr>
          <a:xfrm>
            <a:off x="3339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5713" name="Google Shape;5713;p59"/>
          <p:cNvSpPr txBox="1"/>
          <p:nvPr/>
        </p:nvSpPr>
        <p:spPr>
          <a:xfrm>
            <a:off x="3754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5714" name="Google Shape;5714;p59"/>
          <p:cNvGrpSpPr/>
          <p:nvPr/>
        </p:nvGrpSpPr>
        <p:grpSpPr>
          <a:xfrm>
            <a:off x="4264403" y="3955308"/>
            <a:ext cx="313273" cy="74585"/>
            <a:chOff x="3655625" y="914400"/>
            <a:chExt cx="2743200" cy="690600"/>
          </a:xfrm>
        </p:grpSpPr>
        <p:sp>
          <p:nvSpPr>
            <p:cNvPr id="5715" name="Google Shape;5715;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16" name="Google Shape;5716;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17" name="Google Shape;5717;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718" name="Google Shape;5718;p59"/>
          <p:cNvGrpSpPr/>
          <p:nvPr/>
        </p:nvGrpSpPr>
        <p:grpSpPr>
          <a:xfrm>
            <a:off x="4264403" y="3498108"/>
            <a:ext cx="313273" cy="74585"/>
            <a:chOff x="3655625" y="914400"/>
            <a:chExt cx="2743200" cy="690600"/>
          </a:xfrm>
        </p:grpSpPr>
        <p:sp>
          <p:nvSpPr>
            <p:cNvPr id="5719" name="Google Shape;5719;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20" name="Google Shape;5720;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21" name="Google Shape;5721;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722" name="Google Shape;5722;p59"/>
          <p:cNvCxnSpPr>
            <a:stCxn id="5624" idx="0"/>
            <a:endCxn id="5719" idx="2"/>
          </p:cNvCxnSpPr>
          <p:nvPr/>
        </p:nvCxnSpPr>
        <p:spPr>
          <a:xfrm flipH="1" rot="10800000">
            <a:off x="3049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723" name="Google Shape;5723;p59"/>
          <p:cNvCxnSpPr>
            <a:stCxn id="5629" idx="0"/>
            <a:endCxn id="5719" idx="2"/>
          </p:cNvCxnSpPr>
          <p:nvPr/>
        </p:nvCxnSpPr>
        <p:spPr>
          <a:xfrm flipH="1" rot="10800000">
            <a:off x="3506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724" name="Google Shape;5724;p59"/>
          <p:cNvCxnSpPr>
            <a:stCxn id="5634" idx="0"/>
            <a:endCxn id="5719" idx="2"/>
          </p:cNvCxnSpPr>
          <p:nvPr/>
        </p:nvCxnSpPr>
        <p:spPr>
          <a:xfrm flipH="1" rot="10800000">
            <a:off x="3963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725" name="Google Shape;5725;p59"/>
          <p:cNvCxnSpPr>
            <a:stCxn id="5715" idx="0"/>
            <a:endCxn id="5719" idx="2"/>
          </p:cNvCxnSpPr>
          <p:nvPr/>
        </p:nvCxnSpPr>
        <p:spPr>
          <a:xfrm rot="10800000">
            <a:off x="4421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5726" name="Google Shape;5726;p59"/>
          <p:cNvSpPr/>
          <p:nvPr/>
        </p:nvSpPr>
        <p:spPr>
          <a:xfrm>
            <a:off x="2839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5727" name="Google Shape;5727;p59"/>
          <p:cNvGrpSpPr/>
          <p:nvPr/>
        </p:nvGrpSpPr>
        <p:grpSpPr>
          <a:xfrm>
            <a:off x="2896103" y="2801514"/>
            <a:ext cx="313273" cy="74585"/>
            <a:chOff x="3655625" y="914400"/>
            <a:chExt cx="2743200" cy="690600"/>
          </a:xfrm>
        </p:grpSpPr>
        <p:sp>
          <p:nvSpPr>
            <p:cNvPr id="5728" name="Google Shape;5728;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29" name="Google Shape;5729;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30" name="Google Shape;5730;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731" name="Google Shape;5731;p59"/>
          <p:cNvGrpSpPr/>
          <p:nvPr/>
        </p:nvGrpSpPr>
        <p:grpSpPr>
          <a:xfrm>
            <a:off x="3353303" y="2801514"/>
            <a:ext cx="313273" cy="74585"/>
            <a:chOff x="3655625" y="914400"/>
            <a:chExt cx="2743200" cy="690600"/>
          </a:xfrm>
        </p:grpSpPr>
        <p:sp>
          <p:nvSpPr>
            <p:cNvPr id="5732" name="Google Shape;5732;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33" name="Google Shape;5733;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34" name="Google Shape;5734;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735" name="Google Shape;5735;p59"/>
          <p:cNvGrpSpPr/>
          <p:nvPr/>
        </p:nvGrpSpPr>
        <p:grpSpPr>
          <a:xfrm>
            <a:off x="3810503" y="2801514"/>
            <a:ext cx="313273" cy="74585"/>
            <a:chOff x="3655625" y="914400"/>
            <a:chExt cx="2743200" cy="690600"/>
          </a:xfrm>
        </p:grpSpPr>
        <p:sp>
          <p:nvSpPr>
            <p:cNvPr id="5736" name="Google Shape;5736;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37" name="Google Shape;5737;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38" name="Google Shape;5738;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739" name="Google Shape;5739;p59"/>
          <p:cNvGrpSpPr/>
          <p:nvPr/>
        </p:nvGrpSpPr>
        <p:grpSpPr>
          <a:xfrm>
            <a:off x="2896103" y="2580063"/>
            <a:ext cx="313273" cy="74585"/>
            <a:chOff x="3655625" y="914400"/>
            <a:chExt cx="2743200" cy="690600"/>
          </a:xfrm>
        </p:grpSpPr>
        <p:sp>
          <p:nvSpPr>
            <p:cNvPr id="5740" name="Google Shape;5740;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41" name="Google Shape;5741;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42" name="Google Shape;5742;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743" name="Google Shape;5743;p59"/>
          <p:cNvGrpSpPr/>
          <p:nvPr/>
        </p:nvGrpSpPr>
        <p:grpSpPr>
          <a:xfrm>
            <a:off x="3353303" y="2580063"/>
            <a:ext cx="313273" cy="74585"/>
            <a:chOff x="3655625" y="914400"/>
            <a:chExt cx="2743200" cy="690600"/>
          </a:xfrm>
        </p:grpSpPr>
        <p:sp>
          <p:nvSpPr>
            <p:cNvPr id="5744" name="Google Shape;5744;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45" name="Google Shape;5745;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46" name="Google Shape;5746;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747" name="Google Shape;5747;p59"/>
          <p:cNvGrpSpPr/>
          <p:nvPr/>
        </p:nvGrpSpPr>
        <p:grpSpPr>
          <a:xfrm>
            <a:off x="3810503" y="2580063"/>
            <a:ext cx="313273" cy="74585"/>
            <a:chOff x="3655625" y="914400"/>
            <a:chExt cx="2743200" cy="690600"/>
          </a:xfrm>
        </p:grpSpPr>
        <p:sp>
          <p:nvSpPr>
            <p:cNvPr id="5748" name="Google Shape;5748;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49" name="Google Shape;5749;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50" name="Google Shape;5750;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751" name="Google Shape;5751;p59"/>
          <p:cNvCxnSpPr>
            <a:stCxn id="5728" idx="0"/>
            <a:endCxn id="5740" idx="2"/>
          </p:cNvCxnSpPr>
          <p:nvPr/>
        </p:nvCxnSpPr>
        <p:spPr>
          <a:xfrm rot="10800000">
            <a:off x="3052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752" name="Google Shape;5752;p59"/>
          <p:cNvCxnSpPr>
            <a:stCxn id="5736" idx="0"/>
            <a:endCxn id="5748" idx="2"/>
          </p:cNvCxnSpPr>
          <p:nvPr/>
        </p:nvCxnSpPr>
        <p:spPr>
          <a:xfrm rot="10800000">
            <a:off x="3967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753" name="Google Shape;5753;p59"/>
          <p:cNvCxnSpPr>
            <a:stCxn id="5732" idx="0"/>
            <a:endCxn id="5744" idx="2"/>
          </p:cNvCxnSpPr>
          <p:nvPr/>
        </p:nvCxnSpPr>
        <p:spPr>
          <a:xfrm rot="10800000">
            <a:off x="3509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754" name="Google Shape;5754;p59"/>
          <p:cNvGrpSpPr/>
          <p:nvPr/>
        </p:nvGrpSpPr>
        <p:grpSpPr>
          <a:xfrm>
            <a:off x="4267703" y="2804397"/>
            <a:ext cx="313273" cy="74585"/>
            <a:chOff x="3655625" y="914400"/>
            <a:chExt cx="2743200" cy="690600"/>
          </a:xfrm>
        </p:grpSpPr>
        <p:sp>
          <p:nvSpPr>
            <p:cNvPr id="5755" name="Google Shape;5755;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56" name="Google Shape;5756;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57" name="Google Shape;5757;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758" name="Google Shape;5758;p59"/>
          <p:cNvGrpSpPr/>
          <p:nvPr/>
        </p:nvGrpSpPr>
        <p:grpSpPr>
          <a:xfrm>
            <a:off x="4267703" y="2576499"/>
            <a:ext cx="313273" cy="74585"/>
            <a:chOff x="3655625" y="914400"/>
            <a:chExt cx="2743200" cy="690600"/>
          </a:xfrm>
        </p:grpSpPr>
        <p:sp>
          <p:nvSpPr>
            <p:cNvPr id="5759" name="Google Shape;5759;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60" name="Google Shape;5760;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61" name="Google Shape;5761;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762" name="Google Shape;5762;p59"/>
          <p:cNvCxnSpPr>
            <a:stCxn id="5755" idx="0"/>
            <a:endCxn id="5759" idx="2"/>
          </p:cNvCxnSpPr>
          <p:nvPr/>
        </p:nvCxnSpPr>
        <p:spPr>
          <a:xfrm rot="10800000">
            <a:off x="4424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5763" name="Google Shape;5763;p59"/>
          <p:cNvSpPr txBox="1"/>
          <p:nvPr/>
        </p:nvSpPr>
        <p:spPr>
          <a:xfrm>
            <a:off x="2753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5764" name="Google Shape;5764;p59"/>
          <p:cNvGrpSpPr/>
          <p:nvPr/>
        </p:nvGrpSpPr>
        <p:grpSpPr>
          <a:xfrm>
            <a:off x="4264266" y="722118"/>
            <a:ext cx="313273" cy="74585"/>
            <a:chOff x="3655625" y="914400"/>
            <a:chExt cx="2743200" cy="690600"/>
          </a:xfrm>
        </p:grpSpPr>
        <p:sp>
          <p:nvSpPr>
            <p:cNvPr id="5765" name="Google Shape;5765;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66" name="Google Shape;5766;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67" name="Google Shape;5767;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768" name="Google Shape;5768;p59"/>
          <p:cNvSpPr txBox="1"/>
          <p:nvPr/>
        </p:nvSpPr>
        <p:spPr>
          <a:xfrm>
            <a:off x="4179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5769" name="Google Shape;5769;p59"/>
          <p:cNvGrpSpPr/>
          <p:nvPr/>
        </p:nvGrpSpPr>
        <p:grpSpPr>
          <a:xfrm>
            <a:off x="4264278" y="1373704"/>
            <a:ext cx="313273" cy="74585"/>
            <a:chOff x="3655625" y="914400"/>
            <a:chExt cx="2743200" cy="690600"/>
          </a:xfrm>
        </p:grpSpPr>
        <p:sp>
          <p:nvSpPr>
            <p:cNvPr id="5770" name="Google Shape;5770;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71" name="Google Shape;5771;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72" name="Google Shape;5772;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773" name="Google Shape;5773;p59"/>
          <p:cNvCxnSpPr>
            <a:stCxn id="5770" idx="0"/>
            <a:endCxn id="5677" idx="0"/>
          </p:cNvCxnSpPr>
          <p:nvPr/>
        </p:nvCxnSpPr>
        <p:spPr>
          <a:xfrm rot="5400000">
            <a:off x="2243665" y="-318146"/>
            <a:ext cx="485400" cy="3869100"/>
          </a:xfrm>
          <a:prstGeom prst="bentConnector3">
            <a:avLst>
              <a:gd fmla="val -11875" name="adj1"/>
            </a:avLst>
          </a:prstGeom>
          <a:noFill/>
          <a:ln cap="flat" cmpd="sng" w="9525">
            <a:solidFill>
              <a:schemeClr val="dk2"/>
            </a:solidFill>
            <a:prstDash val="solid"/>
            <a:round/>
            <a:headEnd len="med" w="med" type="none"/>
            <a:tailEnd len="med" w="med" type="none"/>
          </a:ln>
        </p:spPr>
      </p:cxnSp>
      <p:sp>
        <p:nvSpPr>
          <p:cNvPr id="5774" name="Google Shape;5774;p59"/>
          <p:cNvSpPr/>
          <p:nvPr/>
        </p:nvSpPr>
        <p:spPr>
          <a:xfrm>
            <a:off x="2856897" y="3189900"/>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5775" name="Google Shape;5775;p59"/>
          <p:cNvGrpSpPr/>
          <p:nvPr/>
        </p:nvGrpSpPr>
        <p:grpSpPr>
          <a:xfrm>
            <a:off x="3363678" y="3253799"/>
            <a:ext cx="313273" cy="74585"/>
            <a:chOff x="3655625" y="914400"/>
            <a:chExt cx="2743200" cy="690600"/>
          </a:xfrm>
        </p:grpSpPr>
        <p:sp>
          <p:nvSpPr>
            <p:cNvPr id="5776" name="Google Shape;5776;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77" name="Google Shape;5777;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78" name="Google Shape;5778;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779" name="Google Shape;5779;p59"/>
          <p:cNvGrpSpPr/>
          <p:nvPr/>
        </p:nvGrpSpPr>
        <p:grpSpPr>
          <a:xfrm>
            <a:off x="3820878" y="3253799"/>
            <a:ext cx="313273" cy="74585"/>
            <a:chOff x="3655625" y="914400"/>
            <a:chExt cx="2743200" cy="690600"/>
          </a:xfrm>
        </p:grpSpPr>
        <p:sp>
          <p:nvSpPr>
            <p:cNvPr id="5780" name="Google Shape;5780;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81" name="Google Shape;5781;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82" name="Google Shape;5782;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783" name="Google Shape;5783;p59"/>
          <p:cNvGrpSpPr/>
          <p:nvPr/>
        </p:nvGrpSpPr>
        <p:grpSpPr>
          <a:xfrm>
            <a:off x="4278078" y="3253799"/>
            <a:ext cx="313273" cy="74585"/>
            <a:chOff x="3655625" y="914400"/>
            <a:chExt cx="2743200" cy="690600"/>
          </a:xfrm>
        </p:grpSpPr>
        <p:sp>
          <p:nvSpPr>
            <p:cNvPr id="5784" name="Google Shape;5784;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85" name="Google Shape;5785;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786" name="Google Shape;5786;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787" name="Google Shape;5787;p59"/>
          <p:cNvGrpSpPr/>
          <p:nvPr/>
        </p:nvGrpSpPr>
        <p:grpSpPr>
          <a:xfrm>
            <a:off x="2906478" y="3253799"/>
            <a:ext cx="313200" cy="74700"/>
            <a:chOff x="5335131" y="2757062"/>
            <a:chExt cx="313200" cy="74700"/>
          </a:xfrm>
        </p:grpSpPr>
        <p:sp>
          <p:nvSpPr>
            <p:cNvPr id="5788" name="Google Shape;5788;p59"/>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89" name="Google Shape;5789;p59"/>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5790" name="Google Shape;5790;p59"/>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cxnSp>
        <p:nvCxnSpPr>
          <p:cNvPr id="5791" name="Google Shape;5791;p59"/>
          <p:cNvCxnSpPr/>
          <p:nvPr/>
        </p:nvCxnSpPr>
        <p:spPr>
          <a:xfrm>
            <a:off x="5202125" y="-10475"/>
            <a:ext cx="0" cy="5181300"/>
          </a:xfrm>
          <a:prstGeom prst="straightConnector1">
            <a:avLst/>
          </a:prstGeom>
          <a:noFill/>
          <a:ln cap="flat" cmpd="sng" w="19050">
            <a:solidFill>
              <a:schemeClr val="dk2"/>
            </a:solidFill>
            <a:prstDash val="dash"/>
            <a:round/>
            <a:headEnd len="med" w="med" type="none"/>
            <a:tailEnd len="med" w="med" type="none"/>
          </a:ln>
        </p:spPr>
      </p:cxnSp>
      <p:sp>
        <p:nvSpPr>
          <p:cNvPr id="5792" name="Google Shape;5792;p59"/>
          <p:cNvSpPr/>
          <p:nvPr/>
        </p:nvSpPr>
        <p:spPr>
          <a:xfrm>
            <a:off x="5480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5793" name="Google Shape;5793;p59"/>
          <p:cNvSpPr txBox="1"/>
          <p:nvPr/>
        </p:nvSpPr>
        <p:spPr>
          <a:xfrm>
            <a:off x="6080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5794" name="Google Shape;5794;p59"/>
          <p:cNvSpPr txBox="1"/>
          <p:nvPr/>
        </p:nvSpPr>
        <p:spPr>
          <a:xfrm>
            <a:off x="6624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5795" name="Google Shape;5795;p59"/>
          <p:cNvSpPr txBox="1"/>
          <p:nvPr/>
        </p:nvSpPr>
        <p:spPr>
          <a:xfrm>
            <a:off x="6968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5796" name="Google Shape;5796;p59"/>
          <p:cNvSpPr/>
          <p:nvPr/>
        </p:nvSpPr>
        <p:spPr>
          <a:xfrm>
            <a:off x="5607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5797" name="Google Shape;5797;p59"/>
          <p:cNvSpPr/>
          <p:nvPr/>
        </p:nvSpPr>
        <p:spPr>
          <a:xfrm>
            <a:off x="5656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798" name="Google Shape;5798;p59"/>
          <p:cNvGrpSpPr/>
          <p:nvPr/>
        </p:nvGrpSpPr>
        <p:grpSpPr>
          <a:xfrm>
            <a:off x="7074056" y="3444952"/>
            <a:ext cx="313273" cy="74585"/>
            <a:chOff x="3655625" y="914400"/>
            <a:chExt cx="2743200" cy="690600"/>
          </a:xfrm>
        </p:grpSpPr>
        <p:sp>
          <p:nvSpPr>
            <p:cNvPr id="5799" name="Google Shape;5799;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00" name="Google Shape;5800;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01" name="Google Shape;5801;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802" name="Google Shape;5802;p59"/>
          <p:cNvSpPr txBox="1"/>
          <p:nvPr/>
        </p:nvSpPr>
        <p:spPr>
          <a:xfrm>
            <a:off x="7463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5803" name="Google Shape;5803;p59"/>
          <p:cNvGrpSpPr/>
          <p:nvPr/>
        </p:nvGrpSpPr>
        <p:grpSpPr>
          <a:xfrm>
            <a:off x="7531256" y="3444952"/>
            <a:ext cx="313273" cy="74585"/>
            <a:chOff x="3655625" y="914400"/>
            <a:chExt cx="2743200" cy="690600"/>
          </a:xfrm>
        </p:grpSpPr>
        <p:sp>
          <p:nvSpPr>
            <p:cNvPr id="5804" name="Google Shape;5804;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05" name="Google Shape;5805;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06" name="Google Shape;5806;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807" name="Google Shape;5807;p59"/>
          <p:cNvSpPr txBox="1"/>
          <p:nvPr/>
        </p:nvSpPr>
        <p:spPr>
          <a:xfrm>
            <a:off x="7967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5808" name="Google Shape;5808;p59"/>
          <p:cNvGrpSpPr/>
          <p:nvPr/>
        </p:nvGrpSpPr>
        <p:grpSpPr>
          <a:xfrm>
            <a:off x="7988456" y="3444952"/>
            <a:ext cx="313273" cy="74585"/>
            <a:chOff x="3655625" y="914400"/>
            <a:chExt cx="2743200" cy="690600"/>
          </a:xfrm>
        </p:grpSpPr>
        <p:sp>
          <p:nvSpPr>
            <p:cNvPr id="5809" name="Google Shape;5809;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10" name="Google Shape;5810;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11" name="Google Shape;5811;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812" name="Google Shape;5812;p59"/>
          <p:cNvSpPr txBox="1"/>
          <p:nvPr/>
        </p:nvSpPr>
        <p:spPr>
          <a:xfrm>
            <a:off x="8393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5813" name="Google Shape;5813;p59"/>
          <p:cNvGrpSpPr/>
          <p:nvPr/>
        </p:nvGrpSpPr>
        <p:grpSpPr>
          <a:xfrm>
            <a:off x="7074056" y="2987752"/>
            <a:ext cx="313273" cy="74585"/>
            <a:chOff x="3655625" y="914400"/>
            <a:chExt cx="2743200" cy="690600"/>
          </a:xfrm>
        </p:grpSpPr>
        <p:sp>
          <p:nvSpPr>
            <p:cNvPr id="5814" name="Google Shape;5814;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15" name="Google Shape;5815;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16" name="Google Shape;5816;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17" name="Google Shape;5817;p59"/>
          <p:cNvGrpSpPr/>
          <p:nvPr/>
        </p:nvGrpSpPr>
        <p:grpSpPr>
          <a:xfrm>
            <a:off x="7531256" y="2987752"/>
            <a:ext cx="313273" cy="74585"/>
            <a:chOff x="3655625" y="914400"/>
            <a:chExt cx="2743200" cy="690600"/>
          </a:xfrm>
        </p:grpSpPr>
        <p:sp>
          <p:nvSpPr>
            <p:cNvPr id="5818" name="Google Shape;5818;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19" name="Google Shape;5819;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20" name="Google Shape;5820;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21" name="Google Shape;5821;p59"/>
          <p:cNvGrpSpPr/>
          <p:nvPr/>
        </p:nvGrpSpPr>
        <p:grpSpPr>
          <a:xfrm>
            <a:off x="7988456" y="2987752"/>
            <a:ext cx="313273" cy="74585"/>
            <a:chOff x="3655625" y="914400"/>
            <a:chExt cx="2743200" cy="690600"/>
          </a:xfrm>
        </p:grpSpPr>
        <p:sp>
          <p:nvSpPr>
            <p:cNvPr id="5822" name="Google Shape;5822;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23" name="Google Shape;5823;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24" name="Google Shape;5824;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825" name="Google Shape;5825;p59"/>
          <p:cNvCxnSpPr>
            <a:stCxn id="5799" idx="0"/>
          </p:cNvCxnSpPr>
          <p:nvPr/>
        </p:nvCxnSpPr>
        <p:spPr>
          <a:xfrm rot="10800000">
            <a:off x="7230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826" name="Google Shape;5826;p59"/>
          <p:cNvCxnSpPr>
            <a:stCxn id="5799" idx="0"/>
            <a:endCxn id="5818" idx="2"/>
          </p:cNvCxnSpPr>
          <p:nvPr/>
        </p:nvCxnSpPr>
        <p:spPr>
          <a:xfrm flipH="1" rot="10800000">
            <a:off x="7230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827" name="Google Shape;5827;p59"/>
          <p:cNvCxnSpPr>
            <a:stCxn id="5799" idx="0"/>
            <a:endCxn id="5822" idx="2"/>
          </p:cNvCxnSpPr>
          <p:nvPr/>
        </p:nvCxnSpPr>
        <p:spPr>
          <a:xfrm flipH="1" rot="10800000">
            <a:off x="7230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828" name="Google Shape;5828;p59"/>
          <p:cNvCxnSpPr>
            <a:stCxn id="5804" idx="0"/>
            <a:endCxn id="5818" idx="2"/>
          </p:cNvCxnSpPr>
          <p:nvPr/>
        </p:nvCxnSpPr>
        <p:spPr>
          <a:xfrm rot="10800000">
            <a:off x="7687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829" name="Google Shape;5829;p59"/>
          <p:cNvCxnSpPr>
            <a:stCxn id="5809" idx="0"/>
            <a:endCxn id="5822" idx="2"/>
          </p:cNvCxnSpPr>
          <p:nvPr/>
        </p:nvCxnSpPr>
        <p:spPr>
          <a:xfrm rot="10800000">
            <a:off x="8145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830" name="Google Shape;5830;p59"/>
          <p:cNvCxnSpPr>
            <a:stCxn id="5804" idx="0"/>
            <a:endCxn id="5822" idx="2"/>
          </p:cNvCxnSpPr>
          <p:nvPr/>
        </p:nvCxnSpPr>
        <p:spPr>
          <a:xfrm flipH="1" rot="10800000">
            <a:off x="7687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5831" name="Google Shape;5831;p59"/>
          <p:cNvGrpSpPr/>
          <p:nvPr/>
        </p:nvGrpSpPr>
        <p:grpSpPr>
          <a:xfrm rot="-5400000">
            <a:off x="7179088" y="2142702"/>
            <a:ext cx="109798" cy="26302"/>
            <a:chOff x="4885225" y="945750"/>
            <a:chExt cx="311926" cy="74700"/>
          </a:xfrm>
        </p:grpSpPr>
        <p:sp>
          <p:nvSpPr>
            <p:cNvPr id="5832" name="Google Shape;5832;p59"/>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33" name="Google Shape;5833;p59"/>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34" name="Google Shape;5834;p59"/>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835" name="Google Shape;5835;p59"/>
          <p:cNvSpPr/>
          <p:nvPr/>
        </p:nvSpPr>
        <p:spPr>
          <a:xfrm>
            <a:off x="5607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5836" name="Google Shape;5836;p59"/>
          <p:cNvSpPr/>
          <p:nvPr/>
        </p:nvSpPr>
        <p:spPr>
          <a:xfrm>
            <a:off x="5655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5837" name="Google Shape;5837;p59"/>
          <p:cNvSpPr/>
          <p:nvPr/>
        </p:nvSpPr>
        <p:spPr>
          <a:xfrm>
            <a:off x="5656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5838" name="Google Shape;5838;p59"/>
          <p:cNvSpPr/>
          <p:nvPr/>
        </p:nvSpPr>
        <p:spPr>
          <a:xfrm>
            <a:off x="5656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5839" name="Google Shape;5839;p59"/>
          <p:cNvGrpSpPr/>
          <p:nvPr/>
        </p:nvGrpSpPr>
        <p:grpSpPr>
          <a:xfrm>
            <a:off x="7077356" y="2758466"/>
            <a:ext cx="313273" cy="74585"/>
            <a:chOff x="3655625" y="914400"/>
            <a:chExt cx="2743200" cy="690600"/>
          </a:xfrm>
        </p:grpSpPr>
        <p:sp>
          <p:nvSpPr>
            <p:cNvPr id="5840" name="Google Shape;5840;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41" name="Google Shape;5841;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42" name="Google Shape;5842;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43" name="Google Shape;5843;p59"/>
          <p:cNvGrpSpPr/>
          <p:nvPr/>
        </p:nvGrpSpPr>
        <p:grpSpPr>
          <a:xfrm>
            <a:off x="7534556" y="2758466"/>
            <a:ext cx="313273" cy="74585"/>
            <a:chOff x="3655625" y="914400"/>
            <a:chExt cx="2743200" cy="690600"/>
          </a:xfrm>
        </p:grpSpPr>
        <p:sp>
          <p:nvSpPr>
            <p:cNvPr id="5844" name="Google Shape;5844;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45" name="Google Shape;5845;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46" name="Google Shape;5846;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47" name="Google Shape;5847;p59"/>
          <p:cNvGrpSpPr/>
          <p:nvPr/>
        </p:nvGrpSpPr>
        <p:grpSpPr>
          <a:xfrm>
            <a:off x="7991756" y="2758466"/>
            <a:ext cx="313273" cy="74585"/>
            <a:chOff x="3655625" y="914400"/>
            <a:chExt cx="2743200" cy="690600"/>
          </a:xfrm>
        </p:grpSpPr>
        <p:sp>
          <p:nvSpPr>
            <p:cNvPr id="5848" name="Google Shape;5848;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49" name="Google Shape;5849;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50" name="Google Shape;5850;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51" name="Google Shape;5851;p59"/>
          <p:cNvGrpSpPr/>
          <p:nvPr/>
        </p:nvGrpSpPr>
        <p:grpSpPr>
          <a:xfrm>
            <a:off x="7077356" y="2537014"/>
            <a:ext cx="313273" cy="74585"/>
            <a:chOff x="3655625" y="914400"/>
            <a:chExt cx="2743200" cy="690600"/>
          </a:xfrm>
        </p:grpSpPr>
        <p:sp>
          <p:nvSpPr>
            <p:cNvPr id="5852" name="Google Shape;5852;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53" name="Google Shape;5853;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54" name="Google Shape;5854;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55" name="Google Shape;5855;p59"/>
          <p:cNvGrpSpPr/>
          <p:nvPr/>
        </p:nvGrpSpPr>
        <p:grpSpPr>
          <a:xfrm>
            <a:off x="7534556" y="2537014"/>
            <a:ext cx="313273" cy="74585"/>
            <a:chOff x="3655625" y="914400"/>
            <a:chExt cx="2743200" cy="690600"/>
          </a:xfrm>
        </p:grpSpPr>
        <p:sp>
          <p:nvSpPr>
            <p:cNvPr id="5856" name="Google Shape;5856;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57" name="Google Shape;5857;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58" name="Google Shape;5858;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59" name="Google Shape;5859;p59"/>
          <p:cNvGrpSpPr/>
          <p:nvPr/>
        </p:nvGrpSpPr>
        <p:grpSpPr>
          <a:xfrm>
            <a:off x="7991756" y="2537014"/>
            <a:ext cx="313273" cy="74585"/>
            <a:chOff x="3655625" y="914400"/>
            <a:chExt cx="2743200" cy="690600"/>
          </a:xfrm>
        </p:grpSpPr>
        <p:sp>
          <p:nvSpPr>
            <p:cNvPr id="5860" name="Google Shape;5860;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61" name="Google Shape;5861;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62" name="Google Shape;5862;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863" name="Google Shape;5863;p59"/>
          <p:cNvCxnSpPr>
            <a:stCxn id="5840" idx="0"/>
            <a:endCxn id="5852" idx="2"/>
          </p:cNvCxnSpPr>
          <p:nvPr/>
        </p:nvCxnSpPr>
        <p:spPr>
          <a:xfrm rot="10800000">
            <a:off x="7233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864" name="Google Shape;5864;p59"/>
          <p:cNvCxnSpPr>
            <a:stCxn id="5848" idx="0"/>
            <a:endCxn id="5860" idx="2"/>
          </p:cNvCxnSpPr>
          <p:nvPr/>
        </p:nvCxnSpPr>
        <p:spPr>
          <a:xfrm rot="10800000">
            <a:off x="8148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5865" name="Google Shape;5865;p59"/>
          <p:cNvCxnSpPr>
            <a:stCxn id="5844" idx="0"/>
            <a:endCxn id="5856" idx="2"/>
          </p:cNvCxnSpPr>
          <p:nvPr/>
        </p:nvCxnSpPr>
        <p:spPr>
          <a:xfrm rot="10800000">
            <a:off x="7691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866" name="Google Shape;5866;p59"/>
          <p:cNvGrpSpPr/>
          <p:nvPr/>
        </p:nvGrpSpPr>
        <p:grpSpPr>
          <a:xfrm>
            <a:off x="7077356" y="807303"/>
            <a:ext cx="313273" cy="74585"/>
            <a:chOff x="3655625" y="914400"/>
            <a:chExt cx="2743200" cy="690600"/>
          </a:xfrm>
        </p:grpSpPr>
        <p:sp>
          <p:nvSpPr>
            <p:cNvPr id="5867" name="Google Shape;5867;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68" name="Google Shape;5868;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69" name="Google Shape;5869;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70" name="Google Shape;5870;p59"/>
          <p:cNvGrpSpPr/>
          <p:nvPr/>
        </p:nvGrpSpPr>
        <p:grpSpPr>
          <a:xfrm>
            <a:off x="7534556" y="807303"/>
            <a:ext cx="313273" cy="74585"/>
            <a:chOff x="3655625" y="914400"/>
            <a:chExt cx="2743200" cy="690600"/>
          </a:xfrm>
        </p:grpSpPr>
        <p:sp>
          <p:nvSpPr>
            <p:cNvPr id="5871" name="Google Shape;5871;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72" name="Google Shape;5872;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73" name="Google Shape;5873;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74" name="Google Shape;5874;p59"/>
          <p:cNvGrpSpPr/>
          <p:nvPr/>
        </p:nvGrpSpPr>
        <p:grpSpPr>
          <a:xfrm>
            <a:off x="7991756" y="807303"/>
            <a:ext cx="313273" cy="74585"/>
            <a:chOff x="3655625" y="914400"/>
            <a:chExt cx="2743200" cy="690600"/>
          </a:xfrm>
        </p:grpSpPr>
        <p:sp>
          <p:nvSpPr>
            <p:cNvPr id="5875" name="Google Shape;5875;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76" name="Google Shape;5876;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77" name="Google Shape;5877;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878" name="Google Shape;5878;p59"/>
          <p:cNvSpPr txBox="1"/>
          <p:nvPr/>
        </p:nvSpPr>
        <p:spPr>
          <a:xfrm>
            <a:off x="6995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5879" name="Google Shape;5879;p59"/>
          <p:cNvSpPr txBox="1"/>
          <p:nvPr/>
        </p:nvSpPr>
        <p:spPr>
          <a:xfrm>
            <a:off x="7521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5880" name="Google Shape;5880;p59"/>
          <p:cNvSpPr txBox="1"/>
          <p:nvPr/>
        </p:nvSpPr>
        <p:spPr>
          <a:xfrm>
            <a:off x="7936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5881" name="Google Shape;5881;p59"/>
          <p:cNvGrpSpPr/>
          <p:nvPr/>
        </p:nvGrpSpPr>
        <p:grpSpPr>
          <a:xfrm>
            <a:off x="8445656" y="3444952"/>
            <a:ext cx="313273" cy="74585"/>
            <a:chOff x="3655625" y="914400"/>
            <a:chExt cx="2743200" cy="690600"/>
          </a:xfrm>
        </p:grpSpPr>
        <p:sp>
          <p:nvSpPr>
            <p:cNvPr id="5882" name="Google Shape;5882;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83" name="Google Shape;5883;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84" name="Google Shape;5884;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85" name="Google Shape;5885;p59"/>
          <p:cNvGrpSpPr/>
          <p:nvPr/>
        </p:nvGrpSpPr>
        <p:grpSpPr>
          <a:xfrm>
            <a:off x="8445656" y="2987752"/>
            <a:ext cx="313273" cy="74585"/>
            <a:chOff x="3655625" y="914400"/>
            <a:chExt cx="2743200" cy="690600"/>
          </a:xfrm>
        </p:grpSpPr>
        <p:sp>
          <p:nvSpPr>
            <p:cNvPr id="5886" name="Google Shape;5886;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87" name="Google Shape;5887;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88" name="Google Shape;5888;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889" name="Google Shape;5889;p59"/>
          <p:cNvCxnSpPr>
            <a:stCxn id="5799" idx="0"/>
            <a:endCxn id="5886" idx="2"/>
          </p:cNvCxnSpPr>
          <p:nvPr/>
        </p:nvCxnSpPr>
        <p:spPr>
          <a:xfrm flipH="1" rot="10800000">
            <a:off x="7230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890" name="Google Shape;5890;p59"/>
          <p:cNvCxnSpPr>
            <a:stCxn id="5804" idx="0"/>
            <a:endCxn id="5886" idx="2"/>
          </p:cNvCxnSpPr>
          <p:nvPr/>
        </p:nvCxnSpPr>
        <p:spPr>
          <a:xfrm flipH="1" rot="10800000">
            <a:off x="7687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891" name="Google Shape;5891;p59"/>
          <p:cNvCxnSpPr>
            <a:stCxn id="5809" idx="0"/>
            <a:endCxn id="5886" idx="2"/>
          </p:cNvCxnSpPr>
          <p:nvPr/>
        </p:nvCxnSpPr>
        <p:spPr>
          <a:xfrm flipH="1" rot="10800000">
            <a:off x="8145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892" name="Google Shape;5892;p59"/>
          <p:cNvCxnSpPr>
            <a:stCxn id="5882" idx="0"/>
            <a:endCxn id="5886" idx="2"/>
          </p:cNvCxnSpPr>
          <p:nvPr/>
        </p:nvCxnSpPr>
        <p:spPr>
          <a:xfrm rot="10800000">
            <a:off x="8602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5893" name="Google Shape;5893;p59"/>
          <p:cNvGrpSpPr/>
          <p:nvPr/>
        </p:nvGrpSpPr>
        <p:grpSpPr>
          <a:xfrm>
            <a:off x="8448956" y="2761349"/>
            <a:ext cx="313273" cy="74585"/>
            <a:chOff x="3655625" y="914400"/>
            <a:chExt cx="2743200" cy="690600"/>
          </a:xfrm>
        </p:grpSpPr>
        <p:sp>
          <p:nvSpPr>
            <p:cNvPr id="5894" name="Google Shape;5894;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95" name="Google Shape;5895;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896" name="Google Shape;5896;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897" name="Google Shape;5897;p59"/>
          <p:cNvGrpSpPr/>
          <p:nvPr/>
        </p:nvGrpSpPr>
        <p:grpSpPr>
          <a:xfrm>
            <a:off x="8448956" y="2533450"/>
            <a:ext cx="313273" cy="74585"/>
            <a:chOff x="3655625" y="914400"/>
            <a:chExt cx="2743200" cy="690600"/>
          </a:xfrm>
        </p:grpSpPr>
        <p:sp>
          <p:nvSpPr>
            <p:cNvPr id="5898" name="Google Shape;5898;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99" name="Google Shape;5899;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00" name="Google Shape;5900;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901" name="Google Shape;5901;p59"/>
          <p:cNvCxnSpPr>
            <a:stCxn id="5894" idx="0"/>
            <a:endCxn id="5898" idx="2"/>
          </p:cNvCxnSpPr>
          <p:nvPr/>
        </p:nvCxnSpPr>
        <p:spPr>
          <a:xfrm rot="10800000">
            <a:off x="8605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5902" name="Google Shape;5902;p59"/>
          <p:cNvGrpSpPr/>
          <p:nvPr/>
        </p:nvGrpSpPr>
        <p:grpSpPr>
          <a:xfrm>
            <a:off x="8445519" y="807303"/>
            <a:ext cx="313273" cy="74585"/>
            <a:chOff x="3655625" y="914400"/>
            <a:chExt cx="2743200" cy="690600"/>
          </a:xfrm>
        </p:grpSpPr>
        <p:sp>
          <p:nvSpPr>
            <p:cNvPr id="5903" name="Google Shape;5903;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04" name="Google Shape;5904;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05" name="Google Shape;5905;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906" name="Google Shape;5906;p59"/>
          <p:cNvSpPr txBox="1"/>
          <p:nvPr/>
        </p:nvSpPr>
        <p:spPr>
          <a:xfrm>
            <a:off x="8327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5907" name="Google Shape;5907;p59"/>
          <p:cNvGrpSpPr/>
          <p:nvPr/>
        </p:nvGrpSpPr>
        <p:grpSpPr>
          <a:xfrm>
            <a:off x="6616856" y="3444952"/>
            <a:ext cx="313273" cy="74585"/>
            <a:chOff x="3655625" y="914400"/>
            <a:chExt cx="2743200" cy="690600"/>
          </a:xfrm>
        </p:grpSpPr>
        <p:sp>
          <p:nvSpPr>
            <p:cNvPr id="5908" name="Google Shape;5908;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09" name="Google Shape;5909;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10" name="Google Shape;5910;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911" name="Google Shape;5911;p59"/>
          <p:cNvGrpSpPr/>
          <p:nvPr/>
        </p:nvGrpSpPr>
        <p:grpSpPr>
          <a:xfrm>
            <a:off x="6616856" y="2987752"/>
            <a:ext cx="313273" cy="74585"/>
            <a:chOff x="3655625" y="914400"/>
            <a:chExt cx="2743200" cy="690600"/>
          </a:xfrm>
        </p:grpSpPr>
        <p:sp>
          <p:nvSpPr>
            <p:cNvPr id="5912" name="Google Shape;5912;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13" name="Google Shape;5913;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14" name="Google Shape;5914;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915" name="Google Shape;5915;p59"/>
          <p:cNvGrpSpPr/>
          <p:nvPr/>
        </p:nvGrpSpPr>
        <p:grpSpPr>
          <a:xfrm>
            <a:off x="6159656" y="3444952"/>
            <a:ext cx="313273" cy="74585"/>
            <a:chOff x="3655625" y="914400"/>
            <a:chExt cx="2743200" cy="690600"/>
          </a:xfrm>
        </p:grpSpPr>
        <p:sp>
          <p:nvSpPr>
            <p:cNvPr id="5916" name="Google Shape;5916;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17" name="Google Shape;5917;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18" name="Google Shape;5918;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919" name="Google Shape;5919;p59"/>
          <p:cNvGrpSpPr/>
          <p:nvPr/>
        </p:nvGrpSpPr>
        <p:grpSpPr>
          <a:xfrm>
            <a:off x="6159656" y="2987752"/>
            <a:ext cx="313273" cy="74585"/>
            <a:chOff x="3655625" y="914400"/>
            <a:chExt cx="2743200" cy="690600"/>
          </a:xfrm>
        </p:grpSpPr>
        <p:sp>
          <p:nvSpPr>
            <p:cNvPr id="5920" name="Google Shape;5920;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21" name="Google Shape;5921;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22" name="Google Shape;5922;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923" name="Google Shape;5923;p59"/>
          <p:cNvGrpSpPr/>
          <p:nvPr/>
        </p:nvGrpSpPr>
        <p:grpSpPr>
          <a:xfrm>
            <a:off x="5702456" y="3444952"/>
            <a:ext cx="313273" cy="74585"/>
            <a:chOff x="3655625" y="914400"/>
            <a:chExt cx="2743200" cy="690600"/>
          </a:xfrm>
        </p:grpSpPr>
        <p:sp>
          <p:nvSpPr>
            <p:cNvPr id="5924" name="Google Shape;5924;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25" name="Google Shape;5925;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26" name="Google Shape;5926;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927" name="Google Shape;5927;p59"/>
          <p:cNvGrpSpPr/>
          <p:nvPr/>
        </p:nvGrpSpPr>
        <p:grpSpPr>
          <a:xfrm>
            <a:off x="5702456" y="2987752"/>
            <a:ext cx="313273" cy="74585"/>
            <a:chOff x="3655625" y="914400"/>
            <a:chExt cx="2743200" cy="690600"/>
          </a:xfrm>
        </p:grpSpPr>
        <p:sp>
          <p:nvSpPr>
            <p:cNvPr id="5928" name="Google Shape;5928;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29" name="Google Shape;5929;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30" name="Google Shape;5930;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931" name="Google Shape;5931;p59"/>
          <p:cNvSpPr txBox="1"/>
          <p:nvPr/>
        </p:nvSpPr>
        <p:spPr>
          <a:xfrm>
            <a:off x="5607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5932" name="Google Shape;5932;p59"/>
          <p:cNvCxnSpPr>
            <a:stCxn id="5908" idx="0"/>
            <a:endCxn id="5912" idx="2"/>
          </p:cNvCxnSpPr>
          <p:nvPr/>
        </p:nvCxnSpPr>
        <p:spPr>
          <a:xfrm rot="10800000">
            <a:off x="6773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933" name="Google Shape;5933;p59"/>
          <p:cNvCxnSpPr>
            <a:stCxn id="5916" idx="0"/>
            <a:endCxn id="5920"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934" name="Google Shape;5934;p59"/>
          <p:cNvCxnSpPr>
            <a:stCxn id="5924" idx="0"/>
            <a:endCxn id="5928"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5935" name="Google Shape;5935;p59"/>
          <p:cNvCxnSpPr>
            <a:stCxn id="5924" idx="0"/>
            <a:endCxn id="5920"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936" name="Google Shape;5936;p59"/>
          <p:cNvCxnSpPr>
            <a:stCxn id="5924" idx="0"/>
            <a:endCxn id="5912" idx="2"/>
          </p:cNvCxnSpPr>
          <p:nvPr/>
        </p:nvCxnSpPr>
        <p:spPr>
          <a:xfrm flipH="1" rot="10800000">
            <a:off x="58590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937" name="Google Shape;5937;p59"/>
          <p:cNvCxnSpPr>
            <a:stCxn id="5924" idx="0"/>
            <a:endCxn id="5814" idx="2"/>
          </p:cNvCxnSpPr>
          <p:nvPr/>
        </p:nvCxnSpPr>
        <p:spPr>
          <a:xfrm flipH="1" rot="10800000">
            <a:off x="5859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938" name="Google Shape;5938;p59"/>
          <p:cNvCxnSpPr>
            <a:stCxn id="5924" idx="0"/>
            <a:endCxn id="5818" idx="2"/>
          </p:cNvCxnSpPr>
          <p:nvPr/>
        </p:nvCxnSpPr>
        <p:spPr>
          <a:xfrm flipH="1" rot="10800000">
            <a:off x="5859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5939" name="Google Shape;5939;p59"/>
          <p:cNvCxnSpPr>
            <a:stCxn id="5924" idx="0"/>
            <a:endCxn id="5822" idx="2"/>
          </p:cNvCxnSpPr>
          <p:nvPr/>
        </p:nvCxnSpPr>
        <p:spPr>
          <a:xfrm flipH="1" rot="10800000">
            <a:off x="5859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5940" name="Google Shape;5940;p59"/>
          <p:cNvCxnSpPr>
            <a:stCxn id="5924" idx="0"/>
            <a:endCxn id="5886" idx="2"/>
          </p:cNvCxnSpPr>
          <p:nvPr/>
        </p:nvCxnSpPr>
        <p:spPr>
          <a:xfrm flipH="1" rot="10800000">
            <a:off x="5859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5941" name="Google Shape;5941;p59"/>
          <p:cNvCxnSpPr>
            <a:stCxn id="5916" idx="0"/>
            <a:endCxn id="5912" idx="2"/>
          </p:cNvCxnSpPr>
          <p:nvPr/>
        </p:nvCxnSpPr>
        <p:spPr>
          <a:xfrm flipH="1" rot="10800000">
            <a:off x="6316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942" name="Google Shape;5942;p59"/>
          <p:cNvCxnSpPr>
            <a:stCxn id="5916" idx="0"/>
            <a:endCxn id="5814" idx="2"/>
          </p:cNvCxnSpPr>
          <p:nvPr/>
        </p:nvCxnSpPr>
        <p:spPr>
          <a:xfrm flipH="1" rot="10800000">
            <a:off x="6316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943" name="Google Shape;5943;p59"/>
          <p:cNvCxnSpPr>
            <a:stCxn id="5916" idx="0"/>
            <a:endCxn id="5818" idx="2"/>
          </p:cNvCxnSpPr>
          <p:nvPr/>
        </p:nvCxnSpPr>
        <p:spPr>
          <a:xfrm flipH="1" rot="10800000">
            <a:off x="6316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944" name="Google Shape;5944;p59"/>
          <p:cNvCxnSpPr>
            <a:stCxn id="5916" idx="0"/>
            <a:endCxn id="5822" idx="2"/>
          </p:cNvCxnSpPr>
          <p:nvPr/>
        </p:nvCxnSpPr>
        <p:spPr>
          <a:xfrm flipH="1" rot="10800000">
            <a:off x="6316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5945" name="Google Shape;5945;p59"/>
          <p:cNvCxnSpPr>
            <a:stCxn id="5916" idx="0"/>
            <a:endCxn id="5886" idx="2"/>
          </p:cNvCxnSpPr>
          <p:nvPr/>
        </p:nvCxnSpPr>
        <p:spPr>
          <a:xfrm flipH="1" rot="10800000">
            <a:off x="63162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5946" name="Google Shape;5946;p59"/>
          <p:cNvCxnSpPr>
            <a:stCxn id="5908" idx="0"/>
            <a:endCxn id="5814" idx="2"/>
          </p:cNvCxnSpPr>
          <p:nvPr/>
        </p:nvCxnSpPr>
        <p:spPr>
          <a:xfrm flipH="1" rot="10800000">
            <a:off x="6773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5947" name="Google Shape;5947;p59"/>
          <p:cNvCxnSpPr>
            <a:stCxn id="5908" idx="0"/>
            <a:endCxn id="5818" idx="2"/>
          </p:cNvCxnSpPr>
          <p:nvPr/>
        </p:nvCxnSpPr>
        <p:spPr>
          <a:xfrm flipH="1" rot="10800000">
            <a:off x="6773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5948" name="Google Shape;5948;p59"/>
          <p:cNvCxnSpPr>
            <a:stCxn id="5908" idx="0"/>
            <a:endCxn id="5822" idx="2"/>
          </p:cNvCxnSpPr>
          <p:nvPr/>
        </p:nvCxnSpPr>
        <p:spPr>
          <a:xfrm flipH="1" rot="10800000">
            <a:off x="6773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5949" name="Google Shape;5949;p59"/>
          <p:cNvCxnSpPr>
            <a:stCxn id="5908" idx="0"/>
            <a:endCxn id="5886" idx="2"/>
          </p:cNvCxnSpPr>
          <p:nvPr/>
        </p:nvCxnSpPr>
        <p:spPr>
          <a:xfrm flipH="1" rot="10800000">
            <a:off x="6773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5950" name="Google Shape;5950;p59"/>
          <p:cNvGrpSpPr/>
          <p:nvPr/>
        </p:nvGrpSpPr>
        <p:grpSpPr>
          <a:xfrm>
            <a:off x="6620156" y="2758466"/>
            <a:ext cx="313273" cy="74585"/>
            <a:chOff x="3655625" y="914400"/>
            <a:chExt cx="2743200" cy="690600"/>
          </a:xfrm>
        </p:grpSpPr>
        <p:sp>
          <p:nvSpPr>
            <p:cNvPr id="5951" name="Google Shape;5951;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52" name="Google Shape;5952;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53" name="Google Shape;5953;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954" name="Google Shape;5954;p59"/>
          <p:cNvGrpSpPr/>
          <p:nvPr/>
        </p:nvGrpSpPr>
        <p:grpSpPr>
          <a:xfrm>
            <a:off x="6620156" y="2537014"/>
            <a:ext cx="313273" cy="74585"/>
            <a:chOff x="3655625" y="914400"/>
            <a:chExt cx="2743200" cy="690600"/>
          </a:xfrm>
        </p:grpSpPr>
        <p:sp>
          <p:nvSpPr>
            <p:cNvPr id="5955" name="Google Shape;5955;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56" name="Google Shape;5956;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57" name="Google Shape;5957;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958" name="Google Shape;5958;p59"/>
          <p:cNvCxnSpPr>
            <a:stCxn id="5951" idx="0"/>
            <a:endCxn id="5955" idx="2"/>
          </p:cNvCxnSpPr>
          <p:nvPr/>
        </p:nvCxnSpPr>
        <p:spPr>
          <a:xfrm rot="10800000">
            <a:off x="6776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959" name="Google Shape;5959;p59"/>
          <p:cNvGrpSpPr/>
          <p:nvPr/>
        </p:nvGrpSpPr>
        <p:grpSpPr>
          <a:xfrm>
            <a:off x="6162956" y="2758466"/>
            <a:ext cx="313273" cy="74585"/>
            <a:chOff x="3655625" y="914400"/>
            <a:chExt cx="2743200" cy="690600"/>
          </a:xfrm>
        </p:grpSpPr>
        <p:sp>
          <p:nvSpPr>
            <p:cNvPr id="5960" name="Google Shape;5960;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61" name="Google Shape;5961;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62" name="Google Shape;5962;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963" name="Google Shape;5963;p59"/>
          <p:cNvGrpSpPr/>
          <p:nvPr/>
        </p:nvGrpSpPr>
        <p:grpSpPr>
          <a:xfrm>
            <a:off x="6162956" y="2537014"/>
            <a:ext cx="313273" cy="74585"/>
            <a:chOff x="3655625" y="914400"/>
            <a:chExt cx="2743200" cy="690600"/>
          </a:xfrm>
        </p:grpSpPr>
        <p:sp>
          <p:nvSpPr>
            <p:cNvPr id="5964" name="Google Shape;5964;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65" name="Google Shape;5965;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66" name="Google Shape;5966;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967" name="Google Shape;5967;p59"/>
          <p:cNvCxnSpPr>
            <a:stCxn id="5960" idx="0"/>
            <a:endCxn id="5964" idx="2"/>
          </p:cNvCxnSpPr>
          <p:nvPr/>
        </p:nvCxnSpPr>
        <p:spPr>
          <a:xfrm rot="10800000">
            <a:off x="6319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968" name="Google Shape;5968;p59"/>
          <p:cNvGrpSpPr/>
          <p:nvPr/>
        </p:nvGrpSpPr>
        <p:grpSpPr>
          <a:xfrm>
            <a:off x="5705756" y="2758466"/>
            <a:ext cx="313273" cy="74585"/>
            <a:chOff x="3655625" y="914400"/>
            <a:chExt cx="2743200" cy="690600"/>
          </a:xfrm>
        </p:grpSpPr>
        <p:sp>
          <p:nvSpPr>
            <p:cNvPr id="5969" name="Google Shape;5969;p59"/>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70" name="Google Shape;5970;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71" name="Google Shape;5971;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972" name="Google Shape;5972;p59"/>
          <p:cNvGrpSpPr/>
          <p:nvPr/>
        </p:nvGrpSpPr>
        <p:grpSpPr>
          <a:xfrm>
            <a:off x="5705756" y="2537014"/>
            <a:ext cx="313273" cy="74585"/>
            <a:chOff x="3655625" y="914400"/>
            <a:chExt cx="2743200" cy="690600"/>
          </a:xfrm>
        </p:grpSpPr>
        <p:sp>
          <p:nvSpPr>
            <p:cNvPr id="5973" name="Google Shape;5973;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74" name="Google Shape;5974;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75" name="Google Shape;5975;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5976" name="Google Shape;5976;p59"/>
          <p:cNvCxnSpPr>
            <a:stCxn id="5969" idx="0"/>
            <a:endCxn id="5973"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5977" name="Google Shape;5977;p59"/>
          <p:cNvGrpSpPr/>
          <p:nvPr/>
        </p:nvGrpSpPr>
        <p:grpSpPr>
          <a:xfrm>
            <a:off x="5705756" y="807303"/>
            <a:ext cx="313273" cy="74585"/>
            <a:chOff x="3655625" y="914400"/>
            <a:chExt cx="2743200" cy="690600"/>
          </a:xfrm>
        </p:grpSpPr>
        <p:sp>
          <p:nvSpPr>
            <p:cNvPr id="5978" name="Google Shape;5978;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79" name="Google Shape;5979;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80" name="Google Shape;5980;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981" name="Google Shape;5981;p59"/>
          <p:cNvGrpSpPr/>
          <p:nvPr/>
        </p:nvGrpSpPr>
        <p:grpSpPr>
          <a:xfrm>
            <a:off x="6162956" y="807303"/>
            <a:ext cx="313273" cy="74585"/>
            <a:chOff x="3655625" y="914400"/>
            <a:chExt cx="2743200" cy="690600"/>
          </a:xfrm>
        </p:grpSpPr>
        <p:sp>
          <p:nvSpPr>
            <p:cNvPr id="5982" name="Google Shape;5982;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83" name="Google Shape;5983;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84" name="Google Shape;5984;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5985" name="Google Shape;5985;p59"/>
          <p:cNvGrpSpPr/>
          <p:nvPr/>
        </p:nvGrpSpPr>
        <p:grpSpPr>
          <a:xfrm>
            <a:off x="6620156" y="807303"/>
            <a:ext cx="313273" cy="74585"/>
            <a:chOff x="3655625" y="914400"/>
            <a:chExt cx="2743200" cy="690600"/>
          </a:xfrm>
        </p:grpSpPr>
        <p:sp>
          <p:nvSpPr>
            <p:cNvPr id="5986" name="Google Shape;5986;p59"/>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987" name="Google Shape;5987;p59"/>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5988" name="Google Shape;5988;p59"/>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5989" name="Google Shape;5989;p59"/>
          <p:cNvSpPr txBox="1"/>
          <p:nvPr/>
        </p:nvSpPr>
        <p:spPr>
          <a:xfrm>
            <a:off x="5618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5990" name="Google Shape;5990;p59"/>
          <p:cNvSpPr txBox="1"/>
          <p:nvPr/>
        </p:nvSpPr>
        <p:spPr>
          <a:xfrm>
            <a:off x="6162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5991" name="Google Shape;5991;p59"/>
          <p:cNvSpPr txBox="1"/>
          <p:nvPr/>
        </p:nvSpPr>
        <p:spPr>
          <a:xfrm>
            <a:off x="6512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5992" name="Google Shape;5992;p59"/>
          <p:cNvSpPr txBox="1"/>
          <p:nvPr/>
        </p:nvSpPr>
        <p:spPr>
          <a:xfrm>
            <a:off x="31575" y="92825"/>
            <a:ext cx="4092300" cy="4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2"/>
                </a:solidFill>
                <a:latin typeface="Roboto"/>
                <a:ea typeface="Roboto"/>
                <a:cs typeface="Roboto"/>
                <a:sym typeface="Roboto"/>
              </a:rPr>
              <a:t>3. </a:t>
            </a:r>
            <a:r>
              <a:rPr lang="en" u="sng">
                <a:solidFill>
                  <a:schemeClr val="dk2"/>
                </a:solidFill>
                <a:latin typeface="Roboto"/>
                <a:ea typeface="Roboto"/>
                <a:cs typeface="Roboto"/>
                <a:sym typeface="Roboto"/>
              </a:rPr>
              <a:t>Decoder layer </a:t>
            </a:r>
            <a:r>
              <a:rPr lang="en" u="sng">
                <a:solidFill>
                  <a:schemeClr val="dk2"/>
                </a:solidFill>
                <a:latin typeface="Roboto Mono"/>
                <a:ea typeface="Roboto Mono"/>
                <a:cs typeface="Roboto Mono"/>
                <a:sym typeface="Roboto Mono"/>
              </a:rPr>
              <a:t>l</a:t>
            </a:r>
            <a:r>
              <a:rPr lang="en" u="sng">
                <a:solidFill>
                  <a:schemeClr val="dk2"/>
                </a:solidFill>
                <a:latin typeface="Roboto"/>
                <a:ea typeface="Roboto"/>
                <a:cs typeface="Roboto"/>
                <a:sym typeface="Roboto"/>
              </a:rPr>
              <a:t> attends to encoder layer </a:t>
            </a:r>
            <a:r>
              <a:rPr lang="en" u="sng">
                <a:solidFill>
                  <a:schemeClr val="dk2"/>
                </a:solidFill>
                <a:latin typeface="Roboto Mono"/>
                <a:ea typeface="Roboto Mono"/>
                <a:cs typeface="Roboto Mono"/>
                <a:sym typeface="Roboto Mono"/>
              </a:rPr>
              <a:t>l</a:t>
            </a:r>
            <a:endParaRPr u="sng">
              <a:solidFill>
                <a:schemeClr val="dk2"/>
              </a:solidFill>
              <a:latin typeface="Roboto Mono"/>
              <a:ea typeface="Roboto Mono"/>
              <a:cs typeface="Roboto Mono"/>
              <a:sym typeface="Roboto Mono"/>
            </a:endParaRPr>
          </a:p>
        </p:txBody>
      </p:sp>
      <p:sp>
        <p:nvSpPr>
          <p:cNvPr id="5993" name="Google Shape;5993;p59"/>
          <p:cNvSpPr/>
          <p:nvPr/>
        </p:nvSpPr>
        <p:spPr>
          <a:xfrm>
            <a:off x="541025" y="2891800"/>
            <a:ext cx="2526025" cy="365750"/>
          </a:xfrm>
          <a:custGeom>
            <a:rect b="b" l="l" r="r" t="t"/>
            <a:pathLst>
              <a:path extrusionOk="0" h="14630" w="101041">
                <a:moveTo>
                  <a:pt x="101041" y="14630"/>
                </a:moveTo>
                <a:lnTo>
                  <a:pt x="101041" y="9448"/>
                </a:lnTo>
                <a:lnTo>
                  <a:pt x="57302" y="9448"/>
                </a:lnTo>
                <a:lnTo>
                  <a:pt x="57302" y="0"/>
                </a:lnTo>
                <a:lnTo>
                  <a:pt x="0" y="0"/>
                </a:lnTo>
                <a:lnTo>
                  <a:pt x="0" y="3505"/>
                </a:lnTo>
              </a:path>
            </a:pathLst>
          </a:custGeom>
          <a:noFill/>
          <a:ln cap="flat" cmpd="sng" w="9525">
            <a:solidFill>
              <a:schemeClr val="dk2"/>
            </a:solidFill>
            <a:prstDash val="solid"/>
            <a:round/>
            <a:headEnd len="med" w="med" type="none"/>
            <a:tailEnd len="med" w="med" type="none"/>
          </a:ln>
        </p:spPr>
      </p:sp>
      <p:sp>
        <p:nvSpPr>
          <p:cNvPr id="5994" name="Google Shape;5994;p59"/>
          <p:cNvSpPr/>
          <p:nvPr/>
        </p:nvSpPr>
        <p:spPr>
          <a:xfrm>
            <a:off x="541025" y="2838550"/>
            <a:ext cx="2979842" cy="421750"/>
          </a:xfrm>
          <a:custGeom>
            <a:rect b="b" l="l" r="r" t="t"/>
            <a:pathLst>
              <a:path extrusionOk="0" h="16870" w="118849">
                <a:moveTo>
                  <a:pt x="118849" y="16870"/>
                </a:moveTo>
                <a:lnTo>
                  <a:pt x="118849" y="9857"/>
                </a:lnTo>
                <a:lnTo>
                  <a:pt x="59330" y="9857"/>
                </a:lnTo>
                <a:lnTo>
                  <a:pt x="59330" y="0"/>
                </a:lnTo>
                <a:lnTo>
                  <a:pt x="0" y="0"/>
                </a:lnTo>
                <a:lnTo>
                  <a:pt x="0" y="3791"/>
                </a:lnTo>
              </a:path>
            </a:pathLst>
          </a:custGeom>
          <a:noFill/>
          <a:ln cap="flat" cmpd="sng" w="9525">
            <a:solidFill>
              <a:schemeClr val="dk2"/>
            </a:solidFill>
            <a:prstDash val="solid"/>
            <a:round/>
            <a:headEnd len="med" w="med" type="none"/>
            <a:tailEnd len="med" w="med" type="none"/>
          </a:ln>
        </p:spPr>
      </p:sp>
      <p:sp>
        <p:nvSpPr>
          <p:cNvPr id="5995" name="Google Shape;5995;p59"/>
          <p:cNvSpPr/>
          <p:nvPr/>
        </p:nvSpPr>
        <p:spPr>
          <a:xfrm>
            <a:off x="541025" y="2781675"/>
            <a:ext cx="3444255" cy="473875"/>
          </a:xfrm>
          <a:custGeom>
            <a:rect b="b" l="l" r="r" t="t"/>
            <a:pathLst>
              <a:path extrusionOk="0" h="18955" w="137235">
                <a:moveTo>
                  <a:pt x="137235" y="18955"/>
                </a:moveTo>
                <a:lnTo>
                  <a:pt x="137235" y="10615"/>
                </a:lnTo>
                <a:lnTo>
                  <a:pt x="61225" y="10615"/>
                </a:lnTo>
                <a:lnTo>
                  <a:pt x="61225" y="0"/>
                </a:lnTo>
                <a:lnTo>
                  <a:pt x="0" y="0"/>
                </a:lnTo>
                <a:lnTo>
                  <a:pt x="0" y="4170"/>
                </a:lnTo>
                <a:lnTo>
                  <a:pt x="0" y="8151"/>
                </a:lnTo>
              </a:path>
            </a:pathLst>
          </a:custGeom>
          <a:noFill/>
          <a:ln cap="flat" cmpd="sng" w="9525">
            <a:solidFill>
              <a:schemeClr val="dk2"/>
            </a:solidFill>
            <a:prstDash val="solid"/>
            <a:round/>
            <a:headEnd len="med" w="med" type="none"/>
            <a:tailEnd len="med" w="med" type="none"/>
          </a:ln>
        </p:spPr>
      </p:sp>
      <p:sp>
        <p:nvSpPr>
          <p:cNvPr id="5996" name="Google Shape;5996;p59"/>
          <p:cNvSpPr/>
          <p:nvPr/>
        </p:nvSpPr>
        <p:spPr>
          <a:xfrm>
            <a:off x="541025" y="2734300"/>
            <a:ext cx="3904259" cy="521250"/>
          </a:xfrm>
          <a:custGeom>
            <a:rect b="b" l="l" r="r" t="t"/>
            <a:pathLst>
              <a:path extrusionOk="0" h="20850" w="155812">
                <a:moveTo>
                  <a:pt x="155812" y="20850"/>
                </a:moveTo>
                <a:lnTo>
                  <a:pt x="155812" y="10235"/>
                </a:lnTo>
                <a:lnTo>
                  <a:pt x="63500" y="10235"/>
                </a:lnTo>
                <a:lnTo>
                  <a:pt x="63500" y="0"/>
                </a:lnTo>
                <a:lnTo>
                  <a:pt x="0" y="0"/>
                </a:lnTo>
                <a:lnTo>
                  <a:pt x="0" y="10046"/>
                </a:lnTo>
              </a:path>
            </a:pathLst>
          </a:custGeom>
          <a:noFill/>
          <a:ln cap="flat" cmpd="sng" w="9525">
            <a:solidFill>
              <a:schemeClr val="dk2"/>
            </a:solidFill>
            <a:prstDash val="solid"/>
            <a:round/>
            <a:headEnd len="med" w="med" type="none"/>
            <a:tailEnd len="med" w="med" type="none"/>
          </a:ln>
        </p:spPr>
      </p:sp>
      <p:cxnSp>
        <p:nvCxnSpPr>
          <p:cNvPr id="5997" name="Google Shape;5997;p59"/>
          <p:cNvCxnSpPr/>
          <p:nvPr/>
        </p:nvCxnSpPr>
        <p:spPr>
          <a:xfrm rot="10800000">
            <a:off x="992000" y="2735200"/>
            <a:ext cx="0" cy="249300"/>
          </a:xfrm>
          <a:prstGeom prst="straightConnector1">
            <a:avLst/>
          </a:prstGeom>
          <a:noFill/>
          <a:ln cap="flat" cmpd="sng" w="9525">
            <a:solidFill>
              <a:schemeClr val="dk2"/>
            </a:solidFill>
            <a:prstDash val="solid"/>
            <a:round/>
            <a:headEnd len="med" w="med" type="none"/>
            <a:tailEnd len="med" w="med" type="none"/>
          </a:ln>
        </p:spPr>
      </p:cxnSp>
      <p:cxnSp>
        <p:nvCxnSpPr>
          <p:cNvPr id="5998" name="Google Shape;5998;p59"/>
          <p:cNvCxnSpPr/>
          <p:nvPr/>
        </p:nvCxnSpPr>
        <p:spPr>
          <a:xfrm rot="10800000">
            <a:off x="1448725" y="2730975"/>
            <a:ext cx="0" cy="249300"/>
          </a:xfrm>
          <a:prstGeom prst="straightConnector1">
            <a:avLst/>
          </a:prstGeom>
          <a:noFill/>
          <a:ln cap="flat" cmpd="sng" w="9525">
            <a:solidFill>
              <a:schemeClr val="dk2"/>
            </a:solidFill>
            <a:prstDash val="solid"/>
            <a:round/>
            <a:headEnd len="med" w="med" type="none"/>
            <a:tailEnd len="med" w="med" type="none"/>
          </a:ln>
        </p:spPr>
      </p:cxnSp>
      <p:sp>
        <p:nvSpPr>
          <p:cNvPr id="5999" name="Google Shape;5999;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3" name="Shape 6003"/>
        <p:cNvGrpSpPr/>
        <p:nvPr/>
      </p:nvGrpSpPr>
      <p:grpSpPr>
        <a:xfrm>
          <a:off x="0" y="0"/>
          <a:ext cx="0" cy="0"/>
          <a:chOff x="0" y="0"/>
          <a:chExt cx="0" cy="0"/>
        </a:xfrm>
      </p:grpSpPr>
      <p:sp>
        <p:nvSpPr>
          <p:cNvPr id="6004" name="Google Shape;6004;p60"/>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 of the differences</a:t>
            </a:r>
            <a:endParaRPr/>
          </a:p>
        </p:txBody>
      </p:sp>
      <p:graphicFrame>
        <p:nvGraphicFramePr>
          <p:cNvPr id="6005" name="Google Shape;6005;p60"/>
          <p:cNvGraphicFramePr/>
          <p:nvPr/>
        </p:nvGraphicFramePr>
        <p:xfrm>
          <a:off x="387900" y="1252475"/>
          <a:ext cx="3000000" cy="3000000"/>
        </p:xfrm>
        <a:graphic>
          <a:graphicData uri="http://schemas.openxmlformats.org/drawingml/2006/table">
            <a:tbl>
              <a:tblPr>
                <a:noFill/>
                <a:tableStyleId>{EB4F61EB-9F4D-4772-B5CA-0CA35B3376C2}</a:tableStyleId>
              </a:tblPr>
              <a:tblGrid>
                <a:gridCol w="2243975"/>
                <a:gridCol w="3396025"/>
                <a:gridCol w="2880600"/>
              </a:tblGrid>
              <a:tr h="381000">
                <a:tc>
                  <a:txBody>
                    <a:bodyPr/>
                    <a:lstStyle/>
                    <a:p>
                      <a:pPr indent="0" lvl="0" marL="0" rtl="0" algn="l">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Encoder-decoder</a:t>
                      </a:r>
                      <a:endParaRPr b="1">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Decoder-only</a:t>
                      </a:r>
                      <a:endParaRPr b="1">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Additional cross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Separate cross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Self-attention serving both roles</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Parameter sharing</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Separate parameters for input and target</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Shared parameters</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Target-to-input attention pattern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Only attends to the last layer of encoder’s output</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Within-layer (i.e. layer </a:t>
                      </a:r>
                      <a:r>
                        <a:rPr lang="en">
                          <a:latin typeface="Roboto Mono"/>
                          <a:ea typeface="Roboto Mono"/>
                          <a:cs typeface="Roboto Mono"/>
                          <a:sym typeface="Roboto Mono"/>
                        </a:rPr>
                        <a:t>l</a:t>
                      </a:r>
                      <a:r>
                        <a:rPr lang="en">
                          <a:latin typeface="Roboto"/>
                          <a:ea typeface="Roboto"/>
                          <a:cs typeface="Roboto"/>
                          <a:sym typeface="Roboto"/>
                        </a:rPr>
                        <a:t> attends to layer </a:t>
                      </a:r>
                      <a:r>
                        <a:rPr lang="en">
                          <a:latin typeface="Roboto Mono"/>
                          <a:ea typeface="Roboto Mono"/>
                          <a:cs typeface="Roboto Mono"/>
                          <a:sym typeface="Roboto Mono"/>
                        </a:rPr>
                        <a:t>l</a:t>
                      </a:r>
                      <a:r>
                        <a:rPr lang="en">
                          <a:latin typeface="Roboto"/>
                          <a:ea typeface="Roboto"/>
                          <a:cs typeface="Roboto"/>
                          <a:sym typeface="Roboto"/>
                        </a:rPr>
                        <a:t>)</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Input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6006" name="Google Shape;6006;p60"/>
          <p:cNvSpPr txBox="1"/>
          <p:nvPr/>
        </p:nvSpPr>
        <p:spPr>
          <a:xfrm>
            <a:off x="6538575" y="4226725"/>
            <a:ext cx="2474700" cy="3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 input attention can be bidirectional</a:t>
            </a:r>
            <a:endParaRPr sz="1000">
              <a:solidFill>
                <a:schemeClr val="dk2"/>
              </a:solidFill>
              <a:latin typeface="Roboto"/>
              <a:ea typeface="Roboto"/>
              <a:cs typeface="Roboto"/>
              <a:sym typeface="Roboto"/>
            </a:endParaRPr>
          </a:p>
        </p:txBody>
      </p:sp>
      <p:sp>
        <p:nvSpPr>
          <p:cNvPr id="6007" name="Google Shape;6007;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1" name="Shape 6011"/>
        <p:cNvGrpSpPr/>
        <p:nvPr/>
      </p:nvGrpSpPr>
      <p:grpSpPr>
        <a:xfrm>
          <a:off x="0" y="0"/>
          <a:ext cx="0" cy="0"/>
          <a:chOff x="0" y="0"/>
          <a:chExt cx="0" cy="0"/>
        </a:xfrm>
      </p:grpSpPr>
      <p:sp>
        <p:nvSpPr>
          <p:cNvPr id="6012" name="Google Shape;6012;p61"/>
          <p:cNvSpPr/>
          <p:nvPr/>
        </p:nvSpPr>
        <p:spPr>
          <a:xfrm>
            <a:off x="2728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6013" name="Google Shape;6013;p61"/>
          <p:cNvSpPr/>
          <p:nvPr/>
        </p:nvSpPr>
        <p:spPr>
          <a:xfrm>
            <a:off x="158272" y="1948750"/>
            <a:ext cx="1676100" cy="26493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6014" name="Google Shape;6014;p61"/>
          <p:cNvSpPr/>
          <p:nvPr/>
        </p:nvSpPr>
        <p:spPr>
          <a:xfrm>
            <a:off x="254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6015" name="Google Shape;6015;p61"/>
          <p:cNvSpPr/>
          <p:nvPr/>
        </p:nvSpPr>
        <p:spPr>
          <a:xfrm>
            <a:off x="321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6016" name="Google Shape;6016;p61"/>
          <p:cNvSpPr/>
          <p:nvPr/>
        </p:nvSpPr>
        <p:spPr>
          <a:xfrm>
            <a:off x="342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017" name="Google Shape;6017;p61"/>
          <p:cNvGrpSpPr/>
          <p:nvPr/>
        </p:nvGrpSpPr>
        <p:grpSpPr>
          <a:xfrm>
            <a:off x="378203" y="3903853"/>
            <a:ext cx="313273" cy="74585"/>
            <a:chOff x="3655625" y="914400"/>
            <a:chExt cx="2743200" cy="690600"/>
          </a:xfrm>
        </p:grpSpPr>
        <p:sp>
          <p:nvSpPr>
            <p:cNvPr id="6018" name="Google Shape;6018;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19" name="Google Shape;6019;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20" name="Google Shape;6020;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021" name="Google Shape;6021;p61"/>
          <p:cNvSpPr txBox="1"/>
          <p:nvPr/>
        </p:nvSpPr>
        <p:spPr>
          <a:xfrm>
            <a:off x="299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6022" name="Google Shape;6022;p61"/>
          <p:cNvGrpSpPr/>
          <p:nvPr/>
        </p:nvGrpSpPr>
        <p:grpSpPr>
          <a:xfrm>
            <a:off x="835403" y="3903853"/>
            <a:ext cx="313273" cy="74585"/>
            <a:chOff x="3655625" y="914400"/>
            <a:chExt cx="2743200" cy="690600"/>
          </a:xfrm>
        </p:grpSpPr>
        <p:sp>
          <p:nvSpPr>
            <p:cNvPr id="6023" name="Google Shape;6023;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24" name="Google Shape;6024;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25" name="Google Shape;6025;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026" name="Google Shape;6026;p61"/>
          <p:cNvSpPr txBox="1"/>
          <p:nvPr/>
        </p:nvSpPr>
        <p:spPr>
          <a:xfrm>
            <a:off x="832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6027" name="Google Shape;6027;p61"/>
          <p:cNvGrpSpPr/>
          <p:nvPr/>
        </p:nvGrpSpPr>
        <p:grpSpPr>
          <a:xfrm>
            <a:off x="1292603" y="3903853"/>
            <a:ext cx="313273" cy="74585"/>
            <a:chOff x="3655625" y="914400"/>
            <a:chExt cx="2743200" cy="690600"/>
          </a:xfrm>
        </p:grpSpPr>
        <p:sp>
          <p:nvSpPr>
            <p:cNvPr id="6028" name="Google Shape;6028;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29" name="Google Shape;6029;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30" name="Google Shape;6030;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031" name="Google Shape;6031;p61"/>
          <p:cNvSpPr txBox="1"/>
          <p:nvPr/>
        </p:nvSpPr>
        <p:spPr>
          <a:xfrm>
            <a:off x="1208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6032" name="Google Shape;6032;p61"/>
          <p:cNvGrpSpPr/>
          <p:nvPr/>
        </p:nvGrpSpPr>
        <p:grpSpPr>
          <a:xfrm>
            <a:off x="378203" y="3446653"/>
            <a:ext cx="313273" cy="74585"/>
            <a:chOff x="3655625" y="914400"/>
            <a:chExt cx="2743200" cy="690600"/>
          </a:xfrm>
        </p:grpSpPr>
        <p:sp>
          <p:nvSpPr>
            <p:cNvPr id="6033" name="Google Shape;6033;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34" name="Google Shape;6034;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35" name="Google Shape;6035;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036" name="Google Shape;6036;p61"/>
          <p:cNvGrpSpPr/>
          <p:nvPr/>
        </p:nvGrpSpPr>
        <p:grpSpPr>
          <a:xfrm>
            <a:off x="835403" y="3446653"/>
            <a:ext cx="313273" cy="74585"/>
            <a:chOff x="3655625" y="914400"/>
            <a:chExt cx="2743200" cy="690600"/>
          </a:xfrm>
        </p:grpSpPr>
        <p:sp>
          <p:nvSpPr>
            <p:cNvPr id="6037" name="Google Shape;6037;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38" name="Google Shape;6038;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39" name="Google Shape;6039;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040" name="Google Shape;6040;p61"/>
          <p:cNvGrpSpPr/>
          <p:nvPr/>
        </p:nvGrpSpPr>
        <p:grpSpPr>
          <a:xfrm>
            <a:off x="1292603" y="3446653"/>
            <a:ext cx="313273" cy="74585"/>
            <a:chOff x="3655625" y="914400"/>
            <a:chExt cx="2743200" cy="690600"/>
          </a:xfrm>
        </p:grpSpPr>
        <p:sp>
          <p:nvSpPr>
            <p:cNvPr id="6041" name="Google Shape;6041;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42" name="Google Shape;6042;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43" name="Google Shape;6043;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044" name="Google Shape;6044;p61"/>
          <p:cNvCxnSpPr>
            <a:stCxn id="6023" idx="0"/>
            <a:endCxn id="6033" idx="2"/>
          </p:cNvCxnSpPr>
          <p:nvPr/>
        </p:nvCxnSpPr>
        <p:spPr>
          <a:xfrm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045" name="Google Shape;6045;p61"/>
          <p:cNvCxnSpPr>
            <a:stCxn id="6028" idx="0"/>
          </p:cNvCxnSpPr>
          <p:nvPr/>
        </p:nvCxnSpPr>
        <p:spPr>
          <a:xfrm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046" name="Google Shape;6046;p61"/>
          <p:cNvCxnSpPr>
            <a:stCxn id="6018" idx="0"/>
          </p:cNvCxnSpPr>
          <p:nvPr/>
        </p:nvCxnSpPr>
        <p:spPr>
          <a:xfrm rot="10800000">
            <a:off x="534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047" name="Google Shape;6047;p61"/>
          <p:cNvCxnSpPr>
            <a:stCxn id="6018" idx="0"/>
            <a:endCxn id="6037" idx="2"/>
          </p:cNvCxnSpPr>
          <p:nvPr/>
        </p:nvCxnSpPr>
        <p:spPr>
          <a:xfrm flipH="1"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048" name="Google Shape;6048;p61"/>
          <p:cNvCxnSpPr>
            <a:stCxn id="6018" idx="0"/>
            <a:endCxn id="6041" idx="2"/>
          </p:cNvCxnSpPr>
          <p:nvPr/>
        </p:nvCxnSpPr>
        <p:spPr>
          <a:xfrm flipH="1"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049" name="Google Shape;6049;p61"/>
          <p:cNvCxnSpPr>
            <a:stCxn id="6023" idx="0"/>
            <a:endCxn id="6037" idx="2"/>
          </p:cNvCxnSpPr>
          <p:nvPr/>
        </p:nvCxnSpPr>
        <p:spPr>
          <a:xfrm rot="10800000">
            <a:off x="992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050" name="Google Shape;6050;p61"/>
          <p:cNvCxnSpPr>
            <a:stCxn id="6028" idx="0"/>
            <a:endCxn id="6041" idx="2"/>
          </p:cNvCxnSpPr>
          <p:nvPr/>
        </p:nvCxnSpPr>
        <p:spPr>
          <a:xfrm rot="10800000">
            <a:off x="1449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051" name="Google Shape;6051;p61"/>
          <p:cNvCxnSpPr>
            <a:stCxn id="6028" idx="0"/>
            <a:endCxn id="6037" idx="2"/>
          </p:cNvCxnSpPr>
          <p:nvPr/>
        </p:nvCxnSpPr>
        <p:spPr>
          <a:xfrm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052" name="Google Shape;6052;p61"/>
          <p:cNvCxnSpPr>
            <a:stCxn id="6023" idx="0"/>
            <a:endCxn id="6041" idx="2"/>
          </p:cNvCxnSpPr>
          <p:nvPr/>
        </p:nvCxnSpPr>
        <p:spPr>
          <a:xfrm flipH="1"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6053" name="Google Shape;6053;p61"/>
          <p:cNvGrpSpPr/>
          <p:nvPr/>
        </p:nvGrpSpPr>
        <p:grpSpPr>
          <a:xfrm>
            <a:off x="378203" y="3201599"/>
            <a:ext cx="313273" cy="74585"/>
            <a:chOff x="3655625" y="914400"/>
            <a:chExt cx="2743200" cy="690600"/>
          </a:xfrm>
        </p:grpSpPr>
        <p:sp>
          <p:nvSpPr>
            <p:cNvPr id="6054" name="Google Shape;6054;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55" name="Google Shape;6055;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56" name="Google Shape;6056;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057" name="Google Shape;6057;p61"/>
          <p:cNvGrpSpPr/>
          <p:nvPr/>
        </p:nvGrpSpPr>
        <p:grpSpPr>
          <a:xfrm>
            <a:off x="835403" y="3201599"/>
            <a:ext cx="313273" cy="74585"/>
            <a:chOff x="3655625" y="914400"/>
            <a:chExt cx="2743200" cy="690600"/>
          </a:xfrm>
        </p:grpSpPr>
        <p:sp>
          <p:nvSpPr>
            <p:cNvPr id="6058" name="Google Shape;6058;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59" name="Google Shape;6059;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60" name="Google Shape;6060;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061" name="Google Shape;6061;p61"/>
          <p:cNvGrpSpPr/>
          <p:nvPr/>
        </p:nvGrpSpPr>
        <p:grpSpPr>
          <a:xfrm>
            <a:off x="1292603" y="3201599"/>
            <a:ext cx="313273" cy="74585"/>
            <a:chOff x="3655625" y="914400"/>
            <a:chExt cx="2743200" cy="690600"/>
          </a:xfrm>
        </p:grpSpPr>
        <p:sp>
          <p:nvSpPr>
            <p:cNvPr id="6062" name="Google Shape;6062;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63" name="Google Shape;6063;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64" name="Google Shape;6064;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065" name="Google Shape;6065;p61"/>
          <p:cNvGrpSpPr/>
          <p:nvPr/>
        </p:nvGrpSpPr>
        <p:grpSpPr>
          <a:xfrm>
            <a:off x="378203" y="2980147"/>
            <a:ext cx="313273" cy="74585"/>
            <a:chOff x="3655625" y="914400"/>
            <a:chExt cx="2743200" cy="690600"/>
          </a:xfrm>
        </p:grpSpPr>
        <p:sp>
          <p:nvSpPr>
            <p:cNvPr id="6066" name="Google Shape;6066;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67" name="Google Shape;6067;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68" name="Google Shape;6068;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069" name="Google Shape;6069;p61"/>
          <p:cNvGrpSpPr/>
          <p:nvPr/>
        </p:nvGrpSpPr>
        <p:grpSpPr>
          <a:xfrm>
            <a:off x="835403" y="2980147"/>
            <a:ext cx="313273" cy="74585"/>
            <a:chOff x="3655625" y="914400"/>
            <a:chExt cx="2743200" cy="690600"/>
          </a:xfrm>
        </p:grpSpPr>
        <p:sp>
          <p:nvSpPr>
            <p:cNvPr id="6070" name="Google Shape;6070;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71" name="Google Shape;6071;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72" name="Google Shape;6072;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073" name="Google Shape;6073;p61"/>
          <p:cNvGrpSpPr/>
          <p:nvPr/>
        </p:nvGrpSpPr>
        <p:grpSpPr>
          <a:xfrm>
            <a:off x="1292603" y="2980147"/>
            <a:ext cx="313273" cy="74585"/>
            <a:chOff x="3655625" y="914400"/>
            <a:chExt cx="2743200" cy="690600"/>
          </a:xfrm>
        </p:grpSpPr>
        <p:sp>
          <p:nvSpPr>
            <p:cNvPr id="6074" name="Google Shape;6074;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75" name="Google Shape;6075;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76" name="Google Shape;6076;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077" name="Google Shape;6077;p61"/>
          <p:cNvCxnSpPr>
            <a:stCxn id="6054" idx="0"/>
            <a:endCxn id="6066" idx="2"/>
          </p:cNvCxnSpPr>
          <p:nvPr/>
        </p:nvCxnSpPr>
        <p:spPr>
          <a:xfrm rot="10800000">
            <a:off x="534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078" name="Google Shape;6078;p61"/>
          <p:cNvCxnSpPr>
            <a:stCxn id="6062" idx="0"/>
            <a:endCxn id="6074" idx="2"/>
          </p:cNvCxnSpPr>
          <p:nvPr/>
        </p:nvCxnSpPr>
        <p:spPr>
          <a:xfrm rot="10800000">
            <a:off x="1449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079" name="Google Shape;6079;p61"/>
          <p:cNvCxnSpPr>
            <a:stCxn id="6058" idx="0"/>
            <a:endCxn id="6070" idx="2"/>
          </p:cNvCxnSpPr>
          <p:nvPr/>
        </p:nvCxnSpPr>
        <p:spPr>
          <a:xfrm rot="10800000">
            <a:off x="992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6080" name="Google Shape;6080;p61"/>
          <p:cNvSpPr/>
          <p:nvPr/>
        </p:nvSpPr>
        <p:spPr>
          <a:xfrm>
            <a:off x="301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6081" name="Google Shape;6081;p61"/>
          <p:cNvSpPr/>
          <p:nvPr/>
        </p:nvSpPr>
        <p:spPr>
          <a:xfrm>
            <a:off x="404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6082" name="Google Shape;6082;p61"/>
          <p:cNvSpPr/>
          <p:nvPr/>
        </p:nvSpPr>
        <p:spPr>
          <a:xfrm>
            <a:off x="404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6083" name="Google Shape;6083;p61"/>
          <p:cNvSpPr/>
          <p:nvPr/>
        </p:nvSpPr>
        <p:spPr>
          <a:xfrm>
            <a:off x="2816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6084" name="Google Shape;6084;p61"/>
          <p:cNvSpPr/>
          <p:nvPr/>
        </p:nvSpPr>
        <p:spPr>
          <a:xfrm>
            <a:off x="2856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085" name="Google Shape;6085;p61"/>
          <p:cNvGrpSpPr/>
          <p:nvPr/>
        </p:nvGrpSpPr>
        <p:grpSpPr>
          <a:xfrm>
            <a:off x="2892803" y="3955308"/>
            <a:ext cx="313273" cy="74585"/>
            <a:chOff x="3655625" y="914400"/>
            <a:chExt cx="2743200" cy="690600"/>
          </a:xfrm>
        </p:grpSpPr>
        <p:sp>
          <p:nvSpPr>
            <p:cNvPr id="6086" name="Google Shape;6086;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87" name="Google Shape;6087;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88" name="Google Shape;6088;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089" name="Google Shape;6089;p61"/>
          <p:cNvSpPr txBox="1"/>
          <p:nvPr/>
        </p:nvSpPr>
        <p:spPr>
          <a:xfrm>
            <a:off x="3271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6090" name="Google Shape;6090;p61"/>
          <p:cNvGrpSpPr/>
          <p:nvPr/>
        </p:nvGrpSpPr>
        <p:grpSpPr>
          <a:xfrm>
            <a:off x="3350003" y="3955308"/>
            <a:ext cx="313273" cy="74585"/>
            <a:chOff x="3655625" y="914400"/>
            <a:chExt cx="2743200" cy="690600"/>
          </a:xfrm>
        </p:grpSpPr>
        <p:sp>
          <p:nvSpPr>
            <p:cNvPr id="6091" name="Google Shape;6091;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92" name="Google Shape;6092;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93" name="Google Shape;6093;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094" name="Google Shape;6094;p61"/>
          <p:cNvSpPr txBox="1"/>
          <p:nvPr/>
        </p:nvSpPr>
        <p:spPr>
          <a:xfrm>
            <a:off x="3797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6095" name="Google Shape;6095;p61"/>
          <p:cNvGrpSpPr/>
          <p:nvPr/>
        </p:nvGrpSpPr>
        <p:grpSpPr>
          <a:xfrm>
            <a:off x="3807203" y="3955308"/>
            <a:ext cx="313273" cy="74585"/>
            <a:chOff x="3655625" y="914400"/>
            <a:chExt cx="2743200" cy="690600"/>
          </a:xfrm>
        </p:grpSpPr>
        <p:sp>
          <p:nvSpPr>
            <p:cNvPr id="6096" name="Google Shape;6096;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97" name="Google Shape;6097;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098" name="Google Shape;6098;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099" name="Google Shape;6099;p61"/>
          <p:cNvSpPr txBox="1"/>
          <p:nvPr/>
        </p:nvSpPr>
        <p:spPr>
          <a:xfrm>
            <a:off x="4211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6100" name="Google Shape;6100;p61"/>
          <p:cNvGrpSpPr/>
          <p:nvPr/>
        </p:nvGrpSpPr>
        <p:grpSpPr>
          <a:xfrm>
            <a:off x="2892803" y="3498108"/>
            <a:ext cx="313273" cy="74585"/>
            <a:chOff x="3655625" y="914400"/>
            <a:chExt cx="2743200" cy="690600"/>
          </a:xfrm>
        </p:grpSpPr>
        <p:sp>
          <p:nvSpPr>
            <p:cNvPr id="6101" name="Google Shape;6101;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02" name="Google Shape;6102;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03" name="Google Shape;6103;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104" name="Google Shape;6104;p61"/>
          <p:cNvGrpSpPr/>
          <p:nvPr/>
        </p:nvGrpSpPr>
        <p:grpSpPr>
          <a:xfrm>
            <a:off x="3350003" y="3498108"/>
            <a:ext cx="313273" cy="74585"/>
            <a:chOff x="3655625" y="914400"/>
            <a:chExt cx="2743200" cy="690600"/>
          </a:xfrm>
        </p:grpSpPr>
        <p:sp>
          <p:nvSpPr>
            <p:cNvPr id="6105" name="Google Shape;6105;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06" name="Google Shape;6106;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07" name="Google Shape;6107;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108" name="Google Shape;6108;p61"/>
          <p:cNvGrpSpPr/>
          <p:nvPr/>
        </p:nvGrpSpPr>
        <p:grpSpPr>
          <a:xfrm>
            <a:off x="3807203" y="3498108"/>
            <a:ext cx="313273" cy="74585"/>
            <a:chOff x="3655625" y="914400"/>
            <a:chExt cx="2743200" cy="690600"/>
          </a:xfrm>
        </p:grpSpPr>
        <p:sp>
          <p:nvSpPr>
            <p:cNvPr id="6109" name="Google Shape;6109;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10" name="Google Shape;6110;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11" name="Google Shape;6111;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112" name="Google Shape;6112;p61"/>
          <p:cNvCxnSpPr>
            <a:stCxn id="6086" idx="0"/>
          </p:cNvCxnSpPr>
          <p:nvPr/>
        </p:nvCxnSpPr>
        <p:spPr>
          <a:xfrm rot="10800000">
            <a:off x="3049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113" name="Google Shape;6113;p61"/>
          <p:cNvCxnSpPr>
            <a:stCxn id="6086" idx="0"/>
            <a:endCxn id="6105" idx="2"/>
          </p:cNvCxnSpPr>
          <p:nvPr/>
        </p:nvCxnSpPr>
        <p:spPr>
          <a:xfrm flipH="1" rot="10800000">
            <a:off x="3049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114" name="Google Shape;6114;p61"/>
          <p:cNvCxnSpPr>
            <a:stCxn id="6086" idx="0"/>
            <a:endCxn id="6109" idx="2"/>
          </p:cNvCxnSpPr>
          <p:nvPr/>
        </p:nvCxnSpPr>
        <p:spPr>
          <a:xfrm flipH="1" rot="10800000">
            <a:off x="3049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115" name="Google Shape;6115;p61"/>
          <p:cNvCxnSpPr>
            <a:stCxn id="6091" idx="0"/>
            <a:endCxn id="6105" idx="2"/>
          </p:cNvCxnSpPr>
          <p:nvPr/>
        </p:nvCxnSpPr>
        <p:spPr>
          <a:xfrm rot="10800000">
            <a:off x="3506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116" name="Google Shape;6116;p61"/>
          <p:cNvCxnSpPr>
            <a:stCxn id="6096" idx="0"/>
            <a:endCxn id="6109" idx="2"/>
          </p:cNvCxnSpPr>
          <p:nvPr/>
        </p:nvCxnSpPr>
        <p:spPr>
          <a:xfrm rot="10800000">
            <a:off x="3963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117" name="Google Shape;6117;p61"/>
          <p:cNvCxnSpPr>
            <a:stCxn id="6091" idx="0"/>
            <a:endCxn id="6109" idx="2"/>
          </p:cNvCxnSpPr>
          <p:nvPr/>
        </p:nvCxnSpPr>
        <p:spPr>
          <a:xfrm flipH="1" rot="10800000">
            <a:off x="3506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6118" name="Google Shape;6118;p61"/>
          <p:cNvGrpSpPr/>
          <p:nvPr/>
        </p:nvGrpSpPr>
        <p:grpSpPr>
          <a:xfrm rot="-5400000">
            <a:off x="3724796" y="2328825"/>
            <a:ext cx="109798" cy="26302"/>
            <a:chOff x="4885225" y="945750"/>
            <a:chExt cx="311926" cy="74700"/>
          </a:xfrm>
        </p:grpSpPr>
        <p:sp>
          <p:nvSpPr>
            <p:cNvPr id="6119" name="Google Shape;6119;p61"/>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20" name="Google Shape;6120;p61"/>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21" name="Google Shape;6121;p61"/>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122" name="Google Shape;6122;p61"/>
          <p:cNvSpPr/>
          <p:nvPr/>
        </p:nvSpPr>
        <p:spPr>
          <a:xfrm>
            <a:off x="2816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6123" name="Google Shape;6123;p61"/>
          <p:cNvSpPr/>
          <p:nvPr/>
        </p:nvSpPr>
        <p:spPr>
          <a:xfrm>
            <a:off x="2856872" y="1204438"/>
            <a:ext cx="1798200" cy="46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6124" name="Google Shape;6124;p61"/>
          <p:cNvSpPr/>
          <p:nvPr/>
        </p:nvSpPr>
        <p:spPr>
          <a:xfrm>
            <a:off x="2870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6125" name="Google Shape;6125;p61"/>
          <p:cNvSpPr/>
          <p:nvPr/>
        </p:nvSpPr>
        <p:spPr>
          <a:xfrm>
            <a:off x="2856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6126" name="Google Shape;6126;p61"/>
          <p:cNvGrpSpPr/>
          <p:nvPr/>
        </p:nvGrpSpPr>
        <p:grpSpPr>
          <a:xfrm>
            <a:off x="2892678" y="1380708"/>
            <a:ext cx="313273" cy="74585"/>
            <a:chOff x="3655625" y="914400"/>
            <a:chExt cx="2743200" cy="690600"/>
          </a:xfrm>
        </p:grpSpPr>
        <p:sp>
          <p:nvSpPr>
            <p:cNvPr id="6127" name="Google Shape;6127;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28" name="Google Shape;6128;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29" name="Google Shape;6129;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130" name="Google Shape;6130;p61"/>
          <p:cNvGrpSpPr/>
          <p:nvPr/>
        </p:nvGrpSpPr>
        <p:grpSpPr>
          <a:xfrm>
            <a:off x="3349878" y="1373704"/>
            <a:ext cx="313273" cy="74585"/>
            <a:chOff x="3655625" y="914400"/>
            <a:chExt cx="2743200" cy="690600"/>
          </a:xfrm>
        </p:grpSpPr>
        <p:sp>
          <p:nvSpPr>
            <p:cNvPr id="6131" name="Google Shape;6131;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32" name="Google Shape;6132;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33" name="Google Shape;6133;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134" name="Google Shape;6134;p61"/>
          <p:cNvGrpSpPr/>
          <p:nvPr/>
        </p:nvGrpSpPr>
        <p:grpSpPr>
          <a:xfrm>
            <a:off x="3807078" y="1373704"/>
            <a:ext cx="313273" cy="74585"/>
            <a:chOff x="3655625" y="914400"/>
            <a:chExt cx="2743200" cy="690600"/>
          </a:xfrm>
        </p:grpSpPr>
        <p:sp>
          <p:nvSpPr>
            <p:cNvPr id="6135" name="Google Shape;6135;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36" name="Google Shape;6136;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37" name="Google Shape;6137;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138" name="Google Shape;6138;p61"/>
          <p:cNvGrpSpPr/>
          <p:nvPr/>
        </p:nvGrpSpPr>
        <p:grpSpPr>
          <a:xfrm>
            <a:off x="395215" y="1858996"/>
            <a:ext cx="313273" cy="74585"/>
            <a:chOff x="3655625" y="914400"/>
            <a:chExt cx="2743200" cy="690600"/>
          </a:xfrm>
        </p:grpSpPr>
        <p:sp>
          <p:nvSpPr>
            <p:cNvPr id="6139" name="Google Shape;6139;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40" name="Google Shape;6140;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41" name="Google Shape;6141;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142" name="Google Shape;6142;p61"/>
          <p:cNvGrpSpPr/>
          <p:nvPr/>
        </p:nvGrpSpPr>
        <p:grpSpPr>
          <a:xfrm>
            <a:off x="852415" y="1858996"/>
            <a:ext cx="313273" cy="74585"/>
            <a:chOff x="3655625" y="914400"/>
            <a:chExt cx="2743200" cy="690600"/>
          </a:xfrm>
        </p:grpSpPr>
        <p:sp>
          <p:nvSpPr>
            <p:cNvPr id="6143" name="Google Shape;6143;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44" name="Google Shape;6144;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45" name="Google Shape;6145;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146" name="Google Shape;6146;p61"/>
          <p:cNvGrpSpPr/>
          <p:nvPr/>
        </p:nvGrpSpPr>
        <p:grpSpPr>
          <a:xfrm>
            <a:off x="1309615" y="1858996"/>
            <a:ext cx="313273" cy="74585"/>
            <a:chOff x="3655625" y="914400"/>
            <a:chExt cx="2743200" cy="690600"/>
          </a:xfrm>
        </p:grpSpPr>
        <p:sp>
          <p:nvSpPr>
            <p:cNvPr id="6147" name="Google Shape;6147;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48" name="Google Shape;6148;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49" name="Google Shape;6149;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150" name="Google Shape;6150;p61"/>
          <p:cNvCxnSpPr>
            <a:stCxn id="6143" idx="0"/>
          </p:cNvCxnSpPr>
          <p:nvPr/>
        </p:nvCxnSpPr>
        <p:spPr>
          <a:xfrm rot="10800000">
            <a:off x="1009052" y="1686196"/>
            <a:ext cx="0" cy="172800"/>
          </a:xfrm>
          <a:prstGeom prst="straightConnector1">
            <a:avLst/>
          </a:prstGeom>
          <a:noFill/>
          <a:ln cap="flat" cmpd="sng" w="9525">
            <a:solidFill>
              <a:schemeClr val="dk2"/>
            </a:solidFill>
            <a:prstDash val="solid"/>
            <a:round/>
            <a:headEnd len="med" w="med" type="none"/>
            <a:tailEnd len="med" w="med" type="none"/>
          </a:ln>
        </p:spPr>
      </p:cxnSp>
      <p:cxnSp>
        <p:nvCxnSpPr>
          <p:cNvPr id="6151" name="Google Shape;6151;p61"/>
          <p:cNvCxnSpPr>
            <a:stCxn id="6147" idx="0"/>
          </p:cNvCxnSpPr>
          <p:nvPr/>
        </p:nvCxnSpPr>
        <p:spPr>
          <a:xfrm rot="10800000">
            <a:off x="1466252" y="1687696"/>
            <a:ext cx="0" cy="171300"/>
          </a:xfrm>
          <a:prstGeom prst="straightConnector1">
            <a:avLst/>
          </a:prstGeom>
          <a:noFill/>
          <a:ln cap="flat" cmpd="sng" w="9525">
            <a:solidFill>
              <a:schemeClr val="dk2"/>
            </a:solidFill>
            <a:prstDash val="solid"/>
            <a:round/>
            <a:headEnd len="med" w="med" type="none"/>
            <a:tailEnd len="med" w="med" type="none"/>
          </a:ln>
        </p:spPr>
      </p:cxnSp>
      <p:cxnSp>
        <p:nvCxnSpPr>
          <p:cNvPr id="6152" name="Google Shape;6152;p61"/>
          <p:cNvCxnSpPr>
            <a:stCxn id="6127" idx="0"/>
            <a:endCxn id="6139" idx="0"/>
          </p:cNvCxnSpPr>
          <p:nvPr/>
        </p:nvCxnSpPr>
        <p:spPr>
          <a:xfrm rot="5400000">
            <a:off x="1561465" y="371058"/>
            <a:ext cx="478200" cy="2497500"/>
          </a:xfrm>
          <a:prstGeom prst="bentConnector3">
            <a:avLst>
              <a:gd fmla="val -33802" name="adj1"/>
            </a:avLst>
          </a:prstGeom>
          <a:noFill/>
          <a:ln cap="flat" cmpd="sng" w="9525">
            <a:solidFill>
              <a:schemeClr val="dk2"/>
            </a:solidFill>
            <a:prstDash val="solid"/>
            <a:round/>
            <a:headEnd len="med" w="med" type="none"/>
            <a:tailEnd len="med" w="med" type="none"/>
          </a:ln>
        </p:spPr>
      </p:cxnSp>
      <p:cxnSp>
        <p:nvCxnSpPr>
          <p:cNvPr id="6153" name="Google Shape;6153;p61"/>
          <p:cNvCxnSpPr>
            <a:stCxn id="6131" idx="0"/>
            <a:endCxn id="6139" idx="0"/>
          </p:cNvCxnSpPr>
          <p:nvPr/>
        </p:nvCxnSpPr>
        <p:spPr>
          <a:xfrm rot="5400000">
            <a:off x="1786465" y="139054"/>
            <a:ext cx="485400" cy="2954700"/>
          </a:xfrm>
          <a:prstGeom prst="bentConnector3">
            <a:avLst>
              <a:gd fmla="val -25902" name="adj1"/>
            </a:avLst>
          </a:prstGeom>
          <a:noFill/>
          <a:ln cap="flat" cmpd="sng" w="9525">
            <a:solidFill>
              <a:schemeClr val="dk2"/>
            </a:solidFill>
            <a:prstDash val="solid"/>
            <a:round/>
            <a:headEnd len="med" w="med" type="none"/>
            <a:tailEnd len="med" w="med" type="none"/>
          </a:ln>
        </p:spPr>
      </p:cxnSp>
      <p:cxnSp>
        <p:nvCxnSpPr>
          <p:cNvPr id="6154" name="Google Shape;6154;p61"/>
          <p:cNvCxnSpPr>
            <a:stCxn id="6135" idx="0"/>
            <a:endCxn id="6139" idx="0"/>
          </p:cNvCxnSpPr>
          <p:nvPr/>
        </p:nvCxnSpPr>
        <p:spPr>
          <a:xfrm rot="5400000">
            <a:off x="2015065" y="-89546"/>
            <a:ext cx="485400" cy="3411900"/>
          </a:xfrm>
          <a:prstGeom prst="bentConnector3">
            <a:avLst>
              <a:gd fmla="val -18009" name="adj1"/>
            </a:avLst>
          </a:prstGeom>
          <a:noFill/>
          <a:ln cap="flat" cmpd="sng" w="9525">
            <a:solidFill>
              <a:schemeClr val="dk2"/>
            </a:solidFill>
            <a:prstDash val="solid"/>
            <a:round/>
            <a:headEnd len="med" w="med" type="none"/>
            <a:tailEnd len="med" w="med" type="none"/>
          </a:ln>
        </p:spPr>
      </p:cxnSp>
      <p:cxnSp>
        <p:nvCxnSpPr>
          <p:cNvPr id="6155" name="Google Shape;6155;p61"/>
          <p:cNvCxnSpPr>
            <a:stCxn id="6143" idx="0"/>
          </p:cNvCxnSpPr>
          <p:nvPr/>
        </p:nvCxnSpPr>
        <p:spPr>
          <a:xfrm rot="10800000">
            <a:off x="1009052" y="1218196"/>
            <a:ext cx="0" cy="640800"/>
          </a:xfrm>
          <a:prstGeom prst="straightConnector1">
            <a:avLst/>
          </a:prstGeom>
          <a:noFill/>
          <a:ln cap="flat" cmpd="sng" w="9525">
            <a:solidFill>
              <a:schemeClr val="dk2"/>
            </a:solidFill>
            <a:prstDash val="solid"/>
            <a:round/>
            <a:headEnd len="med" w="med" type="none"/>
            <a:tailEnd len="med" w="med" type="none"/>
          </a:ln>
        </p:spPr>
      </p:cxnSp>
      <p:cxnSp>
        <p:nvCxnSpPr>
          <p:cNvPr id="6156" name="Google Shape;6156;p61"/>
          <p:cNvCxnSpPr>
            <a:stCxn id="6147" idx="0"/>
          </p:cNvCxnSpPr>
          <p:nvPr/>
        </p:nvCxnSpPr>
        <p:spPr>
          <a:xfrm rot="10800000">
            <a:off x="1466252" y="1221796"/>
            <a:ext cx="0" cy="637200"/>
          </a:xfrm>
          <a:prstGeom prst="straightConnector1">
            <a:avLst/>
          </a:prstGeom>
          <a:noFill/>
          <a:ln cap="flat" cmpd="sng" w="9525">
            <a:solidFill>
              <a:schemeClr val="dk2"/>
            </a:solidFill>
            <a:prstDash val="solid"/>
            <a:round/>
            <a:headEnd len="med" w="med" type="none"/>
            <a:tailEnd len="med" w="med" type="none"/>
          </a:ln>
        </p:spPr>
      </p:cxnSp>
      <p:grpSp>
        <p:nvGrpSpPr>
          <p:cNvPr id="6157" name="Google Shape;6157;p61"/>
          <p:cNvGrpSpPr/>
          <p:nvPr/>
        </p:nvGrpSpPr>
        <p:grpSpPr>
          <a:xfrm rot="-5400000">
            <a:off x="330381" y="2771949"/>
            <a:ext cx="109798" cy="26302"/>
            <a:chOff x="4885225" y="945750"/>
            <a:chExt cx="311926" cy="74700"/>
          </a:xfrm>
        </p:grpSpPr>
        <p:sp>
          <p:nvSpPr>
            <p:cNvPr id="6158" name="Google Shape;6158;p61"/>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59" name="Google Shape;6159;p61"/>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60" name="Google Shape;6160;p61"/>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6161" name="Google Shape;6161;p61"/>
          <p:cNvGrpSpPr/>
          <p:nvPr/>
        </p:nvGrpSpPr>
        <p:grpSpPr>
          <a:xfrm>
            <a:off x="2896103" y="722118"/>
            <a:ext cx="313273" cy="74585"/>
            <a:chOff x="3655625" y="914400"/>
            <a:chExt cx="2743200" cy="690600"/>
          </a:xfrm>
        </p:grpSpPr>
        <p:sp>
          <p:nvSpPr>
            <p:cNvPr id="6162" name="Google Shape;6162;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63" name="Google Shape;6163;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64" name="Google Shape;6164;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165" name="Google Shape;6165;p61"/>
          <p:cNvGrpSpPr/>
          <p:nvPr/>
        </p:nvGrpSpPr>
        <p:grpSpPr>
          <a:xfrm>
            <a:off x="3353303" y="722118"/>
            <a:ext cx="313273" cy="74585"/>
            <a:chOff x="3655625" y="914400"/>
            <a:chExt cx="2743200" cy="690600"/>
          </a:xfrm>
        </p:grpSpPr>
        <p:sp>
          <p:nvSpPr>
            <p:cNvPr id="6166" name="Google Shape;6166;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67" name="Google Shape;6167;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68" name="Google Shape;6168;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169" name="Google Shape;6169;p61"/>
          <p:cNvGrpSpPr/>
          <p:nvPr/>
        </p:nvGrpSpPr>
        <p:grpSpPr>
          <a:xfrm>
            <a:off x="3810503" y="722118"/>
            <a:ext cx="313273" cy="74585"/>
            <a:chOff x="3655625" y="914400"/>
            <a:chExt cx="2743200" cy="690600"/>
          </a:xfrm>
        </p:grpSpPr>
        <p:sp>
          <p:nvSpPr>
            <p:cNvPr id="6170" name="Google Shape;6170;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71" name="Google Shape;6171;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72" name="Google Shape;6172;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173" name="Google Shape;6173;p61"/>
          <p:cNvSpPr txBox="1"/>
          <p:nvPr/>
        </p:nvSpPr>
        <p:spPr>
          <a:xfrm>
            <a:off x="2814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6174" name="Google Shape;6174;p61"/>
          <p:cNvSpPr txBox="1"/>
          <p:nvPr/>
        </p:nvSpPr>
        <p:spPr>
          <a:xfrm>
            <a:off x="3339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6175" name="Google Shape;6175;p61"/>
          <p:cNvSpPr txBox="1"/>
          <p:nvPr/>
        </p:nvSpPr>
        <p:spPr>
          <a:xfrm>
            <a:off x="3754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6176" name="Google Shape;6176;p61"/>
          <p:cNvGrpSpPr/>
          <p:nvPr/>
        </p:nvGrpSpPr>
        <p:grpSpPr>
          <a:xfrm>
            <a:off x="4264403" y="3955308"/>
            <a:ext cx="313273" cy="74585"/>
            <a:chOff x="3655625" y="914400"/>
            <a:chExt cx="2743200" cy="690600"/>
          </a:xfrm>
        </p:grpSpPr>
        <p:sp>
          <p:nvSpPr>
            <p:cNvPr id="6177" name="Google Shape;6177;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78" name="Google Shape;6178;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79" name="Google Shape;6179;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180" name="Google Shape;6180;p61"/>
          <p:cNvGrpSpPr/>
          <p:nvPr/>
        </p:nvGrpSpPr>
        <p:grpSpPr>
          <a:xfrm>
            <a:off x="4264403" y="3498108"/>
            <a:ext cx="313273" cy="74585"/>
            <a:chOff x="3655625" y="914400"/>
            <a:chExt cx="2743200" cy="690600"/>
          </a:xfrm>
        </p:grpSpPr>
        <p:sp>
          <p:nvSpPr>
            <p:cNvPr id="6181" name="Google Shape;6181;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82" name="Google Shape;6182;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83" name="Google Shape;6183;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184" name="Google Shape;6184;p61"/>
          <p:cNvCxnSpPr>
            <a:stCxn id="6086" idx="0"/>
            <a:endCxn id="6181" idx="2"/>
          </p:cNvCxnSpPr>
          <p:nvPr/>
        </p:nvCxnSpPr>
        <p:spPr>
          <a:xfrm flipH="1" rot="10800000">
            <a:off x="3049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6185" name="Google Shape;6185;p61"/>
          <p:cNvCxnSpPr>
            <a:stCxn id="6091" idx="0"/>
            <a:endCxn id="6181" idx="2"/>
          </p:cNvCxnSpPr>
          <p:nvPr/>
        </p:nvCxnSpPr>
        <p:spPr>
          <a:xfrm flipH="1" rot="10800000">
            <a:off x="3506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186" name="Google Shape;6186;p61"/>
          <p:cNvCxnSpPr>
            <a:stCxn id="6096" idx="0"/>
            <a:endCxn id="6181" idx="2"/>
          </p:cNvCxnSpPr>
          <p:nvPr/>
        </p:nvCxnSpPr>
        <p:spPr>
          <a:xfrm flipH="1" rot="10800000">
            <a:off x="3963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187" name="Google Shape;6187;p61"/>
          <p:cNvCxnSpPr>
            <a:stCxn id="6177" idx="0"/>
            <a:endCxn id="6181" idx="2"/>
          </p:cNvCxnSpPr>
          <p:nvPr/>
        </p:nvCxnSpPr>
        <p:spPr>
          <a:xfrm rot="10800000">
            <a:off x="4421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6188" name="Google Shape;6188;p61"/>
          <p:cNvSpPr/>
          <p:nvPr/>
        </p:nvSpPr>
        <p:spPr>
          <a:xfrm>
            <a:off x="2839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6189" name="Google Shape;6189;p61"/>
          <p:cNvGrpSpPr/>
          <p:nvPr/>
        </p:nvGrpSpPr>
        <p:grpSpPr>
          <a:xfrm>
            <a:off x="2896103" y="2801514"/>
            <a:ext cx="313273" cy="74585"/>
            <a:chOff x="3655625" y="914400"/>
            <a:chExt cx="2743200" cy="690600"/>
          </a:xfrm>
        </p:grpSpPr>
        <p:sp>
          <p:nvSpPr>
            <p:cNvPr id="6190" name="Google Shape;6190;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91" name="Google Shape;6191;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92" name="Google Shape;6192;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193" name="Google Shape;6193;p61"/>
          <p:cNvGrpSpPr/>
          <p:nvPr/>
        </p:nvGrpSpPr>
        <p:grpSpPr>
          <a:xfrm>
            <a:off x="3353303" y="2801514"/>
            <a:ext cx="313273" cy="74585"/>
            <a:chOff x="3655625" y="914400"/>
            <a:chExt cx="2743200" cy="690600"/>
          </a:xfrm>
        </p:grpSpPr>
        <p:sp>
          <p:nvSpPr>
            <p:cNvPr id="6194" name="Google Shape;6194;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95" name="Google Shape;6195;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196" name="Google Shape;6196;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197" name="Google Shape;6197;p61"/>
          <p:cNvGrpSpPr/>
          <p:nvPr/>
        </p:nvGrpSpPr>
        <p:grpSpPr>
          <a:xfrm>
            <a:off x="3810503" y="2801514"/>
            <a:ext cx="313273" cy="74585"/>
            <a:chOff x="3655625" y="914400"/>
            <a:chExt cx="2743200" cy="690600"/>
          </a:xfrm>
        </p:grpSpPr>
        <p:sp>
          <p:nvSpPr>
            <p:cNvPr id="6198" name="Google Shape;6198;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99" name="Google Shape;6199;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00" name="Google Shape;6200;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201" name="Google Shape;6201;p61"/>
          <p:cNvGrpSpPr/>
          <p:nvPr/>
        </p:nvGrpSpPr>
        <p:grpSpPr>
          <a:xfrm>
            <a:off x="2896103" y="2580063"/>
            <a:ext cx="313273" cy="74585"/>
            <a:chOff x="3655625" y="914400"/>
            <a:chExt cx="2743200" cy="690600"/>
          </a:xfrm>
        </p:grpSpPr>
        <p:sp>
          <p:nvSpPr>
            <p:cNvPr id="6202" name="Google Shape;6202;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03" name="Google Shape;6203;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04" name="Google Shape;6204;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205" name="Google Shape;6205;p61"/>
          <p:cNvGrpSpPr/>
          <p:nvPr/>
        </p:nvGrpSpPr>
        <p:grpSpPr>
          <a:xfrm>
            <a:off x="3353303" y="2580063"/>
            <a:ext cx="313273" cy="74585"/>
            <a:chOff x="3655625" y="914400"/>
            <a:chExt cx="2743200" cy="690600"/>
          </a:xfrm>
        </p:grpSpPr>
        <p:sp>
          <p:nvSpPr>
            <p:cNvPr id="6206" name="Google Shape;6206;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07" name="Google Shape;6207;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08" name="Google Shape;6208;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209" name="Google Shape;6209;p61"/>
          <p:cNvGrpSpPr/>
          <p:nvPr/>
        </p:nvGrpSpPr>
        <p:grpSpPr>
          <a:xfrm>
            <a:off x="3810503" y="2580063"/>
            <a:ext cx="313273" cy="74585"/>
            <a:chOff x="3655625" y="914400"/>
            <a:chExt cx="2743200" cy="690600"/>
          </a:xfrm>
        </p:grpSpPr>
        <p:sp>
          <p:nvSpPr>
            <p:cNvPr id="6210" name="Google Shape;6210;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11" name="Google Shape;6211;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12" name="Google Shape;6212;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213" name="Google Shape;6213;p61"/>
          <p:cNvCxnSpPr>
            <a:stCxn id="6190" idx="0"/>
            <a:endCxn id="6202" idx="2"/>
          </p:cNvCxnSpPr>
          <p:nvPr/>
        </p:nvCxnSpPr>
        <p:spPr>
          <a:xfrm rot="10800000">
            <a:off x="3052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214" name="Google Shape;6214;p61"/>
          <p:cNvCxnSpPr>
            <a:stCxn id="6198" idx="0"/>
            <a:endCxn id="6210" idx="2"/>
          </p:cNvCxnSpPr>
          <p:nvPr/>
        </p:nvCxnSpPr>
        <p:spPr>
          <a:xfrm rot="10800000">
            <a:off x="3967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215" name="Google Shape;6215;p61"/>
          <p:cNvCxnSpPr>
            <a:stCxn id="6194" idx="0"/>
            <a:endCxn id="6206" idx="2"/>
          </p:cNvCxnSpPr>
          <p:nvPr/>
        </p:nvCxnSpPr>
        <p:spPr>
          <a:xfrm rot="10800000">
            <a:off x="3509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6216" name="Google Shape;6216;p61"/>
          <p:cNvGrpSpPr/>
          <p:nvPr/>
        </p:nvGrpSpPr>
        <p:grpSpPr>
          <a:xfrm>
            <a:off x="4267703" y="2804397"/>
            <a:ext cx="313273" cy="74585"/>
            <a:chOff x="3655625" y="914400"/>
            <a:chExt cx="2743200" cy="690600"/>
          </a:xfrm>
        </p:grpSpPr>
        <p:sp>
          <p:nvSpPr>
            <p:cNvPr id="6217" name="Google Shape;6217;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18" name="Google Shape;6218;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19" name="Google Shape;6219;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220" name="Google Shape;6220;p61"/>
          <p:cNvGrpSpPr/>
          <p:nvPr/>
        </p:nvGrpSpPr>
        <p:grpSpPr>
          <a:xfrm>
            <a:off x="4267703" y="2576499"/>
            <a:ext cx="313273" cy="74585"/>
            <a:chOff x="3655625" y="914400"/>
            <a:chExt cx="2743200" cy="690600"/>
          </a:xfrm>
        </p:grpSpPr>
        <p:sp>
          <p:nvSpPr>
            <p:cNvPr id="6221" name="Google Shape;6221;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22" name="Google Shape;6222;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23" name="Google Shape;6223;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224" name="Google Shape;6224;p61"/>
          <p:cNvCxnSpPr>
            <a:stCxn id="6217" idx="0"/>
            <a:endCxn id="6221" idx="2"/>
          </p:cNvCxnSpPr>
          <p:nvPr/>
        </p:nvCxnSpPr>
        <p:spPr>
          <a:xfrm rot="10800000">
            <a:off x="4424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6225" name="Google Shape;6225;p61"/>
          <p:cNvSpPr txBox="1"/>
          <p:nvPr/>
        </p:nvSpPr>
        <p:spPr>
          <a:xfrm>
            <a:off x="2753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6226" name="Google Shape;6226;p61"/>
          <p:cNvGrpSpPr/>
          <p:nvPr/>
        </p:nvGrpSpPr>
        <p:grpSpPr>
          <a:xfrm>
            <a:off x="4264266" y="722118"/>
            <a:ext cx="313273" cy="74585"/>
            <a:chOff x="3655625" y="914400"/>
            <a:chExt cx="2743200" cy="690600"/>
          </a:xfrm>
        </p:grpSpPr>
        <p:sp>
          <p:nvSpPr>
            <p:cNvPr id="6227" name="Google Shape;6227;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28" name="Google Shape;6228;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29" name="Google Shape;6229;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230" name="Google Shape;6230;p61"/>
          <p:cNvSpPr txBox="1"/>
          <p:nvPr/>
        </p:nvSpPr>
        <p:spPr>
          <a:xfrm>
            <a:off x="4179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6231" name="Google Shape;6231;p61"/>
          <p:cNvGrpSpPr/>
          <p:nvPr/>
        </p:nvGrpSpPr>
        <p:grpSpPr>
          <a:xfrm>
            <a:off x="4264278" y="1373704"/>
            <a:ext cx="313273" cy="74585"/>
            <a:chOff x="3655625" y="914400"/>
            <a:chExt cx="2743200" cy="690600"/>
          </a:xfrm>
        </p:grpSpPr>
        <p:sp>
          <p:nvSpPr>
            <p:cNvPr id="6232" name="Google Shape;6232;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33" name="Google Shape;6233;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34" name="Google Shape;6234;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235" name="Google Shape;6235;p61"/>
          <p:cNvCxnSpPr>
            <a:stCxn id="6232" idx="0"/>
            <a:endCxn id="6139" idx="0"/>
          </p:cNvCxnSpPr>
          <p:nvPr/>
        </p:nvCxnSpPr>
        <p:spPr>
          <a:xfrm rot="5400000">
            <a:off x="2243665" y="-318146"/>
            <a:ext cx="485400" cy="3869100"/>
          </a:xfrm>
          <a:prstGeom prst="bentConnector3">
            <a:avLst>
              <a:gd fmla="val -11875" name="adj1"/>
            </a:avLst>
          </a:prstGeom>
          <a:noFill/>
          <a:ln cap="flat" cmpd="sng" w="9525">
            <a:solidFill>
              <a:schemeClr val="dk2"/>
            </a:solidFill>
            <a:prstDash val="solid"/>
            <a:round/>
            <a:headEnd len="med" w="med" type="none"/>
            <a:tailEnd len="med" w="med" type="none"/>
          </a:ln>
        </p:spPr>
      </p:cxnSp>
      <p:sp>
        <p:nvSpPr>
          <p:cNvPr id="6236" name="Google Shape;6236;p61"/>
          <p:cNvSpPr/>
          <p:nvPr/>
        </p:nvSpPr>
        <p:spPr>
          <a:xfrm>
            <a:off x="2856897" y="3189900"/>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6237" name="Google Shape;6237;p61"/>
          <p:cNvGrpSpPr/>
          <p:nvPr/>
        </p:nvGrpSpPr>
        <p:grpSpPr>
          <a:xfrm>
            <a:off x="3363678" y="3253799"/>
            <a:ext cx="313273" cy="74585"/>
            <a:chOff x="3655625" y="914400"/>
            <a:chExt cx="2743200" cy="690600"/>
          </a:xfrm>
        </p:grpSpPr>
        <p:sp>
          <p:nvSpPr>
            <p:cNvPr id="6238" name="Google Shape;6238;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39" name="Google Shape;6239;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40" name="Google Shape;6240;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241" name="Google Shape;6241;p61"/>
          <p:cNvGrpSpPr/>
          <p:nvPr/>
        </p:nvGrpSpPr>
        <p:grpSpPr>
          <a:xfrm>
            <a:off x="3820878" y="3253799"/>
            <a:ext cx="313273" cy="74585"/>
            <a:chOff x="3655625" y="914400"/>
            <a:chExt cx="2743200" cy="690600"/>
          </a:xfrm>
        </p:grpSpPr>
        <p:sp>
          <p:nvSpPr>
            <p:cNvPr id="6242" name="Google Shape;6242;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43" name="Google Shape;6243;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44" name="Google Shape;6244;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245" name="Google Shape;6245;p61"/>
          <p:cNvGrpSpPr/>
          <p:nvPr/>
        </p:nvGrpSpPr>
        <p:grpSpPr>
          <a:xfrm>
            <a:off x="4278078" y="3253799"/>
            <a:ext cx="313273" cy="74585"/>
            <a:chOff x="3655625" y="914400"/>
            <a:chExt cx="2743200" cy="690600"/>
          </a:xfrm>
        </p:grpSpPr>
        <p:sp>
          <p:nvSpPr>
            <p:cNvPr id="6246" name="Google Shape;6246;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47" name="Google Shape;6247;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48" name="Google Shape;6248;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249" name="Google Shape;6249;p61"/>
          <p:cNvGrpSpPr/>
          <p:nvPr/>
        </p:nvGrpSpPr>
        <p:grpSpPr>
          <a:xfrm>
            <a:off x="2906478" y="3253799"/>
            <a:ext cx="313200" cy="74700"/>
            <a:chOff x="5335131" y="2757062"/>
            <a:chExt cx="313200" cy="74700"/>
          </a:xfrm>
        </p:grpSpPr>
        <p:sp>
          <p:nvSpPr>
            <p:cNvPr id="6250" name="Google Shape;6250;p61"/>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51" name="Google Shape;6251;p61"/>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6252" name="Google Shape;6252;p61"/>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cxnSp>
        <p:nvCxnSpPr>
          <p:cNvPr id="6253" name="Google Shape;6253;p61"/>
          <p:cNvCxnSpPr/>
          <p:nvPr/>
        </p:nvCxnSpPr>
        <p:spPr>
          <a:xfrm>
            <a:off x="5202125" y="-10475"/>
            <a:ext cx="0" cy="5181300"/>
          </a:xfrm>
          <a:prstGeom prst="straightConnector1">
            <a:avLst/>
          </a:prstGeom>
          <a:noFill/>
          <a:ln cap="flat" cmpd="sng" w="19050">
            <a:solidFill>
              <a:schemeClr val="dk2"/>
            </a:solidFill>
            <a:prstDash val="dash"/>
            <a:round/>
            <a:headEnd len="med" w="med" type="none"/>
            <a:tailEnd len="med" w="med" type="none"/>
          </a:ln>
        </p:spPr>
      </p:cxnSp>
      <p:sp>
        <p:nvSpPr>
          <p:cNvPr id="6254" name="Google Shape;6254;p61"/>
          <p:cNvSpPr/>
          <p:nvPr/>
        </p:nvSpPr>
        <p:spPr>
          <a:xfrm>
            <a:off x="5480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6255" name="Google Shape;6255;p61"/>
          <p:cNvSpPr txBox="1"/>
          <p:nvPr/>
        </p:nvSpPr>
        <p:spPr>
          <a:xfrm>
            <a:off x="6080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6256" name="Google Shape;6256;p61"/>
          <p:cNvSpPr txBox="1"/>
          <p:nvPr/>
        </p:nvSpPr>
        <p:spPr>
          <a:xfrm>
            <a:off x="6624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6257" name="Google Shape;6257;p61"/>
          <p:cNvSpPr txBox="1"/>
          <p:nvPr/>
        </p:nvSpPr>
        <p:spPr>
          <a:xfrm>
            <a:off x="6968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6258" name="Google Shape;6258;p61"/>
          <p:cNvSpPr/>
          <p:nvPr/>
        </p:nvSpPr>
        <p:spPr>
          <a:xfrm>
            <a:off x="5607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6259" name="Google Shape;6259;p61"/>
          <p:cNvSpPr/>
          <p:nvPr/>
        </p:nvSpPr>
        <p:spPr>
          <a:xfrm>
            <a:off x="5656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260" name="Google Shape;6260;p61"/>
          <p:cNvGrpSpPr/>
          <p:nvPr/>
        </p:nvGrpSpPr>
        <p:grpSpPr>
          <a:xfrm>
            <a:off x="7074056" y="3444952"/>
            <a:ext cx="313273" cy="74585"/>
            <a:chOff x="3655625" y="914400"/>
            <a:chExt cx="2743200" cy="690600"/>
          </a:xfrm>
        </p:grpSpPr>
        <p:sp>
          <p:nvSpPr>
            <p:cNvPr id="6261" name="Google Shape;6261;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62" name="Google Shape;6262;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63" name="Google Shape;6263;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264" name="Google Shape;6264;p61"/>
          <p:cNvSpPr txBox="1"/>
          <p:nvPr/>
        </p:nvSpPr>
        <p:spPr>
          <a:xfrm>
            <a:off x="7463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6265" name="Google Shape;6265;p61"/>
          <p:cNvGrpSpPr/>
          <p:nvPr/>
        </p:nvGrpSpPr>
        <p:grpSpPr>
          <a:xfrm>
            <a:off x="7531256" y="3444952"/>
            <a:ext cx="313273" cy="74585"/>
            <a:chOff x="3655625" y="914400"/>
            <a:chExt cx="2743200" cy="690600"/>
          </a:xfrm>
        </p:grpSpPr>
        <p:sp>
          <p:nvSpPr>
            <p:cNvPr id="6266" name="Google Shape;6266;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67" name="Google Shape;6267;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68" name="Google Shape;6268;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269" name="Google Shape;6269;p61"/>
          <p:cNvSpPr txBox="1"/>
          <p:nvPr/>
        </p:nvSpPr>
        <p:spPr>
          <a:xfrm>
            <a:off x="7967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6270" name="Google Shape;6270;p61"/>
          <p:cNvGrpSpPr/>
          <p:nvPr/>
        </p:nvGrpSpPr>
        <p:grpSpPr>
          <a:xfrm>
            <a:off x="7988456" y="3444952"/>
            <a:ext cx="313273" cy="74585"/>
            <a:chOff x="3655625" y="914400"/>
            <a:chExt cx="2743200" cy="690600"/>
          </a:xfrm>
        </p:grpSpPr>
        <p:sp>
          <p:nvSpPr>
            <p:cNvPr id="6271" name="Google Shape;6271;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72" name="Google Shape;6272;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73" name="Google Shape;6273;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274" name="Google Shape;6274;p61"/>
          <p:cNvSpPr txBox="1"/>
          <p:nvPr/>
        </p:nvSpPr>
        <p:spPr>
          <a:xfrm>
            <a:off x="8393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6275" name="Google Shape;6275;p61"/>
          <p:cNvGrpSpPr/>
          <p:nvPr/>
        </p:nvGrpSpPr>
        <p:grpSpPr>
          <a:xfrm>
            <a:off x="7074056" y="2987752"/>
            <a:ext cx="313273" cy="74585"/>
            <a:chOff x="3655625" y="914400"/>
            <a:chExt cx="2743200" cy="690600"/>
          </a:xfrm>
        </p:grpSpPr>
        <p:sp>
          <p:nvSpPr>
            <p:cNvPr id="6276" name="Google Shape;6276;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77" name="Google Shape;6277;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78" name="Google Shape;6278;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279" name="Google Shape;6279;p61"/>
          <p:cNvGrpSpPr/>
          <p:nvPr/>
        </p:nvGrpSpPr>
        <p:grpSpPr>
          <a:xfrm>
            <a:off x="7531256" y="2987752"/>
            <a:ext cx="313273" cy="74585"/>
            <a:chOff x="3655625" y="914400"/>
            <a:chExt cx="2743200" cy="690600"/>
          </a:xfrm>
        </p:grpSpPr>
        <p:sp>
          <p:nvSpPr>
            <p:cNvPr id="6280" name="Google Shape;6280;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81" name="Google Shape;6281;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82" name="Google Shape;6282;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283" name="Google Shape;6283;p61"/>
          <p:cNvGrpSpPr/>
          <p:nvPr/>
        </p:nvGrpSpPr>
        <p:grpSpPr>
          <a:xfrm>
            <a:off x="7988456" y="2987752"/>
            <a:ext cx="313273" cy="74585"/>
            <a:chOff x="3655625" y="914400"/>
            <a:chExt cx="2743200" cy="690600"/>
          </a:xfrm>
        </p:grpSpPr>
        <p:sp>
          <p:nvSpPr>
            <p:cNvPr id="6284" name="Google Shape;6284;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285" name="Google Shape;6285;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286" name="Google Shape;6286;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287" name="Google Shape;6287;p61"/>
          <p:cNvCxnSpPr>
            <a:stCxn id="6261" idx="0"/>
          </p:cNvCxnSpPr>
          <p:nvPr/>
        </p:nvCxnSpPr>
        <p:spPr>
          <a:xfrm rot="10800000">
            <a:off x="7230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288" name="Google Shape;6288;p61"/>
          <p:cNvCxnSpPr>
            <a:stCxn id="6261" idx="0"/>
            <a:endCxn id="6280" idx="2"/>
          </p:cNvCxnSpPr>
          <p:nvPr/>
        </p:nvCxnSpPr>
        <p:spPr>
          <a:xfrm flipH="1" rot="10800000">
            <a:off x="7230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289" name="Google Shape;6289;p61"/>
          <p:cNvCxnSpPr>
            <a:stCxn id="6261" idx="0"/>
            <a:endCxn id="6284" idx="2"/>
          </p:cNvCxnSpPr>
          <p:nvPr/>
        </p:nvCxnSpPr>
        <p:spPr>
          <a:xfrm flipH="1" rot="10800000">
            <a:off x="7230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290" name="Google Shape;6290;p61"/>
          <p:cNvCxnSpPr>
            <a:stCxn id="6266" idx="0"/>
            <a:endCxn id="6280" idx="2"/>
          </p:cNvCxnSpPr>
          <p:nvPr/>
        </p:nvCxnSpPr>
        <p:spPr>
          <a:xfrm rot="10800000">
            <a:off x="7687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291" name="Google Shape;6291;p61"/>
          <p:cNvCxnSpPr>
            <a:stCxn id="6271" idx="0"/>
            <a:endCxn id="6284" idx="2"/>
          </p:cNvCxnSpPr>
          <p:nvPr/>
        </p:nvCxnSpPr>
        <p:spPr>
          <a:xfrm rot="10800000">
            <a:off x="8145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292" name="Google Shape;6292;p61"/>
          <p:cNvCxnSpPr>
            <a:stCxn id="6266" idx="0"/>
            <a:endCxn id="6284" idx="2"/>
          </p:cNvCxnSpPr>
          <p:nvPr/>
        </p:nvCxnSpPr>
        <p:spPr>
          <a:xfrm flipH="1" rot="10800000">
            <a:off x="7687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6293" name="Google Shape;6293;p61"/>
          <p:cNvGrpSpPr/>
          <p:nvPr/>
        </p:nvGrpSpPr>
        <p:grpSpPr>
          <a:xfrm rot="-5400000">
            <a:off x="7179088" y="2142702"/>
            <a:ext cx="109798" cy="26302"/>
            <a:chOff x="4885225" y="945750"/>
            <a:chExt cx="311926" cy="74700"/>
          </a:xfrm>
        </p:grpSpPr>
        <p:sp>
          <p:nvSpPr>
            <p:cNvPr id="6294" name="Google Shape;6294;p61"/>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95" name="Google Shape;6295;p61"/>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96" name="Google Shape;6296;p61"/>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297" name="Google Shape;6297;p61"/>
          <p:cNvSpPr/>
          <p:nvPr/>
        </p:nvSpPr>
        <p:spPr>
          <a:xfrm>
            <a:off x="5607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6298" name="Google Shape;6298;p61"/>
          <p:cNvSpPr/>
          <p:nvPr/>
        </p:nvSpPr>
        <p:spPr>
          <a:xfrm>
            <a:off x="5655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6299" name="Google Shape;6299;p61"/>
          <p:cNvSpPr/>
          <p:nvPr/>
        </p:nvSpPr>
        <p:spPr>
          <a:xfrm>
            <a:off x="5656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6300" name="Google Shape;6300;p61"/>
          <p:cNvSpPr/>
          <p:nvPr/>
        </p:nvSpPr>
        <p:spPr>
          <a:xfrm>
            <a:off x="5656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6301" name="Google Shape;6301;p61"/>
          <p:cNvGrpSpPr/>
          <p:nvPr/>
        </p:nvGrpSpPr>
        <p:grpSpPr>
          <a:xfrm>
            <a:off x="7077356" y="2758466"/>
            <a:ext cx="313273" cy="74585"/>
            <a:chOff x="3655625" y="914400"/>
            <a:chExt cx="2743200" cy="690600"/>
          </a:xfrm>
        </p:grpSpPr>
        <p:sp>
          <p:nvSpPr>
            <p:cNvPr id="6302" name="Google Shape;6302;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03" name="Google Shape;6303;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04" name="Google Shape;6304;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05" name="Google Shape;6305;p61"/>
          <p:cNvGrpSpPr/>
          <p:nvPr/>
        </p:nvGrpSpPr>
        <p:grpSpPr>
          <a:xfrm>
            <a:off x="7534556" y="2758466"/>
            <a:ext cx="313273" cy="74585"/>
            <a:chOff x="3655625" y="914400"/>
            <a:chExt cx="2743200" cy="690600"/>
          </a:xfrm>
        </p:grpSpPr>
        <p:sp>
          <p:nvSpPr>
            <p:cNvPr id="6306" name="Google Shape;6306;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07" name="Google Shape;6307;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08" name="Google Shape;6308;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09" name="Google Shape;6309;p61"/>
          <p:cNvGrpSpPr/>
          <p:nvPr/>
        </p:nvGrpSpPr>
        <p:grpSpPr>
          <a:xfrm>
            <a:off x="7991756" y="2758466"/>
            <a:ext cx="313273" cy="74585"/>
            <a:chOff x="3655625" y="914400"/>
            <a:chExt cx="2743200" cy="690600"/>
          </a:xfrm>
        </p:grpSpPr>
        <p:sp>
          <p:nvSpPr>
            <p:cNvPr id="6310" name="Google Shape;6310;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11" name="Google Shape;6311;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12" name="Google Shape;6312;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13" name="Google Shape;6313;p61"/>
          <p:cNvGrpSpPr/>
          <p:nvPr/>
        </p:nvGrpSpPr>
        <p:grpSpPr>
          <a:xfrm>
            <a:off x="7077356" y="2537014"/>
            <a:ext cx="313273" cy="74585"/>
            <a:chOff x="3655625" y="914400"/>
            <a:chExt cx="2743200" cy="690600"/>
          </a:xfrm>
        </p:grpSpPr>
        <p:sp>
          <p:nvSpPr>
            <p:cNvPr id="6314" name="Google Shape;6314;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15" name="Google Shape;6315;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16" name="Google Shape;6316;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17" name="Google Shape;6317;p61"/>
          <p:cNvGrpSpPr/>
          <p:nvPr/>
        </p:nvGrpSpPr>
        <p:grpSpPr>
          <a:xfrm>
            <a:off x="7534556" y="2537014"/>
            <a:ext cx="313273" cy="74585"/>
            <a:chOff x="3655625" y="914400"/>
            <a:chExt cx="2743200" cy="690600"/>
          </a:xfrm>
        </p:grpSpPr>
        <p:sp>
          <p:nvSpPr>
            <p:cNvPr id="6318" name="Google Shape;6318;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19" name="Google Shape;6319;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20" name="Google Shape;6320;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21" name="Google Shape;6321;p61"/>
          <p:cNvGrpSpPr/>
          <p:nvPr/>
        </p:nvGrpSpPr>
        <p:grpSpPr>
          <a:xfrm>
            <a:off x="7991756" y="2537014"/>
            <a:ext cx="313273" cy="74585"/>
            <a:chOff x="3655625" y="914400"/>
            <a:chExt cx="2743200" cy="690600"/>
          </a:xfrm>
        </p:grpSpPr>
        <p:sp>
          <p:nvSpPr>
            <p:cNvPr id="6322" name="Google Shape;6322;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23" name="Google Shape;6323;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24" name="Google Shape;6324;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325" name="Google Shape;6325;p61"/>
          <p:cNvCxnSpPr>
            <a:stCxn id="6302" idx="0"/>
            <a:endCxn id="6314" idx="2"/>
          </p:cNvCxnSpPr>
          <p:nvPr/>
        </p:nvCxnSpPr>
        <p:spPr>
          <a:xfrm rot="10800000">
            <a:off x="7233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326" name="Google Shape;6326;p61"/>
          <p:cNvCxnSpPr>
            <a:stCxn id="6310" idx="0"/>
            <a:endCxn id="6322" idx="2"/>
          </p:cNvCxnSpPr>
          <p:nvPr/>
        </p:nvCxnSpPr>
        <p:spPr>
          <a:xfrm rot="10800000">
            <a:off x="8148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327" name="Google Shape;6327;p61"/>
          <p:cNvCxnSpPr>
            <a:stCxn id="6306" idx="0"/>
            <a:endCxn id="6318" idx="2"/>
          </p:cNvCxnSpPr>
          <p:nvPr/>
        </p:nvCxnSpPr>
        <p:spPr>
          <a:xfrm rot="10800000">
            <a:off x="7691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6328" name="Google Shape;6328;p61"/>
          <p:cNvGrpSpPr/>
          <p:nvPr/>
        </p:nvGrpSpPr>
        <p:grpSpPr>
          <a:xfrm>
            <a:off x="7077356" y="807303"/>
            <a:ext cx="313273" cy="74585"/>
            <a:chOff x="3655625" y="914400"/>
            <a:chExt cx="2743200" cy="690600"/>
          </a:xfrm>
        </p:grpSpPr>
        <p:sp>
          <p:nvSpPr>
            <p:cNvPr id="6329" name="Google Shape;6329;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30" name="Google Shape;6330;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31" name="Google Shape;6331;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32" name="Google Shape;6332;p61"/>
          <p:cNvGrpSpPr/>
          <p:nvPr/>
        </p:nvGrpSpPr>
        <p:grpSpPr>
          <a:xfrm>
            <a:off x="7534556" y="807303"/>
            <a:ext cx="313273" cy="74585"/>
            <a:chOff x="3655625" y="914400"/>
            <a:chExt cx="2743200" cy="690600"/>
          </a:xfrm>
        </p:grpSpPr>
        <p:sp>
          <p:nvSpPr>
            <p:cNvPr id="6333" name="Google Shape;6333;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34" name="Google Shape;6334;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35" name="Google Shape;6335;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36" name="Google Shape;6336;p61"/>
          <p:cNvGrpSpPr/>
          <p:nvPr/>
        </p:nvGrpSpPr>
        <p:grpSpPr>
          <a:xfrm>
            <a:off x="7991756" y="807303"/>
            <a:ext cx="313273" cy="74585"/>
            <a:chOff x="3655625" y="914400"/>
            <a:chExt cx="2743200" cy="690600"/>
          </a:xfrm>
        </p:grpSpPr>
        <p:sp>
          <p:nvSpPr>
            <p:cNvPr id="6337" name="Google Shape;6337;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38" name="Google Shape;6338;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39" name="Google Shape;6339;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340" name="Google Shape;6340;p61"/>
          <p:cNvSpPr txBox="1"/>
          <p:nvPr/>
        </p:nvSpPr>
        <p:spPr>
          <a:xfrm>
            <a:off x="6995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6341" name="Google Shape;6341;p61"/>
          <p:cNvSpPr txBox="1"/>
          <p:nvPr/>
        </p:nvSpPr>
        <p:spPr>
          <a:xfrm>
            <a:off x="7521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6342" name="Google Shape;6342;p61"/>
          <p:cNvSpPr txBox="1"/>
          <p:nvPr/>
        </p:nvSpPr>
        <p:spPr>
          <a:xfrm>
            <a:off x="7936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6343" name="Google Shape;6343;p61"/>
          <p:cNvGrpSpPr/>
          <p:nvPr/>
        </p:nvGrpSpPr>
        <p:grpSpPr>
          <a:xfrm>
            <a:off x="8445656" y="3444952"/>
            <a:ext cx="313273" cy="74585"/>
            <a:chOff x="3655625" y="914400"/>
            <a:chExt cx="2743200" cy="690600"/>
          </a:xfrm>
        </p:grpSpPr>
        <p:sp>
          <p:nvSpPr>
            <p:cNvPr id="6344" name="Google Shape;6344;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45" name="Google Shape;6345;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46" name="Google Shape;6346;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47" name="Google Shape;6347;p61"/>
          <p:cNvGrpSpPr/>
          <p:nvPr/>
        </p:nvGrpSpPr>
        <p:grpSpPr>
          <a:xfrm>
            <a:off x="8445656" y="2987752"/>
            <a:ext cx="313273" cy="74585"/>
            <a:chOff x="3655625" y="914400"/>
            <a:chExt cx="2743200" cy="690600"/>
          </a:xfrm>
        </p:grpSpPr>
        <p:sp>
          <p:nvSpPr>
            <p:cNvPr id="6348" name="Google Shape;6348;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49" name="Google Shape;6349;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50" name="Google Shape;6350;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351" name="Google Shape;6351;p61"/>
          <p:cNvCxnSpPr>
            <a:stCxn id="6261" idx="0"/>
            <a:endCxn id="6348" idx="2"/>
          </p:cNvCxnSpPr>
          <p:nvPr/>
        </p:nvCxnSpPr>
        <p:spPr>
          <a:xfrm flipH="1" rot="10800000">
            <a:off x="7230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6352" name="Google Shape;6352;p61"/>
          <p:cNvCxnSpPr>
            <a:stCxn id="6266" idx="0"/>
            <a:endCxn id="6348" idx="2"/>
          </p:cNvCxnSpPr>
          <p:nvPr/>
        </p:nvCxnSpPr>
        <p:spPr>
          <a:xfrm flipH="1" rot="10800000">
            <a:off x="7687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353" name="Google Shape;6353;p61"/>
          <p:cNvCxnSpPr>
            <a:stCxn id="6271" idx="0"/>
            <a:endCxn id="6348" idx="2"/>
          </p:cNvCxnSpPr>
          <p:nvPr/>
        </p:nvCxnSpPr>
        <p:spPr>
          <a:xfrm flipH="1" rot="10800000">
            <a:off x="8145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354" name="Google Shape;6354;p61"/>
          <p:cNvCxnSpPr>
            <a:stCxn id="6344" idx="0"/>
            <a:endCxn id="6348" idx="2"/>
          </p:cNvCxnSpPr>
          <p:nvPr/>
        </p:nvCxnSpPr>
        <p:spPr>
          <a:xfrm rot="10800000">
            <a:off x="8602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6355" name="Google Shape;6355;p61"/>
          <p:cNvGrpSpPr/>
          <p:nvPr/>
        </p:nvGrpSpPr>
        <p:grpSpPr>
          <a:xfrm>
            <a:off x="8448956" y="2761349"/>
            <a:ext cx="313273" cy="74585"/>
            <a:chOff x="3655625" y="914400"/>
            <a:chExt cx="2743200" cy="690600"/>
          </a:xfrm>
        </p:grpSpPr>
        <p:sp>
          <p:nvSpPr>
            <p:cNvPr id="6356" name="Google Shape;6356;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57" name="Google Shape;6357;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58" name="Google Shape;6358;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59" name="Google Shape;6359;p61"/>
          <p:cNvGrpSpPr/>
          <p:nvPr/>
        </p:nvGrpSpPr>
        <p:grpSpPr>
          <a:xfrm>
            <a:off x="8448956" y="2533450"/>
            <a:ext cx="313273" cy="74585"/>
            <a:chOff x="3655625" y="914400"/>
            <a:chExt cx="2743200" cy="690600"/>
          </a:xfrm>
        </p:grpSpPr>
        <p:sp>
          <p:nvSpPr>
            <p:cNvPr id="6360" name="Google Shape;6360;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61" name="Google Shape;6361;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62" name="Google Shape;6362;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363" name="Google Shape;6363;p61"/>
          <p:cNvCxnSpPr>
            <a:stCxn id="6356" idx="0"/>
            <a:endCxn id="6360" idx="2"/>
          </p:cNvCxnSpPr>
          <p:nvPr/>
        </p:nvCxnSpPr>
        <p:spPr>
          <a:xfrm rot="10800000">
            <a:off x="8605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6364" name="Google Shape;6364;p61"/>
          <p:cNvGrpSpPr/>
          <p:nvPr/>
        </p:nvGrpSpPr>
        <p:grpSpPr>
          <a:xfrm>
            <a:off x="8445519" y="807303"/>
            <a:ext cx="313273" cy="74585"/>
            <a:chOff x="3655625" y="914400"/>
            <a:chExt cx="2743200" cy="690600"/>
          </a:xfrm>
        </p:grpSpPr>
        <p:sp>
          <p:nvSpPr>
            <p:cNvPr id="6365" name="Google Shape;6365;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66" name="Google Shape;6366;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67" name="Google Shape;6367;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368" name="Google Shape;6368;p61"/>
          <p:cNvSpPr txBox="1"/>
          <p:nvPr/>
        </p:nvSpPr>
        <p:spPr>
          <a:xfrm>
            <a:off x="8327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6369" name="Google Shape;6369;p61"/>
          <p:cNvGrpSpPr/>
          <p:nvPr/>
        </p:nvGrpSpPr>
        <p:grpSpPr>
          <a:xfrm>
            <a:off x="6616856" y="3444952"/>
            <a:ext cx="313273" cy="74585"/>
            <a:chOff x="3655625" y="914400"/>
            <a:chExt cx="2743200" cy="690600"/>
          </a:xfrm>
        </p:grpSpPr>
        <p:sp>
          <p:nvSpPr>
            <p:cNvPr id="6370" name="Google Shape;6370;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71" name="Google Shape;6371;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72" name="Google Shape;6372;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73" name="Google Shape;6373;p61"/>
          <p:cNvGrpSpPr/>
          <p:nvPr/>
        </p:nvGrpSpPr>
        <p:grpSpPr>
          <a:xfrm>
            <a:off x="6616856" y="2987752"/>
            <a:ext cx="313273" cy="74585"/>
            <a:chOff x="3655625" y="914400"/>
            <a:chExt cx="2743200" cy="690600"/>
          </a:xfrm>
        </p:grpSpPr>
        <p:sp>
          <p:nvSpPr>
            <p:cNvPr id="6374" name="Google Shape;6374;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75" name="Google Shape;6375;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76" name="Google Shape;6376;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77" name="Google Shape;6377;p61"/>
          <p:cNvGrpSpPr/>
          <p:nvPr/>
        </p:nvGrpSpPr>
        <p:grpSpPr>
          <a:xfrm>
            <a:off x="6159656" y="3444952"/>
            <a:ext cx="313273" cy="74585"/>
            <a:chOff x="3655625" y="914400"/>
            <a:chExt cx="2743200" cy="690600"/>
          </a:xfrm>
        </p:grpSpPr>
        <p:sp>
          <p:nvSpPr>
            <p:cNvPr id="6378" name="Google Shape;6378;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79" name="Google Shape;6379;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80" name="Google Shape;6380;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81" name="Google Shape;6381;p61"/>
          <p:cNvGrpSpPr/>
          <p:nvPr/>
        </p:nvGrpSpPr>
        <p:grpSpPr>
          <a:xfrm>
            <a:off x="6159656" y="2987752"/>
            <a:ext cx="313273" cy="74585"/>
            <a:chOff x="3655625" y="914400"/>
            <a:chExt cx="2743200" cy="690600"/>
          </a:xfrm>
        </p:grpSpPr>
        <p:sp>
          <p:nvSpPr>
            <p:cNvPr id="6382" name="Google Shape;6382;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83" name="Google Shape;6383;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84" name="Google Shape;6384;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85" name="Google Shape;6385;p61"/>
          <p:cNvGrpSpPr/>
          <p:nvPr/>
        </p:nvGrpSpPr>
        <p:grpSpPr>
          <a:xfrm>
            <a:off x="5702456" y="3444952"/>
            <a:ext cx="313273" cy="74585"/>
            <a:chOff x="3655625" y="914400"/>
            <a:chExt cx="2743200" cy="690600"/>
          </a:xfrm>
        </p:grpSpPr>
        <p:sp>
          <p:nvSpPr>
            <p:cNvPr id="6386" name="Google Shape;6386;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87" name="Google Shape;6387;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88" name="Google Shape;6388;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389" name="Google Shape;6389;p61"/>
          <p:cNvGrpSpPr/>
          <p:nvPr/>
        </p:nvGrpSpPr>
        <p:grpSpPr>
          <a:xfrm>
            <a:off x="5702456" y="2987752"/>
            <a:ext cx="313273" cy="74585"/>
            <a:chOff x="3655625" y="914400"/>
            <a:chExt cx="2743200" cy="690600"/>
          </a:xfrm>
        </p:grpSpPr>
        <p:sp>
          <p:nvSpPr>
            <p:cNvPr id="6390" name="Google Shape;6390;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91" name="Google Shape;6391;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392" name="Google Shape;6392;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393" name="Google Shape;6393;p61"/>
          <p:cNvSpPr txBox="1"/>
          <p:nvPr/>
        </p:nvSpPr>
        <p:spPr>
          <a:xfrm>
            <a:off x="5607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6394" name="Google Shape;6394;p61"/>
          <p:cNvCxnSpPr>
            <a:stCxn id="6370" idx="0"/>
            <a:endCxn id="6374" idx="2"/>
          </p:cNvCxnSpPr>
          <p:nvPr/>
        </p:nvCxnSpPr>
        <p:spPr>
          <a:xfrm rot="10800000">
            <a:off x="6773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395" name="Google Shape;6395;p61"/>
          <p:cNvCxnSpPr>
            <a:stCxn id="6378" idx="0"/>
            <a:endCxn id="6382"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396" name="Google Shape;6396;p61"/>
          <p:cNvCxnSpPr>
            <a:stCxn id="6386" idx="0"/>
            <a:endCxn id="6390"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397" name="Google Shape;6397;p61"/>
          <p:cNvCxnSpPr>
            <a:stCxn id="6386" idx="0"/>
            <a:endCxn id="6382"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398" name="Google Shape;6398;p61"/>
          <p:cNvCxnSpPr>
            <a:stCxn id="6386" idx="0"/>
            <a:endCxn id="6374" idx="2"/>
          </p:cNvCxnSpPr>
          <p:nvPr/>
        </p:nvCxnSpPr>
        <p:spPr>
          <a:xfrm flipH="1" rot="10800000">
            <a:off x="58590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399" name="Google Shape;6399;p61"/>
          <p:cNvCxnSpPr>
            <a:stCxn id="6386" idx="0"/>
            <a:endCxn id="6276" idx="2"/>
          </p:cNvCxnSpPr>
          <p:nvPr/>
        </p:nvCxnSpPr>
        <p:spPr>
          <a:xfrm flipH="1" rot="10800000">
            <a:off x="5859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6400" name="Google Shape;6400;p61"/>
          <p:cNvCxnSpPr>
            <a:stCxn id="6386" idx="0"/>
            <a:endCxn id="6280" idx="2"/>
          </p:cNvCxnSpPr>
          <p:nvPr/>
        </p:nvCxnSpPr>
        <p:spPr>
          <a:xfrm flipH="1" rot="10800000">
            <a:off x="5859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6401" name="Google Shape;6401;p61"/>
          <p:cNvCxnSpPr>
            <a:stCxn id="6386" idx="0"/>
            <a:endCxn id="6284" idx="2"/>
          </p:cNvCxnSpPr>
          <p:nvPr/>
        </p:nvCxnSpPr>
        <p:spPr>
          <a:xfrm flipH="1" rot="10800000">
            <a:off x="5859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6402" name="Google Shape;6402;p61"/>
          <p:cNvCxnSpPr>
            <a:stCxn id="6386" idx="0"/>
            <a:endCxn id="6348" idx="2"/>
          </p:cNvCxnSpPr>
          <p:nvPr/>
        </p:nvCxnSpPr>
        <p:spPr>
          <a:xfrm flipH="1" rot="10800000">
            <a:off x="5859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6403" name="Google Shape;6403;p61"/>
          <p:cNvCxnSpPr>
            <a:stCxn id="6378" idx="0"/>
            <a:endCxn id="6374" idx="2"/>
          </p:cNvCxnSpPr>
          <p:nvPr/>
        </p:nvCxnSpPr>
        <p:spPr>
          <a:xfrm flipH="1" rot="10800000">
            <a:off x="6316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404" name="Google Shape;6404;p61"/>
          <p:cNvCxnSpPr>
            <a:stCxn id="6378" idx="0"/>
            <a:endCxn id="6276" idx="2"/>
          </p:cNvCxnSpPr>
          <p:nvPr/>
        </p:nvCxnSpPr>
        <p:spPr>
          <a:xfrm flipH="1" rot="10800000">
            <a:off x="6316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405" name="Google Shape;6405;p61"/>
          <p:cNvCxnSpPr>
            <a:stCxn id="6378" idx="0"/>
            <a:endCxn id="6280" idx="2"/>
          </p:cNvCxnSpPr>
          <p:nvPr/>
        </p:nvCxnSpPr>
        <p:spPr>
          <a:xfrm flipH="1" rot="10800000">
            <a:off x="6316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6406" name="Google Shape;6406;p61"/>
          <p:cNvCxnSpPr>
            <a:stCxn id="6378" idx="0"/>
            <a:endCxn id="6284" idx="2"/>
          </p:cNvCxnSpPr>
          <p:nvPr/>
        </p:nvCxnSpPr>
        <p:spPr>
          <a:xfrm flipH="1" rot="10800000">
            <a:off x="6316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6407" name="Google Shape;6407;p61"/>
          <p:cNvCxnSpPr>
            <a:stCxn id="6378" idx="0"/>
            <a:endCxn id="6348" idx="2"/>
          </p:cNvCxnSpPr>
          <p:nvPr/>
        </p:nvCxnSpPr>
        <p:spPr>
          <a:xfrm flipH="1" rot="10800000">
            <a:off x="63162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6408" name="Google Shape;6408;p61"/>
          <p:cNvCxnSpPr>
            <a:stCxn id="6370" idx="0"/>
            <a:endCxn id="6276" idx="2"/>
          </p:cNvCxnSpPr>
          <p:nvPr/>
        </p:nvCxnSpPr>
        <p:spPr>
          <a:xfrm flipH="1" rot="10800000">
            <a:off x="6773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409" name="Google Shape;6409;p61"/>
          <p:cNvCxnSpPr>
            <a:stCxn id="6370" idx="0"/>
            <a:endCxn id="6280" idx="2"/>
          </p:cNvCxnSpPr>
          <p:nvPr/>
        </p:nvCxnSpPr>
        <p:spPr>
          <a:xfrm flipH="1" rot="10800000">
            <a:off x="6773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410" name="Google Shape;6410;p61"/>
          <p:cNvCxnSpPr>
            <a:stCxn id="6370" idx="0"/>
            <a:endCxn id="6284" idx="2"/>
          </p:cNvCxnSpPr>
          <p:nvPr/>
        </p:nvCxnSpPr>
        <p:spPr>
          <a:xfrm flipH="1" rot="10800000">
            <a:off x="6773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6411" name="Google Shape;6411;p61"/>
          <p:cNvCxnSpPr>
            <a:stCxn id="6370" idx="0"/>
            <a:endCxn id="6348" idx="2"/>
          </p:cNvCxnSpPr>
          <p:nvPr/>
        </p:nvCxnSpPr>
        <p:spPr>
          <a:xfrm flipH="1" rot="10800000">
            <a:off x="6773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6412" name="Google Shape;6412;p61"/>
          <p:cNvGrpSpPr/>
          <p:nvPr/>
        </p:nvGrpSpPr>
        <p:grpSpPr>
          <a:xfrm>
            <a:off x="6620156" y="2758466"/>
            <a:ext cx="313273" cy="74585"/>
            <a:chOff x="3655625" y="914400"/>
            <a:chExt cx="2743200" cy="690600"/>
          </a:xfrm>
        </p:grpSpPr>
        <p:sp>
          <p:nvSpPr>
            <p:cNvPr id="6413" name="Google Shape;6413;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14" name="Google Shape;6414;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15" name="Google Shape;6415;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416" name="Google Shape;6416;p61"/>
          <p:cNvGrpSpPr/>
          <p:nvPr/>
        </p:nvGrpSpPr>
        <p:grpSpPr>
          <a:xfrm>
            <a:off x="6620156" y="2537014"/>
            <a:ext cx="313273" cy="74585"/>
            <a:chOff x="3655625" y="914400"/>
            <a:chExt cx="2743200" cy="690600"/>
          </a:xfrm>
        </p:grpSpPr>
        <p:sp>
          <p:nvSpPr>
            <p:cNvPr id="6417" name="Google Shape;6417;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18" name="Google Shape;6418;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19" name="Google Shape;6419;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420" name="Google Shape;6420;p61"/>
          <p:cNvCxnSpPr>
            <a:stCxn id="6413" idx="0"/>
            <a:endCxn id="6417" idx="2"/>
          </p:cNvCxnSpPr>
          <p:nvPr/>
        </p:nvCxnSpPr>
        <p:spPr>
          <a:xfrm rot="10800000">
            <a:off x="6776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6421" name="Google Shape;6421;p61"/>
          <p:cNvGrpSpPr/>
          <p:nvPr/>
        </p:nvGrpSpPr>
        <p:grpSpPr>
          <a:xfrm>
            <a:off x="6162956" y="2758466"/>
            <a:ext cx="313273" cy="74585"/>
            <a:chOff x="3655625" y="914400"/>
            <a:chExt cx="2743200" cy="690600"/>
          </a:xfrm>
        </p:grpSpPr>
        <p:sp>
          <p:nvSpPr>
            <p:cNvPr id="6422" name="Google Shape;6422;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23" name="Google Shape;6423;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24" name="Google Shape;6424;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425" name="Google Shape;6425;p61"/>
          <p:cNvGrpSpPr/>
          <p:nvPr/>
        </p:nvGrpSpPr>
        <p:grpSpPr>
          <a:xfrm>
            <a:off x="6162956" y="2537014"/>
            <a:ext cx="313273" cy="74585"/>
            <a:chOff x="3655625" y="914400"/>
            <a:chExt cx="2743200" cy="690600"/>
          </a:xfrm>
        </p:grpSpPr>
        <p:sp>
          <p:nvSpPr>
            <p:cNvPr id="6426" name="Google Shape;6426;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27" name="Google Shape;6427;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28" name="Google Shape;6428;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429" name="Google Shape;6429;p61"/>
          <p:cNvCxnSpPr>
            <a:stCxn id="6422" idx="0"/>
            <a:endCxn id="6426" idx="2"/>
          </p:cNvCxnSpPr>
          <p:nvPr/>
        </p:nvCxnSpPr>
        <p:spPr>
          <a:xfrm rot="10800000">
            <a:off x="6319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6430" name="Google Shape;6430;p61"/>
          <p:cNvGrpSpPr/>
          <p:nvPr/>
        </p:nvGrpSpPr>
        <p:grpSpPr>
          <a:xfrm>
            <a:off x="5705756" y="2758466"/>
            <a:ext cx="313273" cy="74585"/>
            <a:chOff x="3655625" y="914400"/>
            <a:chExt cx="2743200" cy="690600"/>
          </a:xfrm>
        </p:grpSpPr>
        <p:sp>
          <p:nvSpPr>
            <p:cNvPr id="6431" name="Google Shape;6431;p61"/>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32" name="Google Shape;6432;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33" name="Google Shape;6433;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434" name="Google Shape;6434;p61"/>
          <p:cNvGrpSpPr/>
          <p:nvPr/>
        </p:nvGrpSpPr>
        <p:grpSpPr>
          <a:xfrm>
            <a:off x="5705756" y="2537014"/>
            <a:ext cx="313273" cy="74585"/>
            <a:chOff x="3655625" y="914400"/>
            <a:chExt cx="2743200" cy="690600"/>
          </a:xfrm>
        </p:grpSpPr>
        <p:sp>
          <p:nvSpPr>
            <p:cNvPr id="6435" name="Google Shape;6435;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36" name="Google Shape;6436;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37" name="Google Shape;6437;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438" name="Google Shape;6438;p61"/>
          <p:cNvCxnSpPr>
            <a:stCxn id="6431" idx="0"/>
            <a:endCxn id="6435"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6439" name="Google Shape;6439;p61"/>
          <p:cNvGrpSpPr/>
          <p:nvPr/>
        </p:nvGrpSpPr>
        <p:grpSpPr>
          <a:xfrm>
            <a:off x="5705756" y="807303"/>
            <a:ext cx="313273" cy="74585"/>
            <a:chOff x="3655625" y="914400"/>
            <a:chExt cx="2743200" cy="690600"/>
          </a:xfrm>
        </p:grpSpPr>
        <p:sp>
          <p:nvSpPr>
            <p:cNvPr id="6440" name="Google Shape;6440;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41" name="Google Shape;6441;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42" name="Google Shape;6442;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443" name="Google Shape;6443;p61"/>
          <p:cNvGrpSpPr/>
          <p:nvPr/>
        </p:nvGrpSpPr>
        <p:grpSpPr>
          <a:xfrm>
            <a:off x="6162956" y="807303"/>
            <a:ext cx="313273" cy="74585"/>
            <a:chOff x="3655625" y="914400"/>
            <a:chExt cx="2743200" cy="690600"/>
          </a:xfrm>
        </p:grpSpPr>
        <p:sp>
          <p:nvSpPr>
            <p:cNvPr id="6444" name="Google Shape;6444;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45" name="Google Shape;6445;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46" name="Google Shape;6446;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447" name="Google Shape;6447;p61"/>
          <p:cNvGrpSpPr/>
          <p:nvPr/>
        </p:nvGrpSpPr>
        <p:grpSpPr>
          <a:xfrm>
            <a:off x="6620156" y="807303"/>
            <a:ext cx="313273" cy="74585"/>
            <a:chOff x="3655625" y="914400"/>
            <a:chExt cx="2743200" cy="690600"/>
          </a:xfrm>
        </p:grpSpPr>
        <p:sp>
          <p:nvSpPr>
            <p:cNvPr id="6448" name="Google Shape;6448;p61"/>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49" name="Google Shape;6449;p61"/>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50" name="Google Shape;6450;p61"/>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451" name="Google Shape;6451;p61"/>
          <p:cNvSpPr txBox="1"/>
          <p:nvPr/>
        </p:nvSpPr>
        <p:spPr>
          <a:xfrm>
            <a:off x="5618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6452" name="Google Shape;6452;p61"/>
          <p:cNvSpPr txBox="1"/>
          <p:nvPr/>
        </p:nvSpPr>
        <p:spPr>
          <a:xfrm>
            <a:off x="6162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6453" name="Google Shape;6453;p61"/>
          <p:cNvSpPr txBox="1"/>
          <p:nvPr/>
        </p:nvSpPr>
        <p:spPr>
          <a:xfrm>
            <a:off x="6512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6454" name="Google Shape;6454;p61"/>
          <p:cNvSpPr/>
          <p:nvPr/>
        </p:nvSpPr>
        <p:spPr>
          <a:xfrm>
            <a:off x="541025" y="2891800"/>
            <a:ext cx="2526025" cy="365750"/>
          </a:xfrm>
          <a:custGeom>
            <a:rect b="b" l="l" r="r" t="t"/>
            <a:pathLst>
              <a:path extrusionOk="0" h="14630" w="101041">
                <a:moveTo>
                  <a:pt x="101041" y="14630"/>
                </a:moveTo>
                <a:lnTo>
                  <a:pt x="101041" y="9448"/>
                </a:lnTo>
                <a:lnTo>
                  <a:pt x="57302" y="9448"/>
                </a:lnTo>
                <a:lnTo>
                  <a:pt x="57302" y="0"/>
                </a:lnTo>
                <a:lnTo>
                  <a:pt x="0" y="0"/>
                </a:lnTo>
                <a:lnTo>
                  <a:pt x="0" y="3505"/>
                </a:lnTo>
              </a:path>
            </a:pathLst>
          </a:custGeom>
          <a:noFill/>
          <a:ln cap="flat" cmpd="sng" w="9525">
            <a:solidFill>
              <a:schemeClr val="dk2"/>
            </a:solidFill>
            <a:prstDash val="solid"/>
            <a:round/>
            <a:headEnd len="med" w="med" type="none"/>
            <a:tailEnd len="med" w="med" type="none"/>
          </a:ln>
        </p:spPr>
      </p:sp>
      <p:sp>
        <p:nvSpPr>
          <p:cNvPr id="6455" name="Google Shape;6455;p61"/>
          <p:cNvSpPr/>
          <p:nvPr/>
        </p:nvSpPr>
        <p:spPr>
          <a:xfrm>
            <a:off x="541025" y="2838550"/>
            <a:ext cx="2979842" cy="421750"/>
          </a:xfrm>
          <a:custGeom>
            <a:rect b="b" l="l" r="r" t="t"/>
            <a:pathLst>
              <a:path extrusionOk="0" h="16870" w="118849">
                <a:moveTo>
                  <a:pt x="118849" y="16870"/>
                </a:moveTo>
                <a:lnTo>
                  <a:pt x="118849" y="9857"/>
                </a:lnTo>
                <a:lnTo>
                  <a:pt x="59330" y="9857"/>
                </a:lnTo>
                <a:lnTo>
                  <a:pt x="59330" y="0"/>
                </a:lnTo>
                <a:lnTo>
                  <a:pt x="0" y="0"/>
                </a:lnTo>
                <a:lnTo>
                  <a:pt x="0" y="3791"/>
                </a:lnTo>
              </a:path>
            </a:pathLst>
          </a:custGeom>
          <a:noFill/>
          <a:ln cap="flat" cmpd="sng" w="9525">
            <a:solidFill>
              <a:schemeClr val="dk2"/>
            </a:solidFill>
            <a:prstDash val="solid"/>
            <a:round/>
            <a:headEnd len="med" w="med" type="none"/>
            <a:tailEnd len="med" w="med" type="none"/>
          </a:ln>
        </p:spPr>
      </p:sp>
      <p:sp>
        <p:nvSpPr>
          <p:cNvPr id="6456" name="Google Shape;6456;p61"/>
          <p:cNvSpPr/>
          <p:nvPr/>
        </p:nvSpPr>
        <p:spPr>
          <a:xfrm>
            <a:off x="541025" y="2781675"/>
            <a:ext cx="3444255" cy="473875"/>
          </a:xfrm>
          <a:custGeom>
            <a:rect b="b" l="l" r="r" t="t"/>
            <a:pathLst>
              <a:path extrusionOk="0" h="18955" w="137235">
                <a:moveTo>
                  <a:pt x="137235" y="18955"/>
                </a:moveTo>
                <a:lnTo>
                  <a:pt x="137235" y="10615"/>
                </a:lnTo>
                <a:lnTo>
                  <a:pt x="61225" y="10615"/>
                </a:lnTo>
                <a:lnTo>
                  <a:pt x="61225" y="0"/>
                </a:lnTo>
                <a:lnTo>
                  <a:pt x="0" y="0"/>
                </a:lnTo>
                <a:lnTo>
                  <a:pt x="0" y="4170"/>
                </a:lnTo>
                <a:lnTo>
                  <a:pt x="0" y="8151"/>
                </a:lnTo>
              </a:path>
            </a:pathLst>
          </a:custGeom>
          <a:noFill/>
          <a:ln cap="flat" cmpd="sng" w="9525">
            <a:solidFill>
              <a:schemeClr val="dk2"/>
            </a:solidFill>
            <a:prstDash val="solid"/>
            <a:round/>
            <a:headEnd len="med" w="med" type="none"/>
            <a:tailEnd len="med" w="med" type="none"/>
          </a:ln>
        </p:spPr>
      </p:sp>
      <p:sp>
        <p:nvSpPr>
          <p:cNvPr id="6457" name="Google Shape;6457;p61"/>
          <p:cNvSpPr/>
          <p:nvPr/>
        </p:nvSpPr>
        <p:spPr>
          <a:xfrm>
            <a:off x="541025" y="2734300"/>
            <a:ext cx="3904259" cy="521250"/>
          </a:xfrm>
          <a:custGeom>
            <a:rect b="b" l="l" r="r" t="t"/>
            <a:pathLst>
              <a:path extrusionOk="0" h="20850" w="155812">
                <a:moveTo>
                  <a:pt x="155812" y="20850"/>
                </a:moveTo>
                <a:lnTo>
                  <a:pt x="155812" y="10235"/>
                </a:lnTo>
                <a:lnTo>
                  <a:pt x="63500" y="10235"/>
                </a:lnTo>
                <a:lnTo>
                  <a:pt x="63500" y="0"/>
                </a:lnTo>
                <a:lnTo>
                  <a:pt x="0" y="0"/>
                </a:lnTo>
                <a:lnTo>
                  <a:pt x="0" y="10046"/>
                </a:lnTo>
              </a:path>
            </a:pathLst>
          </a:custGeom>
          <a:noFill/>
          <a:ln cap="flat" cmpd="sng" w="9525">
            <a:solidFill>
              <a:schemeClr val="dk2"/>
            </a:solidFill>
            <a:prstDash val="solid"/>
            <a:round/>
            <a:headEnd len="med" w="med" type="none"/>
            <a:tailEnd len="med" w="med" type="none"/>
          </a:ln>
        </p:spPr>
      </p:sp>
      <p:cxnSp>
        <p:nvCxnSpPr>
          <p:cNvPr id="6458" name="Google Shape;6458;p61"/>
          <p:cNvCxnSpPr/>
          <p:nvPr/>
        </p:nvCxnSpPr>
        <p:spPr>
          <a:xfrm rot="10800000">
            <a:off x="992000" y="2735200"/>
            <a:ext cx="0" cy="249300"/>
          </a:xfrm>
          <a:prstGeom prst="straightConnector1">
            <a:avLst/>
          </a:prstGeom>
          <a:noFill/>
          <a:ln cap="flat" cmpd="sng" w="9525">
            <a:solidFill>
              <a:schemeClr val="dk2"/>
            </a:solidFill>
            <a:prstDash val="solid"/>
            <a:round/>
            <a:headEnd len="med" w="med" type="none"/>
            <a:tailEnd len="med" w="med" type="none"/>
          </a:ln>
        </p:spPr>
      </p:cxnSp>
      <p:cxnSp>
        <p:nvCxnSpPr>
          <p:cNvPr id="6459" name="Google Shape;6459;p61"/>
          <p:cNvCxnSpPr/>
          <p:nvPr/>
        </p:nvCxnSpPr>
        <p:spPr>
          <a:xfrm rot="10800000">
            <a:off x="1448725" y="2730975"/>
            <a:ext cx="0" cy="249300"/>
          </a:xfrm>
          <a:prstGeom prst="straightConnector1">
            <a:avLst/>
          </a:prstGeom>
          <a:noFill/>
          <a:ln cap="flat" cmpd="sng" w="9525">
            <a:solidFill>
              <a:schemeClr val="dk2"/>
            </a:solidFill>
            <a:prstDash val="solid"/>
            <a:round/>
            <a:headEnd len="med" w="med" type="none"/>
            <a:tailEnd len="med" w="med" type="none"/>
          </a:ln>
        </p:spPr>
      </p:cxnSp>
      <p:sp>
        <p:nvSpPr>
          <p:cNvPr id="6460" name="Google Shape;6460;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4" name="Shape 6464"/>
        <p:cNvGrpSpPr/>
        <p:nvPr/>
      </p:nvGrpSpPr>
      <p:grpSpPr>
        <a:xfrm>
          <a:off x="0" y="0"/>
          <a:ext cx="0" cy="0"/>
          <a:chOff x="0" y="0"/>
          <a:chExt cx="0" cy="0"/>
        </a:xfrm>
      </p:grpSpPr>
      <p:sp>
        <p:nvSpPr>
          <p:cNvPr id="6465" name="Google Shape;6465;p62"/>
          <p:cNvSpPr/>
          <p:nvPr/>
        </p:nvSpPr>
        <p:spPr>
          <a:xfrm>
            <a:off x="2728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6466" name="Google Shape;6466;p62"/>
          <p:cNvSpPr/>
          <p:nvPr/>
        </p:nvSpPr>
        <p:spPr>
          <a:xfrm>
            <a:off x="158272" y="1948750"/>
            <a:ext cx="1676100" cy="26493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6467" name="Google Shape;6467;p62"/>
          <p:cNvSpPr/>
          <p:nvPr/>
        </p:nvSpPr>
        <p:spPr>
          <a:xfrm>
            <a:off x="254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6468" name="Google Shape;6468;p62"/>
          <p:cNvSpPr/>
          <p:nvPr/>
        </p:nvSpPr>
        <p:spPr>
          <a:xfrm>
            <a:off x="321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6469" name="Google Shape;6469;p62"/>
          <p:cNvSpPr/>
          <p:nvPr/>
        </p:nvSpPr>
        <p:spPr>
          <a:xfrm>
            <a:off x="342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470" name="Google Shape;6470;p62"/>
          <p:cNvGrpSpPr/>
          <p:nvPr/>
        </p:nvGrpSpPr>
        <p:grpSpPr>
          <a:xfrm>
            <a:off x="378203" y="3903853"/>
            <a:ext cx="313273" cy="74585"/>
            <a:chOff x="3655625" y="914400"/>
            <a:chExt cx="2743200" cy="690600"/>
          </a:xfrm>
        </p:grpSpPr>
        <p:sp>
          <p:nvSpPr>
            <p:cNvPr id="6471" name="Google Shape;6471;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72" name="Google Shape;6472;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73" name="Google Shape;6473;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474" name="Google Shape;6474;p62"/>
          <p:cNvSpPr txBox="1"/>
          <p:nvPr/>
        </p:nvSpPr>
        <p:spPr>
          <a:xfrm>
            <a:off x="299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6475" name="Google Shape;6475;p62"/>
          <p:cNvGrpSpPr/>
          <p:nvPr/>
        </p:nvGrpSpPr>
        <p:grpSpPr>
          <a:xfrm>
            <a:off x="835403" y="3903853"/>
            <a:ext cx="313273" cy="74585"/>
            <a:chOff x="3655625" y="914400"/>
            <a:chExt cx="2743200" cy="690600"/>
          </a:xfrm>
        </p:grpSpPr>
        <p:sp>
          <p:nvSpPr>
            <p:cNvPr id="6476" name="Google Shape;6476;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77" name="Google Shape;647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78" name="Google Shape;647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479" name="Google Shape;6479;p62"/>
          <p:cNvSpPr txBox="1"/>
          <p:nvPr/>
        </p:nvSpPr>
        <p:spPr>
          <a:xfrm>
            <a:off x="832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6480" name="Google Shape;6480;p62"/>
          <p:cNvGrpSpPr/>
          <p:nvPr/>
        </p:nvGrpSpPr>
        <p:grpSpPr>
          <a:xfrm>
            <a:off x="1292603" y="3903853"/>
            <a:ext cx="313273" cy="74585"/>
            <a:chOff x="3655625" y="914400"/>
            <a:chExt cx="2743200" cy="690600"/>
          </a:xfrm>
        </p:grpSpPr>
        <p:sp>
          <p:nvSpPr>
            <p:cNvPr id="6481" name="Google Shape;6481;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82" name="Google Shape;6482;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83" name="Google Shape;6483;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484" name="Google Shape;6484;p62"/>
          <p:cNvSpPr txBox="1"/>
          <p:nvPr/>
        </p:nvSpPr>
        <p:spPr>
          <a:xfrm>
            <a:off x="1208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6485" name="Google Shape;6485;p62"/>
          <p:cNvGrpSpPr/>
          <p:nvPr/>
        </p:nvGrpSpPr>
        <p:grpSpPr>
          <a:xfrm>
            <a:off x="378203" y="3446653"/>
            <a:ext cx="313273" cy="74585"/>
            <a:chOff x="3655625" y="914400"/>
            <a:chExt cx="2743200" cy="690600"/>
          </a:xfrm>
        </p:grpSpPr>
        <p:sp>
          <p:nvSpPr>
            <p:cNvPr id="6486" name="Google Shape;6486;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87" name="Google Shape;648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88" name="Google Shape;648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489" name="Google Shape;6489;p62"/>
          <p:cNvGrpSpPr/>
          <p:nvPr/>
        </p:nvGrpSpPr>
        <p:grpSpPr>
          <a:xfrm>
            <a:off x="835403" y="3446653"/>
            <a:ext cx="313273" cy="74585"/>
            <a:chOff x="3655625" y="914400"/>
            <a:chExt cx="2743200" cy="690600"/>
          </a:xfrm>
        </p:grpSpPr>
        <p:sp>
          <p:nvSpPr>
            <p:cNvPr id="6490" name="Google Shape;6490;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91" name="Google Shape;6491;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92" name="Google Shape;6492;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493" name="Google Shape;6493;p62"/>
          <p:cNvGrpSpPr/>
          <p:nvPr/>
        </p:nvGrpSpPr>
        <p:grpSpPr>
          <a:xfrm>
            <a:off x="1292603" y="3446653"/>
            <a:ext cx="313273" cy="74585"/>
            <a:chOff x="3655625" y="914400"/>
            <a:chExt cx="2743200" cy="690600"/>
          </a:xfrm>
        </p:grpSpPr>
        <p:sp>
          <p:nvSpPr>
            <p:cNvPr id="6494" name="Google Shape;6494;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95" name="Google Shape;6495;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496" name="Google Shape;6496;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497" name="Google Shape;6497;p62"/>
          <p:cNvCxnSpPr>
            <a:stCxn id="6471" idx="0"/>
          </p:cNvCxnSpPr>
          <p:nvPr/>
        </p:nvCxnSpPr>
        <p:spPr>
          <a:xfrm rot="10800000">
            <a:off x="534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498" name="Google Shape;6498;p62"/>
          <p:cNvCxnSpPr>
            <a:stCxn id="6471" idx="0"/>
            <a:endCxn id="6490" idx="2"/>
          </p:cNvCxnSpPr>
          <p:nvPr/>
        </p:nvCxnSpPr>
        <p:spPr>
          <a:xfrm flipH="1"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499" name="Google Shape;6499;p62"/>
          <p:cNvCxnSpPr>
            <a:stCxn id="6471" idx="0"/>
            <a:endCxn id="6494" idx="2"/>
          </p:cNvCxnSpPr>
          <p:nvPr/>
        </p:nvCxnSpPr>
        <p:spPr>
          <a:xfrm flipH="1"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500" name="Google Shape;6500;p62"/>
          <p:cNvCxnSpPr>
            <a:stCxn id="6476" idx="0"/>
            <a:endCxn id="6490" idx="2"/>
          </p:cNvCxnSpPr>
          <p:nvPr/>
        </p:nvCxnSpPr>
        <p:spPr>
          <a:xfrm rot="10800000">
            <a:off x="992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501" name="Google Shape;6501;p62"/>
          <p:cNvCxnSpPr>
            <a:stCxn id="6481" idx="0"/>
            <a:endCxn id="6494" idx="2"/>
          </p:cNvCxnSpPr>
          <p:nvPr/>
        </p:nvCxnSpPr>
        <p:spPr>
          <a:xfrm rot="10800000">
            <a:off x="1449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502" name="Google Shape;6502;p62"/>
          <p:cNvCxnSpPr>
            <a:stCxn id="6476" idx="0"/>
            <a:endCxn id="6494" idx="2"/>
          </p:cNvCxnSpPr>
          <p:nvPr/>
        </p:nvCxnSpPr>
        <p:spPr>
          <a:xfrm flipH="1"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6503" name="Google Shape;6503;p62"/>
          <p:cNvGrpSpPr/>
          <p:nvPr/>
        </p:nvGrpSpPr>
        <p:grpSpPr>
          <a:xfrm>
            <a:off x="378203" y="3201599"/>
            <a:ext cx="313273" cy="74585"/>
            <a:chOff x="3655625" y="914400"/>
            <a:chExt cx="2743200" cy="690600"/>
          </a:xfrm>
        </p:grpSpPr>
        <p:sp>
          <p:nvSpPr>
            <p:cNvPr id="6504" name="Google Shape;6504;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05" name="Google Shape;6505;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06" name="Google Shape;6506;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07" name="Google Shape;6507;p62"/>
          <p:cNvGrpSpPr/>
          <p:nvPr/>
        </p:nvGrpSpPr>
        <p:grpSpPr>
          <a:xfrm>
            <a:off x="835403" y="3201599"/>
            <a:ext cx="313273" cy="74585"/>
            <a:chOff x="3655625" y="914400"/>
            <a:chExt cx="2743200" cy="690600"/>
          </a:xfrm>
        </p:grpSpPr>
        <p:sp>
          <p:nvSpPr>
            <p:cNvPr id="6508" name="Google Shape;6508;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09" name="Google Shape;6509;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10" name="Google Shape;6510;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11" name="Google Shape;6511;p62"/>
          <p:cNvGrpSpPr/>
          <p:nvPr/>
        </p:nvGrpSpPr>
        <p:grpSpPr>
          <a:xfrm>
            <a:off x="1292603" y="3201599"/>
            <a:ext cx="313273" cy="74585"/>
            <a:chOff x="3655625" y="914400"/>
            <a:chExt cx="2743200" cy="690600"/>
          </a:xfrm>
        </p:grpSpPr>
        <p:sp>
          <p:nvSpPr>
            <p:cNvPr id="6512" name="Google Shape;6512;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13" name="Google Shape;6513;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14" name="Google Shape;6514;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15" name="Google Shape;6515;p62"/>
          <p:cNvGrpSpPr/>
          <p:nvPr/>
        </p:nvGrpSpPr>
        <p:grpSpPr>
          <a:xfrm>
            <a:off x="378203" y="2980147"/>
            <a:ext cx="313273" cy="74585"/>
            <a:chOff x="3655625" y="914400"/>
            <a:chExt cx="2743200" cy="690600"/>
          </a:xfrm>
        </p:grpSpPr>
        <p:sp>
          <p:nvSpPr>
            <p:cNvPr id="6516" name="Google Shape;6516;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17" name="Google Shape;651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18" name="Google Shape;651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19" name="Google Shape;6519;p62"/>
          <p:cNvGrpSpPr/>
          <p:nvPr/>
        </p:nvGrpSpPr>
        <p:grpSpPr>
          <a:xfrm>
            <a:off x="835403" y="2980147"/>
            <a:ext cx="313273" cy="74585"/>
            <a:chOff x="3655625" y="914400"/>
            <a:chExt cx="2743200" cy="690600"/>
          </a:xfrm>
        </p:grpSpPr>
        <p:sp>
          <p:nvSpPr>
            <p:cNvPr id="6520" name="Google Shape;6520;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21" name="Google Shape;6521;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22" name="Google Shape;6522;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23" name="Google Shape;6523;p62"/>
          <p:cNvGrpSpPr/>
          <p:nvPr/>
        </p:nvGrpSpPr>
        <p:grpSpPr>
          <a:xfrm>
            <a:off x="1292603" y="2980147"/>
            <a:ext cx="313273" cy="74585"/>
            <a:chOff x="3655625" y="914400"/>
            <a:chExt cx="2743200" cy="690600"/>
          </a:xfrm>
        </p:grpSpPr>
        <p:sp>
          <p:nvSpPr>
            <p:cNvPr id="6524" name="Google Shape;6524;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25" name="Google Shape;6525;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26" name="Google Shape;6526;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527" name="Google Shape;6527;p62"/>
          <p:cNvCxnSpPr>
            <a:stCxn id="6504" idx="0"/>
            <a:endCxn id="6516" idx="2"/>
          </p:cNvCxnSpPr>
          <p:nvPr/>
        </p:nvCxnSpPr>
        <p:spPr>
          <a:xfrm rot="10800000">
            <a:off x="534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528" name="Google Shape;6528;p62"/>
          <p:cNvCxnSpPr>
            <a:stCxn id="6512" idx="0"/>
            <a:endCxn id="6524" idx="2"/>
          </p:cNvCxnSpPr>
          <p:nvPr/>
        </p:nvCxnSpPr>
        <p:spPr>
          <a:xfrm rot="10800000">
            <a:off x="1449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529" name="Google Shape;6529;p62"/>
          <p:cNvCxnSpPr>
            <a:stCxn id="6508" idx="0"/>
            <a:endCxn id="6520" idx="2"/>
          </p:cNvCxnSpPr>
          <p:nvPr/>
        </p:nvCxnSpPr>
        <p:spPr>
          <a:xfrm rot="10800000">
            <a:off x="992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6530" name="Google Shape;6530;p62"/>
          <p:cNvSpPr/>
          <p:nvPr/>
        </p:nvSpPr>
        <p:spPr>
          <a:xfrm>
            <a:off x="301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6531" name="Google Shape;6531;p62"/>
          <p:cNvSpPr/>
          <p:nvPr/>
        </p:nvSpPr>
        <p:spPr>
          <a:xfrm>
            <a:off x="404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6532" name="Google Shape;6532;p62"/>
          <p:cNvSpPr/>
          <p:nvPr/>
        </p:nvSpPr>
        <p:spPr>
          <a:xfrm>
            <a:off x="404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6533" name="Google Shape;6533;p62"/>
          <p:cNvSpPr/>
          <p:nvPr/>
        </p:nvSpPr>
        <p:spPr>
          <a:xfrm>
            <a:off x="2816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6534" name="Google Shape;6534;p62"/>
          <p:cNvSpPr/>
          <p:nvPr/>
        </p:nvSpPr>
        <p:spPr>
          <a:xfrm>
            <a:off x="2856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535" name="Google Shape;6535;p62"/>
          <p:cNvGrpSpPr/>
          <p:nvPr/>
        </p:nvGrpSpPr>
        <p:grpSpPr>
          <a:xfrm>
            <a:off x="2892803" y="3955308"/>
            <a:ext cx="313273" cy="74585"/>
            <a:chOff x="3655625" y="914400"/>
            <a:chExt cx="2743200" cy="690600"/>
          </a:xfrm>
        </p:grpSpPr>
        <p:sp>
          <p:nvSpPr>
            <p:cNvPr id="6536" name="Google Shape;6536;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37" name="Google Shape;653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38" name="Google Shape;653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539" name="Google Shape;6539;p62"/>
          <p:cNvSpPr txBox="1"/>
          <p:nvPr/>
        </p:nvSpPr>
        <p:spPr>
          <a:xfrm>
            <a:off x="3271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6540" name="Google Shape;6540;p62"/>
          <p:cNvGrpSpPr/>
          <p:nvPr/>
        </p:nvGrpSpPr>
        <p:grpSpPr>
          <a:xfrm>
            <a:off x="3350003" y="3955308"/>
            <a:ext cx="313273" cy="74585"/>
            <a:chOff x="3655625" y="914400"/>
            <a:chExt cx="2743200" cy="690600"/>
          </a:xfrm>
        </p:grpSpPr>
        <p:sp>
          <p:nvSpPr>
            <p:cNvPr id="6541" name="Google Shape;6541;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42" name="Google Shape;6542;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43" name="Google Shape;6543;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544" name="Google Shape;6544;p62"/>
          <p:cNvSpPr txBox="1"/>
          <p:nvPr/>
        </p:nvSpPr>
        <p:spPr>
          <a:xfrm>
            <a:off x="3797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6545" name="Google Shape;6545;p62"/>
          <p:cNvGrpSpPr/>
          <p:nvPr/>
        </p:nvGrpSpPr>
        <p:grpSpPr>
          <a:xfrm>
            <a:off x="3807203" y="3955308"/>
            <a:ext cx="313273" cy="74585"/>
            <a:chOff x="3655625" y="914400"/>
            <a:chExt cx="2743200" cy="690600"/>
          </a:xfrm>
        </p:grpSpPr>
        <p:sp>
          <p:nvSpPr>
            <p:cNvPr id="6546" name="Google Shape;6546;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47" name="Google Shape;654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48" name="Google Shape;654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549" name="Google Shape;6549;p62"/>
          <p:cNvSpPr txBox="1"/>
          <p:nvPr/>
        </p:nvSpPr>
        <p:spPr>
          <a:xfrm>
            <a:off x="4211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6550" name="Google Shape;6550;p62"/>
          <p:cNvGrpSpPr/>
          <p:nvPr/>
        </p:nvGrpSpPr>
        <p:grpSpPr>
          <a:xfrm>
            <a:off x="2892803" y="3498108"/>
            <a:ext cx="313273" cy="74585"/>
            <a:chOff x="3655625" y="914400"/>
            <a:chExt cx="2743200" cy="690600"/>
          </a:xfrm>
        </p:grpSpPr>
        <p:sp>
          <p:nvSpPr>
            <p:cNvPr id="6551" name="Google Shape;6551;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52" name="Google Shape;6552;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53" name="Google Shape;6553;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54" name="Google Shape;6554;p62"/>
          <p:cNvGrpSpPr/>
          <p:nvPr/>
        </p:nvGrpSpPr>
        <p:grpSpPr>
          <a:xfrm>
            <a:off x="3350003" y="3498108"/>
            <a:ext cx="313273" cy="74585"/>
            <a:chOff x="3655625" y="914400"/>
            <a:chExt cx="2743200" cy="690600"/>
          </a:xfrm>
        </p:grpSpPr>
        <p:sp>
          <p:nvSpPr>
            <p:cNvPr id="6555" name="Google Shape;6555;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56" name="Google Shape;6556;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57" name="Google Shape;6557;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58" name="Google Shape;6558;p62"/>
          <p:cNvGrpSpPr/>
          <p:nvPr/>
        </p:nvGrpSpPr>
        <p:grpSpPr>
          <a:xfrm>
            <a:off x="3807203" y="3498108"/>
            <a:ext cx="313273" cy="74585"/>
            <a:chOff x="3655625" y="914400"/>
            <a:chExt cx="2743200" cy="690600"/>
          </a:xfrm>
        </p:grpSpPr>
        <p:sp>
          <p:nvSpPr>
            <p:cNvPr id="6559" name="Google Shape;6559;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60" name="Google Shape;6560;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61" name="Google Shape;6561;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562" name="Google Shape;6562;p62"/>
          <p:cNvCxnSpPr>
            <a:stCxn id="6536" idx="0"/>
          </p:cNvCxnSpPr>
          <p:nvPr/>
        </p:nvCxnSpPr>
        <p:spPr>
          <a:xfrm rot="10800000">
            <a:off x="3049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563" name="Google Shape;6563;p62"/>
          <p:cNvCxnSpPr>
            <a:stCxn id="6536" idx="0"/>
            <a:endCxn id="6555" idx="2"/>
          </p:cNvCxnSpPr>
          <p:nvPr/>
        </p:nvCxnSpPr>
        <p:spPr>
          <a:xfrm flipH="1" rot="10800000">
            <a:off x="3049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564" name="Google Shape;6564;p62"/>
          <p:cNvCxnSpPr>
            <a:stCxn id="6536" idx="0"/>
            <a:endCxn id="6559" idx="2"/>
          </p:cNvCxnSpPr>
          <p:nvPr/>
        </p:nvCxnSpPr>
        <p:spPr>
          <a:xfrm flipH="1" rot="10800000">
            <a:off x="3049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565" name="Google Shape;6565;p62"/>
          <p:cNvCxnSpPr>
            <a:stCxn id="6541" idx="0"/>
            <a:endCxn id="6555" idx="2"/>
          </p:cNvCxnSpPr>
          <p:nvPr/>
        </p:nvCxnSpPr>
        <p:spPr>
          <a:xfrm rot="10800000">
            <a:off x="3506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566" name="Google Shape;6566;p62"/>
          <p:cNvCxnSpPr>
            <a:stCxn id="6546" idx="0"/>
            <a:endCxn id="6559" idx="2"/>
          </p:cNvCxnSpPr>
          <p:nvPr/>
        </p:nvCxnSpPr>
        <p:spPr>
          <a:xfrm rot="10800000">
            <a:off x="3963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567" name="Google Shape;6567;p62"/>
          <p:cNvCxnSpPr>
            <a:stCxn id="6541" idx="0"/>
            <a:endCxn id="6559" idx="2"/>
          </p:cNvCxnSpPr>
          <p:nvPr/>
        </p:nvCxnSpPr>
        <p:spPr>
          <a:xfrm flipH="1" rot="10800000">
            <a:off x="3506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6568" name="Google Shape;6568;p62"/>
          <p:cNvGrpSpPr/>
          <p:nvPr/>
        </p:nvGrpSpPr>
        <p:grpSpPr>
          <a:xfrm rot="-5400000">
            <a:off x="3724796" y="2328825"/>
            <a:ext cx="109798" cy="26302"/>
            <a:chOff x="4885225" y="945750"/>
            <a:chExt cx="311926" cy="74700"/>
          </a:xfrm>
        </p:grpSpPr>
        <p:sp>
          <p:nvSpPr>
            <p:cNvPr id="6569" name="Google Shape;6569;p62"/>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70" name="Google Shape;6570;p62"/>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71" name="Google Shape;6571;p62"/>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572" name="Google Shape;6572;p62"/>
          <p:cNvSpPr/>
          <p:nvPr/>
        </p:nvSpPr>
        <p:spPr>
          <a:xfrm>
            <a:off x="2816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6573" name="Google Shape;6573;p62"/>
          <p:cNvSpPr/>
          <p:nvPr/>
        </p:nvSpPr>
        <p:spPr>
          <a:xfrm>
            <a:off x="2856872" y="1204438"/>
            <a:ext cx="1798200" cy="46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6574" name="Google Shape;6574;p62"/>
          <p:cNvSpPr/>
          <p:nvPr/>
        </p:nvSpPr>
        <p:spPr>
          <a:xfrm>
            <a:off x="2870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6575" name="Google Shape;6575;p62"/>
          <p:cNvSpPr/>
          <p:nvPr/>
        </p:nvSpPr>
        <p:spPr>
          <a:xfrm>
            <a:off x="2856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6576" name="Google Shape;6576;p62"/>
          <p:cNvGrpSpPr/>
          <p:nvPr/>
        </p:nvGrpSpPr>
        <p:grpSpPr>
          <a:xfrm>
            <a:off x="2892678" y="1380708"/>
            <a:ext cx="313273" cy="74585"/>
            <a:chOff x="3655625" y="914400"/>
            <a:chExt cx="2743200" cy="690600"/>
          </a:xfrm>
        </p:grpSpPr>
        <p:sp>
          <p:nvSpPr>
            <p:cNvPr id="6577" name="Google Shape;6577;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78" name="Google Shape;6578;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79" name="Google Shape;6579;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80" name="Google Shape;6580;p62"/>
          <p:cNvGrpSpPr/>
          <p:nvPr/>
        </p:nvGrpSpPr>
        <p:grpSpPr>
          <a:xfrm>
            <a:off x="3349878" y="1373704"/>
            <a:ext cx="313273" cy="74585"/>
            <a:chOff x="3655625" y="914400"/>
            <a:chExt cx="2743200" cy="690600"/>
          </a:xfrm>
        </p:grpSpPr>
        <p:sp>
          <p:nvSpPr>
            <p:cNvPr id="6581" name="Google Shape;6581;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82" name="Google Shape;6582;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83" name="Google Shape;6583;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84" name="Google Shape;6584;p62"/>
          <p:cNvGrpSpPr/>
          <p:nvPr/>
        </p:nvGrpSpPr>
        <p:grpSpPr>
          <a:xfrm>
            <a:off x="3807078" y="1373704"/>
            <a:ext cx="313273" cy="74585"/>
            <a:chOff x="3655625" y="914400"/>
            <a:chExt cx="2743200" cy="690600"/>
          </a:xfrm>
        </p:grpSpPr>
        <p:sp>
          <p:nvSpPr>
            <p:cNvPr id="6585" name="Google Shape;6585;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86" name="Google Shape;6586;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87" name="Google Shape;6587;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88" name="Google Shape;6588;p62"/>
          <p:cNvGrpSpPr/>
          <p:nvPr/>
        </p:nvGrpSpPr>
        <p:grpSpPr>
          <a:xfrm>
            <a:off x="395215" y="1858996"/>
            <a:ext cx="313273" cy="74585"/>
            <a:chOff x="3655625" y="914400"/>
            <a:chExt cx="2743200" cy="690600"/>
          </a:xfrm>
        </p:grpSpPr>
        <p:sp>
          <p:nvSpPr>
            <p:cNvPr id="6589" name="Google Shape;6589;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90" name="Google Shape;6590;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91" name="Google Shape;6591;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92" name="Google Shape;6592;p62"/>
          <p:cNvGrpSpPr/>
          <p:nvPr/>
        </p:nvGrpSpPr>
        <p:grpSpPr>
          <a:xfrm>
            <a:off x="852415" y="1858996"/>
            <a:ext cx="313273" cy="74585"/>
            <a:chOff x="3655625" y="914400"/>
            <a:chExt cx="2743200" cy="690600"/>
          </a:xfrm>
        </p:grpSpPr>
        <p:sp>
          <p:nvSpPr>
            <p:cNvPr id="6593" name="Google Shape;6593;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94" name="Google Shape;6594;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95" name="Google Shape;6595;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596" name="Google Shape;6596;p62"/>
          <p:cNvGrpSpPr/>
          <p:nvPr/>
        </p:nvGrpSpPr>
        <p:grpSpPr>
          <a:xfrm>
            <a:off x="1309615" y="1858996"/>
            <a:ext cx="313273" cy="74585"/>
            <a:chOff x="3655625" y="914400"/>
            <a:chExt cx="2743200" cy="690600"/>
          </a:xfrm>
        </p:grpSpPr>
        <p:sp>
          <p:nvSpPr>
            <p:cNvPr id="6597" name="Google Shape;6597;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598" name="Google Shape;6598;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599" name="Google Shape;6599;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600" name="Google Shape;6600;p62"/>
          <p:cNvCxnSpPr>
            <a:stCxn id="6593" idx="0"/>
          </p:cNvCxnSpPr>
          <p:nvPr/>
        </p:nvCxnSpPr>
        <p:spPr>
          <a:xfrm rot="10800000">
            <a:off x="1009052" y="1686196"/>
            <a:ext cx="0" cy="172800"/>
          </a:xfrm>
          <a:prstGeom prst="straightConnector1">
            <a:avLst/>
          </a:prstGeom>
          <a:noFill/>
          <a:ln cap="flat" cmpd="sng" w="9525">
            <a:solidFill>
              <a:schemeClr val="dk2"/>
            </a:solidFill>
            <a:prstDash val="solid"/>
            <a:round/>
            <a:headEnd len="med" w="med" type="none"/>
            <a:tailEnd len="med" w="med" type="none"/>
          </a:ln>
        </p:spPr>
      </p:cxnSp>
      <p:cxnSp>
        <p:nvCxnSpPr>
          <p:cNvPr id="6601" name="Google Shape;6601;p62"/>
          <p:cNvCxnSpPr>
            <a:stCxn id="6597" idx="0"/>
          </p:cNvCxnSpPr>
          <p:nvPr/>
        </p:nvCxnSpPr>
        <p:spPr>
          <a:xfrm rot="10800000">
            <a:off x="1466252" y="1687696"/>
            <a:ext cx="0" cy="171300"/>
          </a:xfrm>
          <a:prstGeom prst="straightConnector1">
            <a:avLst/>
          </a:prstGeom>
          <a:noFill/>
          <a:ln cap="flat" cmpd="sng" w="9525">
            <a:solidFill>
              <a:schemeClr val="dk2"/>
            </a:solidFill>
            <a:prstDash val="solid"/>
            <a:round/>
            <a:headEnd len="med" w="med" type="none"/>
            <a:tailEnd len="med" w="med" type="none"/>
          </a:ln>
        </p:spPr>
      </p:cxnSp>
      <p:cxnSp>
        <p:nvCxnSpPr>
          <p:cNvPr id="6602" name="Google Shape;6602;p62"/>
          <p:cNvCxnSpPr>
            <a:stCxn id="6577" idx="0"/>
            <a:endCxn id="6589" idx="0"/>
          </p:cNvCxnSpPr>
          <p:nvPr/>
        </p:nvCxnSpPr>
        <p:spPr>
          <a:xfrm rot="5400000">
            <a:off x="1561465" y="371058"/>
            <a:ext cx="478200" cy="2497500"/>
          </a:xfrm>
          <a:prstGeom prst="bentConnector3">
            <a:avLst>
              <a:gd fmla="val -33802" name="adj1"/>
            </a:avLst>
          </a:prstGeom>
          <a:noFill/>
          <a:ln cap="flat" cmpd="sng" w="9525">
            <a:solidFill>
              <a:schemeClr val="dk2"/>
            </a:solidFill>
            <a:prstDash val="solid"/>
            <a:round/>
            <a:headEnd len="med" w="med" type="none"/>
            <a:tailEnd len="med" w="med" type="none"/>
          </a:ln>
        </p:spPr>
      </p:cxnSp>
      <p:cxnSp>
        <p:nvCxnSpPr>
          <p:cNvPr id="6603" name="Google Shape;6603;p62"/>
          <p:cNvCxnSpPr>
            <a:stCxn id="6581" idx="0"/>
            <a:endCxn id="6589" idx="0"/>
          </p:cNvCxnSpPr>
          <p:nvPr/>
        </p:nvCxnSpPr>
        <p:spPr>
          <a:xfrm rot="5400000">
            <a:off x="1786465" y="139054"/>
            <a:ext cx="485400" cy="2954700"/>
          </a:xfrm>
          <a:prstGeom prst="bentConnector3">
            <a:avLst>
              <a:gd fmla="val -25902" name="adj1"/>
            </a:avLst>
          </a:prstGeom>
          <a:noFill/>
          <a:ln cap="flat" cmpd="sng" w="9525">
            <a:solidFill>
              <a:schemeClr val="dk2"/>
            </a:solidFill>
            <a:prstDash val="solid"/>
            <a:round/>
            <a:headEnd len="med" w="med" type="none"/>
            <a:tailEnd len="med" w="med" type="none"/>
          </a:ln>
        </p:spPr>
      </p:cxnSp>
      <p:cxnSp>
        <p:nvCxnSpPr>
          <p:cNvPr id="6604" name="Google Shape;6604;p62"/>
          <p:cNvCxnSpPr>
            <a:stCxn id="6585" idx="0"/>
            <a:endCxn id="6589" idx="0"/>
          </p:cNvCxnSpPr>
          <p:nvPr/>
        </p:nvCxnSpPr>
        <p:spPr>
          <a:xfrm rot="5400000">
            <a:off x="2015065" y="-89546"/>
            <a:ext cx="485400" cy="3411900"/>
          </a:xfrm>
          <a:prstGeom prst="bentConnector3">
            <a:avLst>
              <a:gd fmla="val -18009" name="adj1"/>
            </a:avLst>
          </a:prstGeom>
          <a:noFill/>
          <a:ln cap="flat" cmpd="sng" w="9525">
            <a:solidFill>
              <a:schemeClr val="dk2"/>
            </a:solidFill>
            <a:prstDash val="solid"/>
            <a:round/>
            <a:headEnd len="med" w="med" type="none"/>
            <a:tailEnd len="med" w="med" type="none"/>
          </a:ln>
        </p:spPr>
      </p:cxnSp>
      <p:cxnSp>
        <p:nvCxnSpPr>
          <p:cNvPr id="6605" name="Google Shape;6605;p62"/>
          <p:cNvCxnSpPr>
            <a:stCxn id="6593" idx="0"/>
          </p:cNvCxnSpPr>
          <p:nvPr/>
        </p:nvCxnSpPr>
        <p:spPr>
          <a:xfrm rot="10800000">
            <a:off x="1009052" y="1218196"/>
            <a:ext cx="0" cy="640800"/>
          </a:xfrm>
          <a:prstGeom prst="straightConnector1">
            <a:avLst/>
          </a:prstGeom>
          <a:noFill/>
          <a:ln cap="flat" cmpd="sng" w="9525">
            <a:solidFill>
              <a:schemeClr val="dk2"/>
            </a:solidFill>
            <a:prstDash val="solid"/>
            <a:round/>
            <a:headEnd len="med" w="med" type="none"/>
            <a:tailEnd len="med" w="med" type="none"/>
          </a:ln>
        </p:spPr>
      </p:cxnSp>
      <p:cxnSp>
        <p:nvCxnSpPr>
          <p:cNvPr id="6606" name="Google Shape;6606;p62"/>
          <p:cNvCxnSpPr>
            <a:stCxn id="6597" idx="0"/>
          </p:cNvCxnSpPr>
          <p:nvPr/>
        </p:nvCxnSpPr>
        <p:spPr>
          <a:xfrm rot="10800000">
            <a:off x="1466252" y="1221796"/>
            <a:ext cx="0" cy="637200"/>
          </a:xfrm>
          <a:prstGeom prst="straightConnector1">
            <a:avLst/>
          </a:prstGeom>
          <a:noFill/>
          <a:ln cap="flat" cmpd="sng" w="9525">
            <a:solidFill>
              <a:schemeClr val="dk2"/>
            </a:solidFill>
            <a:prstDash val="solid"/>
            <a:round/>
            <a:headEnd len="med" w="med" type="none"/>
            <a:tailEnd len="med" w="med" type="none"/>
          </a:ln>
        </p:spPr>
      </p:cxnSp>
      <p:grpSp>
        <p:nvGrpSpPr>
          <p:cNvPr id="6607" name="Google Shape;6607;p62"/>
          <p:cNvGrpSpPr/>
          <p:nvPr/>
        </p:nvGrpSpPr>
        <p:grpSpPr>
          <a:xfrm rot="-5400000">
            <a:off x="330381" y="2771949"/>
            <a:ext cx="109798" cy="26302"/>
            <a:chOff x="4885225" y="945750"/>
            <a:chExt cx="311926" cy="74700"/>
          </a:xfrm>
        </p:grpSpPr>
        <p:sp>
          <p:nvSpPr>
            <p:cNvPr id="6608" name="Google Shape;6608;p62"/>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09" name="Google Shape;6609;p62"/>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10" name="Google Shape;6610;p62"/>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6611" name="Google Shape;6611;p62"/>
          <p:cNvGrpSpPr/>
          <p:nvPr/>
        </p:nvGrpSpPr>
        <p:grpSpPr>
          <a:xfrm>
            <a:off x="2896103" y="722118"/>
            <a:ext cx="313273" cy="74585"/>
            <a:chOff x="3655625" y="914400"/>
            <a:chExt cx="2743200" cy="690600"/>
          </a:xfrm>
        </p:grpSpPr>
        <p:sp>
          <p:nvSpPr>
            <p:cNvPr id="6612" name="Google Shape;6612;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13" name="Google Shape;6613;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14" name="Google Shape;6614;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15" name="Google Shape;6615;p62"/>
          <p:cNvGrpSpPr/>
          <p:nvPr/>
        </p:nvGrpSpPr>
        <p:grpSpPr>
          <a:xfrm>
            <a:off x="3353303" y="722118"/>
            <a:ext cx="313273" cy="74585"/>
            <a:chOff x="3655625" y="914400"/>
            <a:chExt cx="2743200" cy="690600"/>
          </a:xfrm>
        </p:grpSpPr>
        <p:sp>
          <p:nvSpPr>
            <p:cNvPr id="6616" name="Google Shape;6616;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17" name="Google Shape;661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18" name="Google Shape;661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19" name="Google Shape;6619;p62"/>
          <p:cNvGrpSpPr/>
          <p:nvPr/>
        </p:nvGrpSpPr>
        <p:grpSpPr>
          <a:xfrm>
            <a:off x="3810503" y="722118"/>
            <a:ext cx="313273" cy="74585"/>
            <a:chOff x="3655625" y="914400"/>
            <a:chExt cx="2743200" cy="690600"/>
          </a:xfrm>
        </p:grpSpPr>
        <p:sp>
          <p:nvSpPr>
            <p:cNvPr id="6620" name="Google Shape;6620;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21" name="Google Shape;6621;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22" name="Google Shape;6622;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623" name="Google Shape;6623;p62"/>
          <p:cNvSpPr txBox="1"/>
          <p:nvPr/>
        </p:nvSpPr>
        <p:spPr>
          <a:xfrm>
            <a:off x="2814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6624" name="Google Shape;6624;p62"/>
          <p:cNvSpPr txBox="1"/>
          <p:nvPr/>
        </p:nvSpPr>
        <p:spPr>
          <a:xfrm>
            <a:off x="3339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6625" name="Google Shape;6625;p62"/>
          <p:cNvSpPr txBox="1"/>
          <p:nvPr/>
        </p:nvSpPr>
        <p:spPr>
          <a:xfrm>
            <a:off x="3754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6626" name="Google Shape;6626;p62"/>
          <p:cNvGrpSpPr/>
          <p:nvPr/>
        </p:nvGrpSpPr>
        <p:grpSpPr>
          <a:xfrm>
            <a:off x="4264403" y="3955308"/>
            <a:ext cx="313273" cy="74585"/>
            <a:chOff x="3655625" y="914400"/>
            <a:chExt cx="2743200" cy="690600"/>
          </a:xfrm>
        </p:grpSpPr>
        <p:sp>
          <p:nvSpPr>
            <p:cNvPr id="6627" name="Google Shape;6627;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28" name="Google Shape;6628;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29" name="Google Shape;6629;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30" name="Google Shape;6630;p62"/>
          <p:cNvGrpSpPr/>
          <p:nvPr/>
        </p:nvGrpSpPr>
        <p:grpSpPr>
          <a:xfrm>
            <a:off x="4264403" y="3498108"/>
            <a:ext cx="313273" cy="74585"/>
            <a:chOff x="3655625" y="914400"/>
            <a:chExt cx="2743200" cy="690600"/>
          </a:xfrm>
        </p:grpSpPr>
        <p:sp>
          <p:nvSpPr>
            <p:cNvPr id="6631" name="Google Shape;6631;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32" name="Google Shape;6632;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33" name="Google Shape;6633;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634" name="Google Shape;6634;p62"/>
          <p:cNvCxnSpPr>
            <a:stCxn id="6536" idx="0"/>
            <a:endCxn id="6631" idx="2"/>
          </p:cNvCxnSpPr>
          <p:nvPr/>
        </p:nvCxnSpPr>
        <p:spPr>
          <a:xfrm flipH="1" rot="10800000">
            <a:off x="3049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6635" name="Google Shape;6635;p62"/>
          <p:cNvCxnSpPr>
            <a:stCxn id="6541" idx="0"/>
            <a:endCxn id="6631" idx="2"/>
          </p:cNvCxnSpPr>
          <p:nvPr/>
        </p:nvCxnSpPr>
        <p:spPr>
          <a:xfrm flipH="1" rot="10800000">
            <a:off x="3506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636" name="Google Shape;6636;p62"/>
          <p:cNvCxnSpPr>
            <a:stCxn id="6546" idx="0"/>
            <a:endCxn id="6631" idx="2"/>
          </p:cNvCxnSpPr>
          <p:nvPr/>
        </p:nvCxnSpPr>
        <p:spPr>
          <a:xfrm flipH="1" rot="10800000">
            <a:off x="3963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637" name="Google Shape;6637;p62"/>
          <p:cNvCxnSpPr>
            <a:stCxn id="6627" idx="0"/>
            <a:endCxn id="6631" idx="2"/>
          </p:cNvCxnSpPr>
          <p:nvPr/>
        </p:nvCxnSpPr>
        <p:spPr>
          <a:xfrm rot="10800000">
            <a:off x="4421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6638" name="Google Shape;6638;p62"/>
          <p:cNvSpPr/>
          <p:nvPr/>
        </p:nvSpPr>
        <p:spPr>
          <a:xfrm>
            <a:off x="2839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6639" name="Google Shape;6639;p62"/>
          <p:cNvGrpSpPr/>
          <p:nvPr/>
        </p:nvGrpSpPr>
        <p:grpSpPr>
          <a:xfrm>
            <a:off x="2896103" y="2801514"/>
            <a:ext cx="313273" cy="74585"/>
            <a:chOff x="3655625" y="914400"/>
            <a:chExt cx="2743200" cy="690600"/>
          </a:xfrm>
        </p:grpSpPr>
        <p:sp>
          <p:nvSpPr>
            <p:cNvPr id="6640" name="Google Shape;6640;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41" name="Google Shape;6641;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42" name="Google Shape;6642;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43" name="Google Shape;6643;p62"/>
          <p:cNvGrpSpPr/>
          <p:nvPr/>
        </p:nvGrpSpPr>
        <p:grpSpPr>
          <a:xfrm>
            <a:off x="3353303" y="2801514"/>
            <a:ext cx="313273" cy="74585"/>
            <a:chOff x="3655625" y="914400"/>
            <a:chExt cx="2743200" cy="690600"/>
          </a:xfrm>
        </p:grpSpPr>
        <p:sp>
          <p:nvSpPr>
            <p:cNvPr id="6644" name="Google Shape;6644;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45" name="Google Shape;6645;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46" name="Google Shape;6646;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47" name="Google Shape;6647;p62"/>
          <p:cNvGrpSpPr/>
          <p:nvPr/>
        </p:nvGrpSpPr>
        <p:grpSpPr>
          <a:xfrm>
            <a:off x="3810503" y="2801514"/>
            <a:ext cx="313273" cy="74585"/>
            <a:chOff x="3655625" y="914400"/>
            <a:chExt cx="2743200" cy="690600"/>
          </a:xfrm>
        </p:grpSpPr>
        <p:sp>
          <p:nvSpPr>
            <p:cNvPr id="6648" name="Google Shape;6648;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49" name="Google Shape;6649;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50" name="Google Shape;6650;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51" name="Google Shape;6651;p62"/>
          <p:cNvGrpSpPr/>
          <p:nvPr/>
        </p:nvGrpSpPr>
        <p:grpSpPr>
          <a:xfrm>
            <a:off x="2896103" y="2580063"/>
            <a:ext cx="313273" cy="74585"/>
            <a:chOff x="3655625" y="914400"/>
            <a:chExt cx="2743200" cy="690600"/>
          </a:xfrm>
        </p:grpSpPr>
        <p:sp>
          <p:nvSpPr>
            <p:cNvPr id="6652" name="Google Shape;6652;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53" name="Google Shape;6653;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54" name="Google Shape;6654;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55" name="Google Shape;6655;p62"/>
          <p:cNvGrpSpPr/>
          <p:nvPr/>
        </p:nvGrpSpPr>
        <p:grpSpPr>
          <a:xfrm>
            <a:off x="3353303" y="2580063"/>
            <a:ext cx="313273" cy="74585"/>
            <a:chOff x="3655625" y="914400"/>
            <a:chExt cx="2743200" cy="690600"/>
          </a:xfrm>
        </p:grpSpPr>
        <p:sp>
          <p:nvSpPr>
            <p:cNvPr id="6656" name="Google Shape;6656;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57" name="Google Shape;665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58" name="Google Shape;665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59" name="Google Shape;6659;p62"/>
          <p:cNvGrpSpPr/>
          <p:nvPr/>
        </p:nvGrpSpPr>
        <p:grpSpPr>
          <a:xfrm>
            <a:off x="3810503" y="2580063"/>
            <a:ext cx="313273" cy="74585"/>
            <a:chOff x="3655625" y="914400"/>
            <a:chExt cx="2743200" cy="690600"/>
          </a:xfrm>
        </p:grpSpPr>
        <p:sp>
          <p:nvSpPr>
            <p:cNvPr id="6660" name="Google Shape;6660;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61" name="Google Shape;6661;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62" name="Google Shape;6662;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663" name="Google Shape;6663;p62"/>
          <p:cNvCxnSpPr>
            <a:stCxn id="6640" idx="0"/>
            <a:endCxn id="6652" idx="2"/>
          </p:cNvCxnSpPr>
          <p:nvPr/>
        </p:nvCxnSpPr>
        <p:spPr>
          <a:xfrm rot="10800000">
            <a:off x="3052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664" name="Google Shape;6664;p62"/>
          <p:cNvCxnSpPr>
            <a:stCxn id="6648" idx="0"/>
            <a:endCxn id="6660" idx="2"/>
          </p:cNvCxnSpPr>
          <p:nvPr/>
        </p:nvCxnSpPr>
        <p:spPr>
          <a:xfrm rot="10800000">
            <a:off x="3967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665" name="Google Shape;6665;p62"/>
          <p:cNvCxnSpPr>
            <a:stCxn id="6644" idx="0"/>
            <a:endCxn id="6656" idx="2"/>
          </p:cNvCxnSpPr>
          <p:nvPr/>
        </p:nvCxnSpPr>
        <p:spPr>
          <a:xfrm rot="10800000">
            <a:off x="3509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6666" name="Google Shape;6666;p62"/>
          <p:cNvGrpSpPr/>
          <p:nvPr/>
        </p:nvGrpSpPr>
        <p:grpSpPr>
          <a:xfrm>
            <a:off x="4267703" y="2804397"/>
            <a:ext cx="313273" cy="74585"/>
            <a:chOff x="3655625" y="914400"/>
            <a:chExt cx="2743200" cy="690600"/>
          </a:xfrm>
        </p:grpSpPr>
        <p:sp>
          <p:nvSpPr>
            <p:cNvPr id="6667" name="Google Shape;6667;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68" name="Google Shape;6668;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69" name="Google Shape;6669;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70" name="Google Shape;6670;p62"/>
          <p:cNvGrpSpPr/>
          <p:nvPr/>
        </p:nvGrpSpPr>
        <p:grpSpPr>
          <a:xfrm>
            <a:off x="4267703" y="2576499"/>
            <a:ext cx="313273" cy="74585"/>
            <a:chOff x="3655625" y="914400"/>
            <a:chExt cx="2743200" cy="690600"/>
          </a:xfrm>
        </p:grpSpPr>
        <p:sp>
          <p:nvSpPr>
            <p:cNvPr id="6671" name="Google Shape;6671;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72" name="Google Shape;6672;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73" name="Google Shape;6673;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674" name="Google Shape;6674;p62"/>
          <p:cNvCxnSpPr>
            <a:stCxn id="6667" idx="0"/>
            <a:endCxn id="6671" idx="2"/>
          </p:cNvCxnSpPr>
          <p:nvPr/>
        </p:nvCxnSpPr>
        <p:spPr>
          <a:xfrm rot="10800000">
            <a:off x="4424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6675" name="Google Shape;6675;p62"/>
          <p:cNvSpPr txBox="1"/>
          <p:nvPr/>
        </p:nvSpPr>
        <p:spPr>
          <a:xfrm>
            <a:off x="2753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6676" name="Google Shape;6676;p62"/>
          <p:cNvGrpSpPr/>
          <p:nvPr/>
        </p:nvGrpSpPr>
        <p:grpSpPr>
          <a:xfrm>
            <a:off x="4264266" y="722118"/>
            <a:ext cx="313273" cy="74585"/>
            <a:chOff x="3655625" y="914400"/>
            <a:chExt cx="2743200" cy="690600"/>
          </a:xfrm>
        </p:grpSpPr>
        <p:sp>
          <p:nvSpPr>
            <p:cNvPr id="6677" name="Google Shape;6677;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78" name="Google Shape;6678;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79" name="Google Shape;6679;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680" name="Google Shape;6680;p62"/>
          <p:cNvSpPr txBox="1"/>
          <p:nvPr/>
        </p:nvSpPr>
        <p:spPr>
          <a:xfrm>
            <a:off x="4179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6681" name="Google Shape;6681;p62"/>
          <p:cNvGrpSpPr/>
          <p:nvPr/>
        </p:nvGrpSpPr>
        <p:grpSpPr>
          <a:xfrm>
            <a:off x="4264278" y="1373704"/>
            <a:ext cx="313273" cy="74585"/>
            <a:chOff x="3655625" y="914400"/>
            <a:chExt cx="2743200" cy="690600"/>
          </a:xfrm>
        </p:grpSpPr>
        <p:sp>
          <p:nvSpPr>
            <p:cNvPr id="6682" name="Google Shape;6682;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83" name="Google Shape;6683;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84" name="Google Shape;6684;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685" name="Google Shape;6685;p62"/>
          <p:cNvCxnSpPr>
            <a:stCxn id="6682" idx="0"/>
            <a:endCxn id="6589" idx="0"/>
          </p:cNvCxnSpPr>
          <p:nvPr/>
        </p:nvCxnSpPr>
        <p:spPr>
          <a:xfrm rot="5400000">
            <a:off x="2243665" y="-318146"/>
            <a:ext cx="485400" cy="3869100"/>
          </a:xfrm>
          <a:prstGeom prst="bentConnector3">
            <a:avLst>
              <a:gd fmla="val -11875" name="adj1"/>
            </a:avLst>
          </a:prstGeom>
          <a:noFill/>
          <a:ln cap="flat" cmpd="sng" w="9525">
            <a:solidFill>
              <a:schemeClr val="dk2"/>
            </a:solidFill>
            <a:prstDash val="solid"/>
            <a:round/>
            <a:headEnd len="med" w="med" type="none"/>
            <a:tailEnd len="med" w="med" type="none"/>
          </a:ln>
        </p:spPr>
      </p:cxnSp>
      <p:sp>
        <p:nvSpPr>
          <p:cNvPr id="6686" name="Google Shape;6686;p62"/>
          <p:cNvSpPr/>
          <p:nvPr/>
        </p:nvSpPr>
        <p:spPr>
          <a:xfrm>
            <a:off x="2856897" y="3189900"/>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6687" name="Google Shape;6687;p62"/>
          <p:cNvGrpSpPr/>
          <p:nvPr/>
        </p:nvGrpSpPr>
        <p:grpSpPr>
          <a:xfrm>
            <a:off x="3363678" y="3253799"/>
            <a:ext cx="313273" cy="74585"/>
            <a:chOff x="3655625" y="914400"/>
            <a:chExt cx="2743200" cy="690600"/>
          </a:xfrm>
        </p:grpSpPr>
        <p:sp>
          <p:nvSpPr>
            <p:cNvPr id="6688" name="Google Shape;6688;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89" name="Google Shape;6689;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90" name="Google Shape;6690;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91" name="Google Shape;6691;p62"/>
          <p:cNvGrpSpPr/>
          <p:nvPr/>
        </p:nvGrpSpPr>
        <p:grpSpPr>
          <a:xfrm>
            <a:off x="3820878" y="3253799"/>
            <a:ext cx="313273" cy="74585"/>
            <a:chOff x="3655625" y="914400"/>
            <a:chExt cx="2743200" cy="690600"/>
          </a:xfrm>
        </p:grpSpPr>
        <p:sp>
          <p:nvSpPr>
            <p:cNvPr id="6692" name="Google Shape;6692;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93" name="Google Shape;6693;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94" name="Google Shape;6694;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95" name="Google Shape;6695;p62"/>
          <p:cNvGrpSpPr/>
          <p:nvPr/>
        </p:nvGrpSpPr>
        <p:grpSpPr>
          <a:xfrm>
            <a:off x="4278078" y="3253799"/>
            <a:ext cx="313273" cy="74585"/>
            <a:chOff x="3655625" y="914400"/>
            <a:chExt cx="2743200" cy="690600"/>
          </a:xfrm>
        </p:grpSpPr>
        <p:sp>
          <p:nvSpPr>
            <p:cNvPr id="6696" name="Google Shape;6696;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697" name="Google Shape;669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698" name="Google Shape;669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699" name="Google Shape;6699;p62"/>
          <p:cNvGrpSpPr/>
          <p:nvPr/>
        </p:nvGrpSpPr>
        <p:grpSpPr>
          <a:xfrm>
            <a:off x="2906478" y="3253799"/>
            <a:ext cx="313200" cy="74700"/>
            <a:chOff x="5335131" y="2757062"/>
            <a:chExt cx="313200" cy="74700"/>
          </a:xfrm>
        </p:grpSpPr>
        <p:sp>
          <p:nvSpPr>
            <p:cNvPr id="6700" name="Google Shape;6700;p62"/>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01" name="Google Shape;6701;p62"/>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6702" name="Google Shape;6702;p62"/>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cxnSp>
        <p:nvCxnSpPr>
          <p:cNvPr id="6703" name="Google Shape;6703;p62"/>
          <p:cNvCxnSpPr/>
          <p:nvPr/>
        </p:nvCxnSpPr>
        <p:spPr>
          <a:xfrm>
            <a:off x="5202125" y="-10475"/>
            <a:ext cx="0" cy="5181300"/>
          </a:xfrm>
          <a:prstGeom prst="straightConnector1">
            <a:avLst/>
          </a:prstGeom>
          <a:noFill/>
          <a:ln cap="flat" cmpd="sng" w="19050">
            <a:solidFill>
              <a:schemeClr val="dk2"/>
            </a:solidFill>
            <a:prstDash val="dash"/>
            <a:round/>
            <a:headEnd len="med" w="med" type="none"/>
            <a:tailEnd len="med" w="med" type="none"/>
          </a:ln>
        </p:spPr>
      </p:cxnSp>
      <p:sp>
        <p:nvSpPr>
          <p:cNvPr id="6704" name="Google Shape;6704;p62"/>
          <p:cNvSpPr/>
          <p:nvPr/>
        </p:nvSpPr>
        <p:spPr>
          <a:xfrm>
            <a:off x="5480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6705" name="Google Shape;6705;p62"/>
          <p:cNvSpPr txBox="1"/>
          <p:nvPr/>
        </p:nvSpPr>
        <p:spPr>
          <a:xfrm>
            <a:off x="6080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6706" name="Google Shape;6706;p62"/>
          <p:cNvSpPr txBox="1"/>
          <p:nvPr/>
        </p:nvSpPr>
        <p:spPr>
          <a:xfrm>
            <a:off x="6624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6707" name="Google Shape;6707;p62"/>
          <p:cNvSpPr txBox="1"/>
          <p:nvPr/>
        </p:nvSpPr>
        <p:spPr>
          <a:xfrm>
            <a:off x="6968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6708" name="Google Shape;6708;p62"/>
          <p:cNvSpPr/>
          <p:nvPr/>
        </p:nvSpPr>
        <p:spPr>
          <a:xfrm>
            <a:off x="5607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6709" name="Google Shape;6709;p62"/>
          <p:cNvSpPr/>
          <p:nvPr/>
        </p:nvSpPr>
        <p:spPr>
          <a:xfrm>
            <a:off x="5656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710" name="Google Shape;6710;p62"/>
          <p:cNvGrpSpPr/>
          <p:nvPr/>
        </p:nvGrpSpPr>
        <p:grpSpPr>
          <a:xfrm>
            <a:off x="7074056" y="3444952"/>
            <a:ext cx="313273" cy="74585"/>
            <a:chOff x="3655625" y="914400"/>
            <a:chExt cx="2743200" cy="690600"/>
          </a:xfrm>
        </p:grpSpPr>
        <p:sp>
          <p:nvSpPr>
            <p:cNvPr id="6711" name="Google Shape;6711;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12" name="Google Shape;6712;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13" name="Google Shape;6713;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714" name="Google Shape;6714;p62"/>
          <p:cNvSpPr txBox="1"/>
          <p:nvPr/>
        </p:nvSpPr>
        <p:spPr>
          <a:xfrm>
            <a:off x="7463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6715" name="Google Shape;6715;p62"/>
          <p:cNvGrpSpPr/>
          <p:nvPr/>
        </p:nvGrpSpPr>
        <p:grpSpPr>
          <a:xfrm>
            <a:off x="7531256" y="3444952"/>
            <a:ext cx="313273" cy="74585"/>
            <a:chOff x="3655625" y="914400"/>
            <a:chExt cx="2743200" cy="690600"/>
          </a:xfrm>
        </p:grpSpPr>
        <p:sp>
          <p:nvSpPr>
            <p:cNvPr id="6716" name="Google Shape;6716;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17" name="Google Shape;671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18" name="Google Shape;671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719" name="Google Shape;6719;p62"/>
          <p:cNvSpPr txBox="1"/>
          <p:nvPr/>
        </p:nvSpPr>
        <p:spPr>
          <a:xfrm>
            <a:off x="7967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6720" name="Google Shape;6720;p62"/>
          <p:cNvGrpSpPr/>
          <p:nvPr/>
        </p:nvGrpSpPr>
        <p:grpSpPr>
          <a:xfrm>
            <a:off x="7988456" y="3444952"/>
            <a:ext cx="313273" cy="74585"/>
            <a:chOff x="3655625" y="914400"/>
            <a:chExt cx="2743200" cy="690600"/>
          </a:xfrm>
        </p:grpSpPr>
        <p:sp>
          <p:nvSpPr>
            <p:cNvPr id="6721" name="Google Shape;6721;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22" name="Google Shape;6722;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23" name="Google Shape;6723;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724" name="Google Shape;6724;p62"/>
          <p:cNvSpPr txBox="1"/>
          <p:nvPr/>
        </p:nvSpPr>
        <p:spPr>
          <a:xfrm>
            <a:off x="8393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6725" name="Google Shape;6725;p62"/>
          <p:cNvGrpSpPr/>
          <p:nvPr/>
        </p:nvGrpSpPr>
        <p:grpSpPr>
          <a:xfrm>
            <a:off x="7074056" y="2987752"/>
            <a:ext cx="313273" cy="74585"/>
            <a:chOff x="3655625" y="914400"/>
            <a:chExt cx="2743200" cy="690600"/>
          </a:xfrm>
        </p:grpSpPr>
        <p:sp>
          <p:nvSpPr>
            <p:cNvPr id="6726" name="Google Shape;6726;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27" name="Google Shape;672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28" name="Google Shape;672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729" name="Google Shape;6729;p62"/>
          <p:cNvGrpSpPr/>
          <p:nvPr/>
        </p:nvGrpSpPr>
        <p:grpSpPr>
          <a:xfrm>
            <a:off x="7531256" y="2987752"/>
            <a:ext cx="313273" cy="74585"/>
            <a:chOff x="3655625" y="914400"/>
            <a:chExt cx="2743200" cy="690600"/>
          </a:xfrm>
        </p:grpSpPr>
        <p:sp>
          <p:nvSpPr>
            <p:cNvPr id="6730" name="Google Shape;6730;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31" name="Google Shape;6731;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32" name="Google Shape;6732;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733" name="Google Shape;6733;p62"/>
          <p:cNvGrpSpPr/>
          <p:nvPr/>
        </p:nvGrpSpPr>
        <p:grpSpPr>
          <a:xfrm>
            <a:off x="7988456" y="2987752"/>
            <a:ext cx="313273" cy="74585"/>
            <a:chOff x="3655625" y="914400"/>
            <a:chExt cx="2743200" cy="690600"/>
          </a:xfrm>
        </p:grpSpPr>
        <p:sp>
          <p:nvSpPr>
            <p:cNvPr id="6734" name="Google Shape;6734;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35" name="Google Shape;6735;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36" name="Google Shape;6736;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737" name="Google Shape;6737;p62"/>
          <p:cNvCxnSpPr>
            <a:stCxn id="6711" idx="0"/>
          </p:cNvCxnSpPr>
          <p:nvPr/>
        </p:nvCxnSpPr>
        <p:spPr>
          <a:xfrm rot="10800000">
            <a:off x="7230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738" name="Google Shape;6738;p62"/>
          <p:cNvCxnSpPr>
            <a:stCxn id="6711" idx="0"/>
            <a:endCxn id="6730" idx="2"/>
          </p:cNvCxnSpPr>
          <p:nvPr/>
        </p:nvCxnSpPr>
        <p:spPr>
          <a:xfrm flipH="1" rot="10800000">
            <a:off x="7230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739" name="Google Shape;6739;p62"/>
          <p:cNvCxnSpPr>
            <a:stCxn id="6711" idx="0"/>
            <a:endCxn id="6734" idx="2"/>
          </p:cNvCxnSpPr>
          <p:nvPr/>
        </p:nvCxnSpPr>
        <p:spPr>
          <a:xfrm flipH="1" rot="10800000">
            <a:off x="7230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740" name="Google Shape;6740;p62"/>
          <p:cNvCxnSpPr>
            <a:stCxn id="6716" idx="0"/>
            <a:endCxn id="6730" idx="2"/>
          </p:cNvCxnSpPr>
          <p:nvPr/>
        </p:nvCxnSpPr>
        <p:spPr>
          <a:xfrm rot="10800000">
            <a:off x="7687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741" name="Google Shape;6741;p62"/>
          <p:cNvCxnSpPr>
            <a:stCxn id="6721" idx="0"/>
            <a:endCxn id="6734" idx="2"/>
          </p:cNvCxnSpPr>
          <p:nvPr/>
        </p:nvCxnSpPr>
        <p:spPr>
          <a:xfrm rot="10800000">
            <a:off x="8145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742" name="Google Shape;6742;p62"/>
          <p:cNvCxnSpPr>
            <a:stCxn id="6716" idx="0"/>
            <a:endCxn id="6734" idx="2"/>
          </p:cNvCxnSpPr>
          <p:nvPr/>
        </p:nvCxnSpPr>
        <p:spPr>
          <a:xfrm flipH="1" rot="10800000">
            <a:off x="7687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6743" name="Google Shape;6743;p62"/>
          <p:cNvGrpSpPr/>
          <p:nvPr/>
        </p:nvGrpSpPr>
        <p:grpSpPr>
          <a:xfrm rot="-5400000">
            <a:off x="7179088" y="2142702"/>
            <a:ext cx="109798" cy="26302"/>
            <a:chOff x="4885225" y="945750"/>
            <a:chExt cx="311926" cy="74700"/>
          </a:xfrm>
        </p:grpSpPr>
        <p:sp>
          <p:nvSpPr>
            <p:cNvPr id="6744" name="Google Shape;6744;p62"/>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45" name="Google Shape;6745;p62"/>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46" name="Google Shape;6746;p62"/>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747" name="Google Shape;6747;p62"/>
          <p:cNvSpPr/>
          <p:nvPr/>
        </p:nvSpPr>
        <p:spPr>
          <a:xfrm>
            <a:off x="5607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6748" name="Google Shape;6748;p62"/>
          <p:cNvSpPr/>
          <p:nvPr/>
        </p:nvSpPr>
        <p:spPr>
          <a:xfrm>
            <a:off x="5655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6749" name="Google Shape;6749;p62"/>
          <p:cNvSpPr/>
          <p:nvPr/>
        </p:nvSpPr>
        <p:spPr>
          <a:xfrm>
            <a:off x="5656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6750" name="Google Shape;6750;p62"/>
          <p:cNvSpPr/>
          <p:nvPr/>
        </p:nvSpPr>
        <p:spPr>
          <a:xfrm>
            <a:off x="5656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6751" name="Google Shape;6751;p62"/>
          <p:cNvGrpSpPr/>
          <p:nvPr/>
        </p:nvGrpSpPr>
        <p:grpSpPr>
          <a:xfrm>
            <a:off x="7077356" y="2758466"/>
            <a:ext cx="313273" cy="74585"/>
            <a:chOff x="3655625" y="914400"/>
            <a:chExt cx="2743200" cy="690600"/>
          </a:xfrm>
        </p:grpSpPr>
        <p:sp>
          <p:nvSpPr>
            <p:cNvPr id="6752" name="Google Shape;6752;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53" name="Google Shape;6753;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54" name="Google Shape;6754;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755" name="Google Shape;6755;p62"/>
          <p:cNvGrpSpPr/>
          <p:nvPr/>
        </p:nvGrpSpPr>
        <p:grpSpPr>
          <a:xfrm>
            <a:off x="7534556" y="2758466"/>
            <a:ext cx="313273" cy="74585"/>
            <a:chOff x="3655625" y="914400"/>
            <a:chExt cx="2743200" cy="690600"/>
          </a:xfrm>
        </p:grpSpPr>
        <p:sp>
          <p:nvSpPr>
            <p:cNvPr id="6756" name="Google Shape;6756;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57" name="Google Shape;675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58" name="Google Shape;675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759" name="Google Shape;6759;p62"/>
          <p:cNvGrpSpPr/>
          <p:nvPr/>
        </p:nvGrpSpPr>
        <p:grpSpPr>
          <a:xfrm>
            <a:off x="7991756" y="2758466"/>
            <a:ext cx="313273" cy="74585"/>
            <a:chOff x="3655625" y="914400"/>
            <a:chExt cx="2743200" cy="690600"/>
          </a:xfrm>
        </p:grpSpPr>
        <p:sp>
          <p:nvSpPr>
            <p:cNvPr id="6760" name="Google Shape;6760;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61" name="Google Shape;6761;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62" name="Google Shape;6762;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763" name="Google Shape;6763;p62"/>
          <p:cNvGrpSpPr/>
          <p:nvPr/>
        </p:nvGrpSpPr>
        <p:grpSpPr>
          <a:xfrm>
            <a:off x="7077356" y="2537014"/>
            <a:ext cx="313273" cy="74585"/>
            <a:chOff x="3655625" y="914400"/>
            <a:chExt cx="2743200" cy="690600"/>
          </a:xfrm>
        </p:grpSpPr>
        <p:sp>
          <p:nvSpPr>
            <p:cNvPr id="6764" name="Google Shape;6764;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65" name="Google Shape;6765;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66" name="Google Shape;6766;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767" name="Google Shape;6767;p62"/>
          <p:cNvGrpSpPr/>
          <p:nvPr/>
        </p:nvGrpSpPr>
        <p:grpSpPr>
          <a:xfrm>
            <a:off x="7534556" y="2537014"/>
            <a:ext cx="313273" cy="74585"/>
            <a:chOff x="3655625" y="914400"/>
            <a:chExt cx="2743200" cy="690600"/>
          </a:xfrm>
        </p:grpSpPr>
        <p:sp>
          <p:nvSpPr>
            <p:cNvPr id="6768" name="Google Shape;6768;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69" name="Google Shape;6769;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70" name="Google Shape;6770;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771" name="Google Shape;6771;p62"/>
          <p:cNvGrpSpPr/>
          <p:nvPr/>
        </p:nvGrpSpPr>
        <p:grpSpPr>
          <a:xfrm>
            <a:off x="7991756" y="2537014"/>
            <a:ext cx="313273" cy="74585"/>
            <a:chOff x="3655625" y="914400"/>
            <a:chExt cx="2743200" cy="690600"/>
          </a:xfrm>
        </p:grpSpPr>
        <p:sp>
          <p:nvSpPr>
            <p:cNvPr id="6772" name="Google Shape;6772;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73" name="Google Shape;6773;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74" name="Google Shape;6774;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775" name="Google Shape;6775;p62"/>
          <p:cNvCxnSpPr>
            <a:stCxn id="6752" idx="0"/>
            <a:endCxn id="6764" idx="2"/>
          </p:cNvCxnSpPr>
          <p:nvPr/>
        </p:nvCxnSpPr>
        <p:spPr>
          <a:xfrm rot="10800000">
            <a:off x="7233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776" name="Google Shape;6776;p62"/>
          <p:cNvCxnSpPr>
            <a:stCxn id="6760" idx="0"/>
            <a:endCxn id="6772" idx="2"/>
          </p:cNvCxnSpPr>
          <p:nvPr/>
        </p:nvCxnSpPr>
        <p:spPr>
          <a:xfrm rot="10800000">
            <a:off x="8148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6777" name="Google Shape;6777;p62"/>
          <p:cNvCxnSpPr>
            <a:stCxn id="6756" idx="0"/>
            <a:endCxn id="6768" idx="2"/>
          </p:cNvCxnSpPr>
          <p:nvPr/>
        </p:nvCxnSpPr>
        <p:spPr>
          <a:xfrm rot="10800000">
            <a:off x="7691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6778" name="Google Shape;6778;p62"/>
          <p:cNvGrpSpPr/>
          <p:nvPr/>
        </p:nvGrpSpPr>
        <p:grpSpPr>
          <a:xfrm>
            <a:off x="7077356" y="807303"/>
            <a:ext cx="313273" cy="74585"/>
            <a:chOff x="3655625" y="914400"/>
            <a:chExt cx="2743200" cy="690600"/>
          </a:xfrm>
        </p:grpSpPr>
        <p:sp>
          <p:nvSpPr>
            <p:cNvPr id="6779" name="Google Shape;6779;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80" name="Google Shape;6780;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81" name="Google Shape;6781;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782" name="Google Shape;6782;p62"/>
          <p:cNvGrpSpPr/>
          <p:nvPr/>
        </p:nvGrpSpPr>
        <p:grpSpPr>
          <a:xfrm>
            <a:off x="7534556" y="807303"/>
            <a:ext cx="313273" cy="74585"/>
            <a:chOff x="3655625" y="914400"/>
            <a:chExt cx="2743200" cy="690600"/>
          </a:xfrm>
        </p:grpSpPr>
        <p:sp>
          <p:nvSpPr>
            <p:cNvPr id="6783" name="Google Shape;6783;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84" name="Google Shape;6784;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85" name="Google Shape;6785;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786" name="Google Shape;6786;p62"/>
          <p:cNvGrpSpPr/>
          <p:nvPr/>
        </p:nvGrpSpPr>
        <p:grpSpPr>
          <a:xfrm>
            <a:off x="7991756" y="807303"/>
            <a:ext cx="313273" cy="74585"/>
            <a:chOff x="3655625" y="914400"/>
            <a:chExt cx="2743200" cy="690600"/>
          </a:xfrm>
        </p:grpSpPr>
        <p:sp>
          <p:nvSpPr>
            <p:cNvPr id="6787" name="Google Shape;6787;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88" name="Google Shape;6788;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89" name="Google Shape;6789;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790" name="Google Shape;6790;p62"/>
          <p:cNvSpPr txBox="1"/>
          <p:nvPr/>
        </p:nvSpPr>
        <p:spPr>
          <a:xfrm>
            <a:off x="6995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6791" name="Google Shape;6791;p62"/>
          <p:cNvSpPr txBox="1"/>
          <p:nvPr/>
        </p:nvSpPr>
        <p:spPr>
          <a:xfrm>
            <a:off x="7521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6792" name="Google Shape;6792;p62"/>
          <p:cNvSpPr txBox="1"/>
          <p:nvPr/>
        </p:nvSpPr>
        <p:spPr>
          <a:xfrm>
            <a:off x="7936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6793" name="Google Shape;6793;p62"/>
          <p:cNvGrpSpPr/>
          <p:nvPr/>
        </p:nvGrpSpPr>
        <p:grpSpPr>
          <a:xfrm>
            <a:off x="8445656" y="3444952"/>
            <a:ext cx="313273" cy="74585"/>
            <a:chOff x="3655625" y="914400"/>
            <a:chExt cx="2743200" cy="690600"/>
          </a:xfrm>
        </p:grpSpPr>
        <p:sp>
          <p:nvSpPr>
            <p:cNvPr id="6794" name="Google Shape;6794;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95" name="Google Shape;6795;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796" name="Google Shape;6796;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797" name="Google Shape;6797;p62"/>
          <p:cNvGrpSpPr/>
          <p:nvPr/>
        </p:nvGrpSpPr>
        <p:grpSpPr>
          <a:xfrm>
            <a:off x="8445656" y="2987752"/>
            <a:ext cx="313273" cy="74585"/>
            <a:chOff x="3655625" y="914400"/>
            <a:chExt cx="2743200" cy="690600"/>
          </a:xfrm>
        </p:grpSpPr>
        <p:sp>
          <p:nvSpPr>
            <p:cNvPr id="6798" name="Google Shape;6798;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99" name="Google Shape;6799;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00" name="Google Shape;6800;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801" name="Google Shape;6801;p62"/>
          <p:cNvCxnSpPr>
            <a:stCxn id="6711" idx="0"/>
            <a:endCxn id="6798" idx="2"/>
          </p:cNvCxnSpPr>
          <p:nvPr/>
        </p:nvCxnSpPr>
        <p:spPr>
          <a:xfrm flipH="1" rot="10800000">
            <a:off x="7230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6802" name="Google Shape;6802;p62"/>
          <p:cNvCxnSpPr>
            <a:stCxn id="6716" idx="0"/>
            <a:endCxn id="6798" idx="2"/>
          </p:cNvCxnSpPr>
          <p:nvPr/>
        </p:nvCxnSpPr>
        <p:spPr>
          <a:xfrm flipH="1" rot="10800000">
            <a:off x="7687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803" name="Google Shape;6803;p62"/>
          <p:cNvCxnSpPr>
            <a:stCxn id="6721" idx="0"/>
            <a:endCxn id="6798" idx="2"/>
          </p:cNvCxnSpPr>
          <p:nvPr/>
        </p:nvCxnSpPr>
        <p:spPr>
          <a:xfrm flipH="1" rot="10800000">
            <a:off x="8145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804" name="Google Shape;6804;p62"/>
          <p:cNvCxnSpPr>
            <a:stCxn id="6794" idx="0"/>
            <a:endCxn id="6798" idx="2"/>
          </p:cNvCxnSpPr>
          <p:nvPr/>
        </p:nvCxnSpPr>
        <p:spPr>
          <a:xfrm rot="10800000">
            <a:off x="8602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6805" name="Google Shape;6805;p62"/>
          <p:cNvGrpSpPr/>
          <p:nvPr/>
        </p:nvGrpSpPr>
        <p:grpSpPr>
          <a:xfrm>
            <a:off x="8448956" y="2761349"/>
            <a:ext cx="313273" cy="74585"/>
            <a:chOff x="3655625" y="914400"/>
            <a:chExt cx="2743200" cy="690600"/>
          </a:xfrm>
        </p:grpSpPr>
        <p:sp>
          <p:nvSpPr>
            <p:cNvPr id="6806" name="Google Shape;6806;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07" name="Google Shape;680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08" name="Google Shape;680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809" name="Google Shape;6809;p62"/>
          <p:cNvGrpSpPr/>
          <p:nvPr/>
        </p:nvGrpSpPr>
        <p:grpSpPr>
          <a:xfrm>
            <a:off x="8448956" y="2533450"/>
            <a:ext cx="313273" cy="74585"/>
            <a:chOff x="3655625" y="914400"/>
            <a:chExt cx="2743200" cy="690600"/>
          </a:xfrm>
        </p:grpSpPr>
        <p:sp>
          <p:nvSpPr>
            <p:cNvPr id="6810" name="Google Shape;6810;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11" name="Google Shape;6811;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12" name="Google Shape;6812;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813" name="Google Shape;6813;p62"/>
          <p:cNvCxnSpPr>
            <a:stCxn id="6806" idx="0"/>
            <a:endCxn id="6810" idx="2"/>
          </p:cNvCxnSpPr>
          <p:nvPr/>
        </p:nvCxnSpPr>
        <p:spPr>
          <a:xfrm rot="10800000">
            <a:off x="8605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6814" name="Google Shape;6814;p62"/>
          <p:cNvGrpSpPr/>
          <p:nvPr/>
        </p:nvGrpSpPr>
        <p:grpSpPr>
          <a:xfrm>
            <a:off x="8445519" y="807303"/>
            <a:ext cx="313273" cy="74585"/>
            <a:chOff x="3655625" y="914400"/>
            <a:chExt cx="2743200" cy="690600"/>
          </a:xfrm>
        </p:grpSpPr>
        <p:sp>
          <p:nvSpPr>
            <p:cNvPr id="6815" name="Google Shape;6815;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16" name="Google Shape;6816;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17" name="Google Shape;6817;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818" name="Google Shape;6818;p62"/>
          <p:cNvSpPr txBox="1"/>
          <p:nvPr/>
        </p:nvSpPr>
        <p:spPr>
          <a:xfrm>
            <a:off x="8327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6819" name="Google Shape;6819;p62"/>
          <p:cNvGrpSpPr/>
          <p:nvPr/>
        </p:nvGrpSpPr>
        <p:grpSpPr>
          <a:xfrm>
            <a:off x="6616856" y="3444952"/>
            <a:ext cx="313273" cy="74585"/>
            <a:chOff x="3655625" y="914400"/>
            <a:chExt cx="2743200" cy="690600"/>
          </a:xfrm>
        </p:grpSpPr>
        <p:sp>
          <p:nvSpPr>
            <p:cNvPr id="6820" name="Google Shape;6820;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21" name="Google Shape;6821;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22" name="Google Shape;6822;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823" name="Google Shape;6823;p62"/>
          <p:cNvGrpSpPr/>
          <p:nvPr/>
        </p:nvGrpSpPr>
        <p:grpSpPr>
          <a:xfrm>
            <a:off x="6616856" y="2987752"/>
            <a:ext cx="313273" cy="74585"/>
            <a:chOff x="3655625" y="914400"/>
            <a:chExt cx="2743200" cy="690600"/>
          </a:xfrm>
        </p:grpSpPr>
        <p:sp>
          <p:nvSpPr>
            <p:cNvPr id="6824" name="Google Shape;6824;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25" name="Google Shape;6825;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26" name="Google Shape;6826;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827" name="Google Shape;6827;p62"/>
          <p:cNvGrpSpPr/>
          <p:nvPr/>
        </p:nvGrpSpPr>
        <p:grpSpPr>
          <a:xfrm>
            <a:off x="6159656" y="3444952"/>
            <a:ext cx="313273" cy="74585"/>
            <a:chOff x="3655625" y="914400"/>
            <a:chExt cx="2743200" cy="690600"/>
          </a:xfrm>
        </p:grpSpPr>
        <p:sp>
          <p:nvSpPr>
            <p:cNvPr id="6828" name="Google Shape;6828;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29" name="Google Shape;6829;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30" name="Google Shape;6830;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831" name="Google Shape;6831;p62"/>
          <p:cNvGrpSpPr/>
          <p:nvPr/>
        </p:nvGrpSpPr>
        <p:grpSpPr>
          <a:xfrm>
            <a:off x="6159656" y="2987752"/>
            <a:ext cx="313273" cy="74585"/>
            <a:chOff x="3655625" y="914400"/>
            <a:chExt cx="2743200" cy="690600"/>
          </a:xfrm>
        </p:grpSpPr>
        <p:sp>
          <p:nvSpPr>
            <p:cNvPr id="6832" name="Google Shape;6832;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33" name="Google Shape;6833;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34" name="Google Shape;6834;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835" name="Google Shape;6835;p62"/>
          <p:cNvGrpSpPr/>
          <p:nvPr/>
        </p:nvGrpSpPr>
        <p:grpSpPr>
          <a:xfrm>
            <a:off x="5702456" y="3444952"/>
            <a:ext cx="313273" cy="74585"/>
            <a:chOff x="3655625" y="914400"/>
            <a:chExt cx="2743200" cy="690600"/>
          </a:xfrm>
        </p:grpSpPr>
        <p:sp>
          <p:nvSpPr>
            <p:cNvPr id="6836" name="Google Shape;6836;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37" name="Google Shape;683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38" name="Google Shape;683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839" name="Google Shape;6839;p62"/>
          <p:cNvGrpSpPr/>
          <p:nvPr/>
        </p:nvGrpSpPr>
        <p:grpSpPr>
          <a:xfrm>
            <a:off x="5702456" y="2987752"/>
            <a:ext cx="313273" cy="74585"/>
            <a:chOff x="3655625" y="914400"/>
            <a:chExt cx="2743200" cy="690600"/>
          </a:xfrm>
        </p:grpSpPr>
        <p:sp>
          <p:nvSpPr>
            <p:cNvPr id="6840" name="Google Shape;6840;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41" name="Google Shape;6841;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42" name="Google Shape;6842;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843" name="Google Shape;6843;p62"/>
          <p:cNvSpPr txBox="1"/>
          <p:nvPr/>
        </p:nvSpPr>
        <p:spPr>
          <a:xfrm>
            <a:off x="5607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6844" name="Google Shape;6844;p62"/>
          <p:cNvCxnSpPr>
            <a:stCxn id="6820" idx="0"/>
            <a:endCxn id="6824" idx="2"/>
          </p:cNvCxnSpPr>
          <p:nvPr/>
        </p:nvCxnSpPr>
        <p:spPr>
          <a:xfrm rot="10800000">
            <a:off x="6773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845" name="Google Shape;6845;p62"/>
          <p:cNvCxnSpPr>
            <a:stCxn id="6828" idx="0"/>
            <a:endCxn id="6832"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846" name="Google Shape;6846;p62"/>
          <p:cNvCxnSpPr>
            <a:stCxn id="6836" idx="0"/>
            <a:endCxn id="6840"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6847" name="Google Shape;6847;p62"/>
          <p:cNvCxnSpPr>
            <a:stCxn id="6836" idx="0"/>
            <a:endCxn id="6832"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848" name="Google Shape;6848;p62"/>
          <p:cNvCxnSpPr>
            <a:stCxn id="6836" idx="0"/>
            <a:endCxn id="6824" idx="2"/>
          </p:cNvCxnSpPr>
          <p:nvPr/>
        </p:nvCxnSpPr>
        <p:spPr>
          <a:xfrm flipH="1" rot="10800000">
            <a:off x="58590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849" name="Google Shape;6849;p62"/>
          <p:cNvCxnSpPr>
            <a:stCxn id="6836" idx="0"/>
            <a:endCxn id="6726" idx="2"/>
          </p:cNvCxnSpPr>
          <p:nvPr/>
        </p:nvCxnSpPr>
        <p:spPr>
          <a:xfrm flipH="1" rot="10800000">
            <a:off x="5859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6850" name="Google Shape;6850;p62"/>
          <p:cNvCxnSpPr>
            <a:stCxn id="6836" idx="0"/>
            <a:endCxn id="6730" idx="2"/>
          </p:cNvCxnSpPr>
          <p:nvPr/>
        </p:nvCxnSpPr>
        <p:spPr>
          <a:xfrm flipH="1" rot="10800000">
            <a:off x="5859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6851" name="Google Shape;6851;p62"/>
          <p:cNvCxnSpPr>
            <a:stCxn id="6836" idx="0"/>
            <a:endCxn id="6734" idx="2"/>
          </p:cNvCxnSpPr>
          <p:nvPr/>
        </p:nvCxnSpPr>
        <p:spPr>
          <a:xfrm flipH="1" rot="10800000">
            <a:off x="5859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6852" name="Google Shape;6852;p62"/>
          <p:cNvCxnSpPr>
            <a:stCxn id="6836" idx="0"/>
            <a:endCxn id="6798" idx="2"/>
          </p:cNvCxnSpPr>
          <p:nvPr/>
        </p:nvCxnSpPr>
        <p:spPr>
          <a:xfrm flipH="1" rot="10800000">
            <a:off x="5859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6853" name="Google Shape;6853;p62"/>
          <p:cNvCxnSpPr>
            <a:stCxn id="6828" idx="0"/>
            <a:endCxn id="6824" idx="2"/>
          </p:cNvCxnSpPr>
          <p:nvPr/>
        </p:nvCxnSpPr>
        <p:spPr>
          <a:xfrm flipH="1" rot="10800000">
            <a:off x="6316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854" name="Google Shape;6854;p62"/>
          <p:cNvCxnSpPr>
            <a:stCxn id="6828" idx="0"/>
            <a:endCxn id="6726" idx="2"/>
          </p:cNvCxnSpPr>
          <p:nvPr/>
        </p:nvCxnSpPr>
        <p:spPr>
          <a:xfrm flipH="1" rot="10800000">
            <a:off x="6316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855" name="Google Shape;6855;p62"/>
          <p:cNvCxnSpPr>
            <a:stCxn id="6828" idx="0"/>
            <a:endCxn id="6730" idx="2"/>
          </p:cNvCxnSpPr>
          <p:nvPr/>
        </p:nvCxnSpPr>
        <p:spPr>
          <a:xfrm flipH="1" rot="10800000">
            <a:off x="6316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6856" name="Google Shape;6856;p62"/>
          <p:cNvCxnSpPr>
            <a:stCxn id="6828" idx="0"/>
            <a:endCxn id="6734" idx="2"/>
          </p:cNvCxnSpPr>
          <p:nvPr/>
        </p:nvCxnSpPr>
        <p:spPr>
          <a:xfrm flipH="1" rot="10800000">
            <a:off x="6316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6857" name="Google Shape;6857;p62"/>
          <p:cNvCxnSpPr>
            <a:stCxn id="6828" idx="0"/>
            <a:endCxn id="6798" idx="2"/>
          </p:cNvCxnSpPr>
          <p:nvPr/>
        </p:nvCxnSpPr>
        <p:spPr>
          <a:xfrm flipH="1" rot="10800000">
            <a:off x="63162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6858" name="Google Shape;6858;p62"/>
          <p:cNvCxnSpPr>
            <a:stCxn id="6820" idx="0"/>
            <a:endCxn id="6726" idx="2"/>
          </p:cNvCxnSpPr>
          <p:nvPr/>
        </p:nvCxnSpPr>
        <p:spPr>
          <a:xfrm flipH="1" rot="10800000">
            <a:off x="6773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6859" name="Google Shape;6859;p62"/>
          <p:cNvCxnSpPr>
            <a:stCxn id="6820" idx="0"/>
            <a:endCxn id="6730" idx="2"/>
          </p:cNvCxnSpPr>
          <p:nvPr/>
        </p:nvCxnSpPr>
        <p:spPr>
          <a:xfrm flipH="1" rot="10800000">
            <a:off x="6773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6860" name="Google Shape;6860;p62"/>
          <p:cNvCxnSpPr>
            <a:stCxn id="6820" idx="0"/>
            <a:endCxn id="6734" idx="2"/>
          </p:cNvCxnSpPr>
          <p:nvPr/>
        </p:nvCxnSpPr>
        <p:spPr>
          <a:xfrm flipH="1" rot="10800000">
            <a:off x="6773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6861" name="Google Shape;6861;p62"/>
          <p:cNvCxnSpPr>
            <a:stCxn id="6820" idx="0"/>
            <a:endCxn id="6798" idx="2"/>
          </p:cNvCxnSpPr>
          <p:nvPr/>
        </p:nvCxnSpPr>
        <p:spPr>
          <a:xfrm flipH="1" rot="10800000">
            <a:off x="6773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6862" name="Google Shape;6862;p62"/>
          <p:cNvGrpSpPr/>
          <p:nvPr/>
        </p:nvGrpSpPr>
        <p:grpSpPr>
          <a:xfrm>
            <a:off x="6620156" y="2758466"/>
            <a:ext cx="313273" cy="74585"/>
            <a:chOff x="3655625" y="914400"/>
            <a:chExt cx="2743200" cy="690600"/>
          </a:xfrm>
        </p:grpSpPr>
        <p:sp>
          <p:nvSpPr>
            <p:cNvPr id="6863" name="Google Shape;6863;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64" name="Google Shape;6864;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65" name="Google Shape;6865;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866" name="Google Shape;6866;p62"/>
          <p:cNvGrpSpPr/>
          <p:nvPr/>
        </p:nvGrpSpPr>
        <p:grpSpPr>
          <a:xfrm>
            <a:off x="6620156" y="2537014"/>
            <a:ext cx="313273" cy="74585"/>
            <a:chOff x="3655625" y="914400"/>
            <a:chExt cx="2743200" cy="690600"/>
          </a:xfrm>
        </p:grpSpPr>
        <p:sp>
          <p:nvSpPr>
            <p:cNvPr id="6867" name="Google Shape;6867;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68" name="Google Shape;6868;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69" name="Google Shape;6869;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870" name="Google Shape;6870;p62"/>
          <p:cNvCxnSpPr>
            <a:stCxn id="6863" idx="0"/>
            <a:endCxn id="6867" idx="2"/>
          </p:cNvCxnSpPr>
          <p:nvPr/>
        </p:nvCxnSpPr>
        <p:spPr>
          <a:xfrm rot="10800000">
            <a:off x="6776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6871" name="Google Shape;6871;p62"/>
          <p:cNvGrpSpPr/>
          <p:nvPr/>
        </p:nvGrpSpPr>
        <p:grpSpPr>
          <a:xfrm>
            <a:off x="6162956" y="2758466"/>
            <a:ext cx="313273" cy="74585"/>
            <a:chOff x="3655625" y="914400"/>
            <a:chExt cx="2743200" cy="690600"/>
          </a:xfrm>
        </p:grpSpPr>
        <p:sp>
          <p:nvSpPr>
            <p:cNvPr id="6872" name="Google Shape;6872;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73" name="Google Shape;6873;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74" name="Google Shape;6874;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875" name="Google Shape;6875;p62"/>
          <p:cNvGrpSpPr/>
          <p:nvPr/>
        </p:nvGrpSpPr>
        <p:grpSpPr>
          <a:xfrm>
            <a:off x="6162956" y="2537014"/>
            <a:ext cx="313273" cy="74585"/>
            <a:chOff x="3655625" y="914400"/>
            <a:chExt cx="2743200" cy="690600"/>
          </a:xfrm>
        </p:grpSpPr>
        <p:sp>
          <p:nvSpPr>
            <p:cNvPr id="6876" name="Google Shape;6876;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77" name="Google Shape;6877;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78" name="Google Shape;6878;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879" name="Google Shape;6879;p62"/>
          <p:cNvCxnSpPr>
            <a:stCxn id="6872" idx="0"/>
            <a:endCxn id="6876" idx="2"/>
          </p:cNvCxnSpPr>
          <p:nvPr/>
        </p:nvCxnSpPr>
        <p:spPr>
          <a:xfrm rot="10800000">
            <a:off x="6319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6880" name="Google Shape;6880;p62"/>
          <p:cNvGrpSpPr/>
          <p:nvPr/>
        </p:nvGrpSpPr>
        <p:grpSpPr>
          <a:xfrm>
            <a:off x="5705756" y="2758466"/>
            <a:ext cx="313273" cy="74585"/>
            <a:chOff x="3655625" y="914400"/>
            <a:chExt cx="2743200" cy="690600"/>
          </a:xfrm>
        </p:grpSpPr>
        <p:sp>
          <p:nvSpPr>
            <p:cNvPr id="6881" name="Google Shape;6881;p6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82" name="Google Shape;6882;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83" name="Google Shape;6883;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884" name="Google Shape;6884;p62"/>
          <p:cNvGrpSpPr/>
          <p:nvPr/>
        </p:nvGrpSpPr>
        <p:grpSpPr>
          <a:xfrm>
            <a:off x="5705756" y="2537014"/>
            <a:ext cx="313273" cy="74585"/>
            <a:chOff x="3655625" y="914400"/>
            <a:chExt cx="2743200" cy="690600"/>
          </a:xfrm>
        </p:grpSpPr>
        <p:sp>
          <p:nvSpPr>
            <p:cNvPr id="6885" name="Google Shape;6885;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86" name="Google Shape;6886;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87" name="Google Shape;6887;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888" name="Google Shape;6888;p62"/>
          <p:cNvCxnSpPr>
            <a:stCxn id="6881" idx="0"/>
            <a:endCxn id="6885"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6889" name="Google Shape;6889;p62"/>
          <p:cNvGrpSpPr/>
          <p:nvPr/>
        </p:nvGrpSpPr>
        <p:grpSpPr>
          <a:xfrm>
            <a:off x="5705756" y="807303"/>
            <a:ext cx="313273" cy="74585"/>
            <a:chOff x="3655625" y="914400"/>
            <a:chExt cx="2743200" cy="690600"/>
          </a:xfrm>
        </p:grpSpPr>
        <p:sp>
          <p:nvSpPr>
            <p:cNvPr id="6890" name="Google Shape;6890;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91" name="Google Shape;6891;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92" name="Google Shape;6892;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893" name="Google Shape;6893;p62"/>
          <p:cNvGrpSpPr/>
          <p:nvPr/>
        </p:nvGrpSpPr>
        <p:grpSpPr>
          <a:xfrm>
            <a:off x="6162956" y="807303"/>
            <a:ext cx="313273" cy="74585"/>
            <a:chOff x="3655625" y="914400"/>
            <a:chExt cx="2743200" cy="690600"/>
          </a:xfrm>
        </p:grpSpPr>
        <p:sp>
          <p:nvSpPr>
            <p:cNvPr id="6894" name="Google Shape;6894;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95" name="Google Shape;6895;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896" name="Google Shape;6896;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897" name="Google Shape;6897;p62"/>
          <p:cNvGrpSpPr/>
          <p:nvPr/>
        </p:nvGrpSpPr>
        <p:grpSpPr>
          <a:xfrm>
            <a:off x="6620156" y="807303"/>
            <a:ext cx="313273" cy="74585"/>
            <a:chOff x="3655625" y="914400"/>
            <a:chExt cx="2743200" cy="690600"/>
          </a:xfrm>
        </p:grpSpPr>
        <p:sp>
          <p:nvSpPr>
            <p:cNvPr id="6898" name="Google Shape;6898;p6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99" name="Google Shape;6899;p6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00" name="Google Shape;6900;p6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901" name="Google Shape;6901;p62"/>
          <p:cNvSpPr txBox="1"/>
          <p:nvPr/>
        </p:nvSpPr>
        <p:spPr>
          <a:xfrm>
            <a:off x="5618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6902" name="Google Shape;6902;p62"/>
          <p:cNvSpPr txBox="1"/>
          <p:nvPr/>
        </p:nvSpPr>
        <p:spPr>
          <a:xfrm>
            <a:off x="6162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6903" name="Google Shape;6903;p62"/>
          <p:cNvSpPr txBox="1"/>
          <p:nvPr/>
        </p:nvSpPr>
        <p:spPr>
          <a:xfrm>
            <a:off x="6512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6904" name="Google Shape;6904;p62"/>
          <p:cNvSpPr txBox="1"/>
          <p:nvPr/>
        </p:nvSpPr>
        <p:spPr>
          <a:xfrm>
            <a:off x="31575" y="92825"/>
            <a:ext cx="4092300" cy="4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2"/>
                </a:solidFill>
                <a:latin typeface="Roboto"/>
                <a:ea typeface="Roboto"/>
                <a:cs typeface="Roboto"/>
                <a:sym typeface="Roboto"/>
              </a:rPr>
              <a:t>4. Make encoder self-attention causal</a:t>
            </a:r>
            <a:endParaRPr u="sng">
              <a:solidFill>
                <a:schemeClr val="dk2"/>
              </a:solidFill>
              <a:latin typeface="Roboto Mono"/>
              <a:ea typeface="Roboto Mono"/>
              <a:cs typeface="Roboto Mono"/>
              <a:sym typeface="Roboto Mono"/>
            </a:endParaRPr>
          </a:p>
        </p:txBody>
      </p:sp>
      <p:sp>
        <p:nvSpPr>
          <p:cNvPr id="6905" name="Google Shape;6905;p62"/>
          <p:cNvSpPr/>
          <p:nvPr/>
        </p:nvSpPr>
        <p:spPr>
          <a:xfrm>
            <a:off x="541025" y="2891800"/>
            <a:ext cx="2526025" cy="365750"/>
          </a:xfrm>
          <a:custGeom>
            <a:rect b="b" l="l" r="r" t="t"/>
            <a:pathLst>
              <a:path extrusionOk="0" h="14630" w="101041">
                <a:moveTo>
                  <a:pt x="101041" y="14630"/>
                </a:moveTo>
                <a:lnTo>
                  <a:pt x="101041" y="9448"/>
                </a:lnTo>
                <a:lnTo>
                  <a:pt x="57302" y="9448"/>
                </a:lnTo>
                <a:lnTo>
                  <a:pt x="57302" y="0"/>
                </a:lnTo>
                <a:lnTo>
                  <a:pt x="0" y="0"/>
                </a:lnTo>
                <a:lnTo>
                  <a:pt x="0" y="3505"/>
                </a:lnTo>
              </a:path>
            </a:pathLst>
          </a:custGeom>
          <a:noFill/>
          <a:ln cap="flat" cmpd="sng" w="9525">
            <a:solidFill>
              <a:schemeClr val="dk2"/>
            </a:solidFill>
            <a:prstDash val="solid"/>
            <a:round/>
            <a:headEnd len="med" w="med" type="none"/>
            <a:tailEnd len="med" w="med" type="none"/>
          </a:ln>
        </p:spPr>
      </p:sp>
      <p:sp>
        <p:nvSpPr>
          <p:cNvPr id="6906" name="Google Shape;6906;p62"/>
          <p:cNvSpPr/>
          <p:nvPr/>
        </p:nvSpPr>
        <p:spPr>
          <a:xfrm>
            <a:off x="541025" y="2838550"/>
            <a:ext cx="2979842" cy="421750"/>
          </a:xfrm>
          <a:custGeom>
            <a:rect b="b" l="l" r="r" t="t"/>
            <a:pathLst>
              <a:path extrusionOk="0" h="16870" w="118849">
                <a:moveTo>
                  <a:pt x="118849" y="16870"/>
                </a:moveTo>
                <a:lnTo>
                  <a:pt x="118849" y="9857"/>
                </a:lnTo>
                <a:lnTo>
                  <a:pt x="59330" y="9857"/>
                </a:lnTo>
                <a:lnTo>
                  <a:pt x="59330" y="0"/>
                </a:lnTo>
                <a:lnTo>
                  <a:pt x="0" y="0"/>
                </a:lnTo>
                <a:lnTo>
                  <a:pt x="0" y="3791"/>
                </a:lnTo>
              </a:path>
            </a:pathLst>
          </a:custGeom>
          <a:noFill/>
          <a:ln cap="flat" cmpd="sng" w="9525">
            <a:solidFill>
              <a:schemeClr val="dk2"/>
            </a:solidFill>
            <a:prstDash val="solid"/>
            <a:round/>
            <a:headEnd len="med" w="med" type="none"/>
            <a:tailEnd len="med" w="med" type="none"/>
          </a:ln>
        </p:spPr>
      </p:sp>
      <p:sp>
        <p:nvSpPr>
          <p:cNvPr id="6907" name="Google Shape;6907;p62"/>
          <p:cNvSpPr/>
          <p:nvPr/>
        </p:nvSpPr>
        <p:spPr>
          <a:xfrm>
            <a:off x="541025" y="2781675"/>
            <a:ext cx="3444255" cy="473875"/>
          </a:xfrm>
          <a:custGeom>
            <a:rect b="b" l="l" r="r" t="t"/>
            <a:pathLst>
              <a:path extrusionOk="0" h="18955" w="137235">
                <a:moveTo>
                  <a:pt x="137235" y="18955"/>
                </a:moveTo>
                <a:lnTo>
                  <a:pt x="137235" y="10615"/>
                </a:lnTo>
                <a:lnTo>
                  <a:pt x="61225" y="10615"/>
                </a:lnTo>
                <a:lnTo>
                  <a:pt x="61225" y="0"/>
                </a:lnTo>
                <a:lnTo>
                  <a:pt x="0" y="0"/>
                </a:lnTo>
                <a:lnTo>
                  <a:pt x="0" y="4170"/>
                </a:lnTo>
                <a:lnTo>
                  <a:pt x="0" y="8151"/>
                </a:lnTo>
              </a:path>
            </a:pathLst>
          </a:custGeom>
          <a:noFill/>
          <a:ln cap="flat" cmpd="sng" w="9525">
            <a:solidFill>
              <a:schemeClr val="dk2"/>
            </a:solidFill>
            <a:prstDash val="solid"/>
            <a:round/>
            <a:headEnd len="med" w="med" type="none"/>
            <a:tailEnd len="med" w="med" type="none"/>
          </a:ln>
        </p:spPr>
      </p:sp>
      <p:sp>
        <p:nvSpPr>
          <p:cNvPr id="6908" name="Google Shape;6908;p62"/>
          <p:cNvSpPr/>
          <p:nvPr/>
        </p:nvSpPr>
        <p:spPr>
          <a:xfrm>
            <a:off x="541025" y="2734300"/>
            <a:ext cx="3904259" cy="521250"/>
          </a:xfrm>
          <a:custGeom>
            <a:rect b="b" l="l" r="r" t="t"/>
            <a:pathLst>
              <a:path extrusionOk="0" h="20850" w="155812">
                <a:moveTo>
                  <a:pt x="155812" y="20850"/>
                </a:moveTo>
                <a:lnTo>
                  <a:pt x="155812" y="10235"/>
                </a:lnTo>
                <a:lnTo>
                  <a:pt x="63500" y="10235"/>
                </a:lnTo>
                <a:lnTo>
                  <a:pt x="63500" y="0"/>
                </a:lnTo>
                <a:lnTo>
                  <a:pt x="0" y="0"/>
                </a:lnTo>
                <a:lnTo>
                  <a:pt x="0" y="10046"/>
                </a:lnTo>
              </a:path>
            </a:pathLst>
          </a:custGeom>
          <a:noFill/>
          <a:ln cap="flat" cmpd="sng" w="9525">
            <a:solidFill>
              <a:schemeClr val="dk2"/>
            </a:solidFill>
            <a:prstDash val="solid"/>
            <a:round/>
            <a:headEnd len="med" w="med" type="none"/>
            <a:tailEnd len="med" w="med" type="none"/>
          </a:ln>
        </p:spPr>
      </p:sp>
      <p:cxnSp>
        <p:nvCxnSpPr>
          <p:cNvPr id="6909" name="Google Shape;6909;p62"/>
          <p:cNvCxnSpPr/>
          <p:nvPr/>
        </p:nvCxnSpPr>
        <p:spPr>
          <a:xfrm rot="10800000">
            <a:off x="992000" y="2735200"/>
            <a:ext cx="0" cy="249300"/>
          </a:xfrm>
          <a:prstGeom prst="straightConnector1">
            <a:avLst/>
          </a:prstGeom>
          <a:noFill/>
          <a:ln cap="flat" cmpd="sng" w="9525">
            <a:solidFill>
              <a:schemeClr val="dk2"/>
            </a:solidFill>
            <a:prstDash val="solid"/>
            <a:round/>
            <a:headEnd len="med" w="med" type="none"/>
            <a:tailEnd len="med" w="med" type="none"/>
          </a:ln>
        </p:spPr>
      </p:cxnSp>
      <p:cxnSp>
        <p:nvCxnSpPr>
          <p:cNvPr id="6910" name="Google Shape;6910;p62"/>
          <p:cNvCxnSpPr/>
          <p:nvPr/>
        </p:nvCxnSpPr>
        <p:spPr>
          <a:xfrm rot="10800000">
            <a:off x="1448725" y="2730975"/>
            <a:ext cx="0" cy="249300"/>
          </a:xfrm>
          <a:prstGeom prst="straightConnector1">
            <a:avLst/>
          </a:prstGeom>
          <a:noFill/>
          <a:ln cap="flat" cmpd="sng" w="9525">
            <a:solidFill>
              <a:schemeClr val="dk2"/>
            </a:solidFill>
            <a:prstDash val="solid"/>
            <a:round/>
            <a:headEnd len="med" w="med" type="none"/>
            <a:tailEnd len="med" w="med" type="none"/>
          </a:ln>
        </p:spPr>
      </p:cxnSp>
      <p:sp>
        <p:nvSpPr>
          <p:cNvPr id="6911" name="Google Shape;6911;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5" name="Shape 6915"/>
        <p:cNvGrpSpPr/>
        <p:nvPr/>
      </p:nvGrpSpPr>
      <p:grpSpPr>
        <a:xfrm>
          <a:off x="0" y="0"/>
          <a:ext cx="0" cy="0"/>
          <a:chOff x="0" y="0"/>
          <a:chExt cx="0" cy="0"/>
        </a:xfrm>
      </p:grpSpPr>
      <p:sp>
        <p:nvSpPr>
          <p:cNvPr id="6916" name="Google Shape;6916;p63"/>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 of the differences</a:t>
            </a:r>
            <a:endParaRPr/>
          </a:p>
        </p:txBody>
      </p:sp>
      <p:graphicFrame>
        <p:nvGraphicFramePr>
          <p:cNvPr id="6917" name="Google Shape;6917;p63"/>
          <p:cNvGraphicFramePr/>
          <p:nvPr/>
        </p:nvGraphicFramePr>
        <p:xfrm>
          <a:off x="387900" y="1252475"/>
          <a:ext cx="3000000" cy="3000000"/>
        </p:xfrm>
        <a:graphic>
          <a:graphicData uri="http://schemas.openxmlformats.org/drawingml/2006/table">
            <a:tbl>
              <a:tblPr>
                <a:noFill/>
                <a:tableStyleId>{EB4F61EB-9F4D-4772-B5CA-0CA35B3376C2}</a:tableStyleId>
              </a:tblPr>
              <a:tblGrid>
                <a:gridCol w="2243975"/>
                <a:gridCol w="3396025"/>
                <a:gridCol w="2880600"/>
              </a:tblGrid>
              <a:tr h="381000">
                <a:tc>
                  <a:txBody>
                    <a:bodyPr/>
                    <a:lstStyle/>
                    <a:p>
                      <a:pPr indent="0" lvl="0" marL="0" rtl="0" algn="l">
                        <a:spcBef>
                          <a:spcPts val="0"/>
                        </a:spcBef>
                        <a:spcAft>
                          <a:spcPts val="0"/>
                        </a:spcAft>
                        <a:buNone/>
                      </a:pPr>
                      <a:r>
                        <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Encoder-decoder</a:t>
                      </a:r>
                      <a:endParaRPr b="1">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Decoder-only</a:t>
                      </a:r>
                      <a:endParaRPr b="1">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Additional cross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Separate cross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Self-attention serving both roles</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Parameter sharing</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Separate parameters for input and target</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Shared parameters</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Target-to-input attention pattern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Only attends to the last layer of encoder’s output</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Within-layer (i.e. layer </a:t>
                      </a:r>
                      <a:r>
                        <a:rPr lang="en">
                          <a:latin typeface="Roboto Mono"/>
                          <a:ea typeface="Roboto Mono"/>
                          <a:cs typeface="Roboto Mono"/>
                          <a:sym typeface="Roboto Mono"/>
                        </a:rPr>
                        <a:t>l</a:t>
                      </a:r>
                      <a:r>
                        <a:rPr lang="en">
                          <a:latin typeface="Roboto"/>
                          <a:ea typeface="Roboto"/>
                          <a:cs typeface="Roboto"/>
                          <a:sym typeface="Roboto"/>
                        </a:rPr>
                        <a:t> attends to layer </a:t>
                      </a:r>
                      <a:r>
                        <a:rPr lang="en">
                          <a:latin typeface="Roboto Mono"/>
                          <a:ea typeface="Roboto Mono"/>
                          <a:cs typeface="Roboto Mono"/>
                          <a:sym typeface="Roboto Mono"/>
                        </a:rPr>
                        <a:t>l</a:t>
                      </a:r>
                      <a:r>
                        <a:rPr lang="en">
                          <a:latin typeface="Roboto"/>
                          <a:ea typeface="Roboto"/>
                          <a:cs typeface="Roboto"/>
                          <a:sym typeface="Roboto"/>
                        </a:rPr>
                        <a:t>)</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Roboto"/>
                          <a:ea typeface="Roboto"/>
                          <a:cs typeface="Roboto"/>
                          <a:sym typeface="Roboto"/>
                        </a:rPr>
                        <a:t>Input attention</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Bidirectional</a:t>
                      </a:r>
                      <a:endParaRPr>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Unidirectional</a:t>
                      </a:r>
                      <a:r>
                        <a:rPr baseline="30000" lang="en">
                          <a:latin typeface="Roboto"/>
                          <a:ea typeface="Roboto"/>
                          <a:cs typeface="Roboto"/>
                          <a:sym typeface="Roboto"/>
                        </a:rPr>
                        <a:t>*</a:t>
                      </a:r>
                      <a:endParaRPr baseline="300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6918" name="Google Shape;6918;p63"/>
          <p:cNvSpPr txBox="1"/>
          <p:nvPr/>
        </p:nvSpPr>
        <p:spPr>
          <a:xfrm>
            <a:off x="6538575" y="4226725"/>
            <a:ext cx="2474700" cy="3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 input attention can be bidirectional</a:t>
            </a:r>
            <a:endParaRPr sz="1000">
              <a:solidFill>
                <a:schemeClr val="dk2"/>
              </a:solidFill>
              <a:latin typeface="Roboto"/>
              <a:ea typeface="Roboto"/>
              <a:cs typeface="Roboto"/>
              <a:sym typeface="Roboto"/>
            </a:endParaRPr>
          </a:p>
        </p:txBody>
      </p:sp>
      <p:sp>
        <p:nvSpPr>
          <p:cNvPr id="6919" name="Google Shape;6919;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3" name="Shape 6923"/>
        <p:cNvGrpSpPr/>
        <p:nvPr/>
      </p:nvGrpSpPr>
      <p:grpSpPr>
        <a:xfrm>
          <a:off x="0" y="0"/>
          <a:ext cx="0" cy="0"/>
          <a:chOff x="0" y="0"/>
          <a:chExt cx="0" cy="0"/>
        </a:xfrm>
      </p:grpSpPr>
      <p:sp>
        <p:nvSpPr>
          <p:cNvPr id="6924" name="Google Shape;6924;p64"/>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t>Additional</a:t>
            </a:r>
            <a:r>
              <a:rPr lang="en"/>
              <a:t> structures in encoder-decoder compared to decoder-only</a:t>
            </a:r>
            <a:endParaRPr/>
          </a:p>
        </p:txBody>
      </p:sp>
      <p:sp>
        <p:nvSpPr>
          <p:cNvPr id="6925" name="Google Shape;6925;p64"/>
          <p:cNvSpPr txBox="1"/>
          <p:nvPr>
            <p:ph idx="1" type="body"/>
          </p:nvPr>
        </p:nvSpPr>
        <p:spPr>
          <a:xfrm>
            <a:off x="311700" y="685925"/>
            <a:ext cx="8520600" cy="3882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Input and target sequences are sufficiently different that using separate parameters can be effective</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The target element can attend to the fully encoded representation of the input</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When encoding the input sequence, all-to-all interaction among the sequence elements is preferred</a:t>
            </a:r>
            <a:endParaRPr/>
          </a:p>
        </p:txBody>
      </p:sp>
      <p:sp>
        <p:nvSpPr>
          <p:cNvPr id="6926" name="Google Shape;6926;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0" name="Shape 6930"/>
        <p:cNvGrpSpPr/>
        <p:nvPr/>
      </p:nvGrpSpPr>
      <p:grpSpPr>
        <a:xfrm>
          <a:off x="0" y="0"/>
          <a:ext cx="0" cy="0"/>
          <a:chOff x="0" y="0"/>
          <a:chExt cx="0" cy="0"/>
        </a:xfrm>
      </p:grpSpPr>
      <p:sp>
        <p:nvSpPr>
          <p:cNvPr id="6931" name="Google Shape;6931;p65"/>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t>Additional</a:t>
            </a:r>
            <a:r>
              <a:rPr lang="en"/>
              <a:t> structures in encoder-decoder compared to decoder-only</a:t>
            </a:r>
            <a:endParaRPr/>
          </a:p>
        </p:txBody>
      </p:sp>
      <p:sp>
        <p:nvSpPr>
          <p:cNvPr id="6932" name="Google Shape;6932;p65"/>
          <p:cNvSpPr txBox="1"/>
          <p:nvPr>
            <p:ph idx="1" type="body"/>
          </p:nvPr>
        </p:nvSpPr>
        <p:spPr>
          <a:xfrm>
            <a:off x="311700" y="685925"/>
            <a:ext cx="8520600" cy="3882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Input and target sequences are sufficiently different that using separate parameters can be effective</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The target element can attend to the fully encoded representation of the input</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When encoding the input sequence, all-to-all interaction among the sequence elements is preferred</a:t>
            </a:r>
            <a:endParaRPr/>
          </a:p>
        </p:txBody>
      </p:sp>
      <p:sp>
        <p:nvSpPr>
          <p:cNvPr id="6933" name="Google Shape;693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934" name="Google Shape;6934;p65"/>
          <p:cNvSpPr/>
          <p:nvPr/>
        </p:nvSpPr>
        <p:spPr>
          <a:xfrm>
            <a:off x="320750" y="651200"/>
            <a:ext cx="7979700" cy="864900"/>
          </a:xfrm>
          <a:prstGeom prst="rect">
            <a:avLst/>
          </a:prstGeom>
          <a:no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8" name="Shape 6938"/>
        <p:cNvGrpSpPr/>
        <p:nvPr/>
      </p:nvGrpSpPr>
      <p:grpSpPr>
        <a:xfrm>
          <a:off x="0" y="0"/>
          <a:ext cx="0" cy="0"/>
          <a:chOff x="0" y="0"/>
          <a:chExt cx="0" cy="0"/>
        </a:xfrm>
      </p:grpSpPr>
      <p:sp>
        <p:nvSpPr>
          <p:cNvPr id="6939" name="Google Shape;6939;p66"/>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1: machine translation</a:t>
            </a:r>
            <a:endParaRPr/>
          </a:p>
        </p:txBody>
      </p:sp>
      <p:sp>
        <p:nvSpPr>
          <p:cNvPr id="6940" name="Google Shape;6940;p66"/>
          <p:cNvSpPr txBox="1"/>
          <p:nvPr>
            <p:ph idx="1" type="body"/>
          </p:nvPr>
        </p:nvSpPr>
        <p:spPr>
          <a:xfrm>
            <a:off x="311700" y="685925"/>
            <a:ext cx="5131500" cy="41943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t>When Transformer was introduced in 2017, translation was a popular and difficult task</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Input and target are in different languages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If the only goal is to learn translation, separate parameters make sense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6941" name="Google Shape;6941;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942" name="Google Shape;6942;p66"/>
          <p:cNvSpPr/>
          <p:nvPr/>
        </p:nvSpPr>
        <p:spPr>
          <a:xfrm>
            <a:off x="7213342" y="910017"/>
            <a:ext cx="1790700" cy="32298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6943" name="Google Shape;6943;p66"/>
          <p:cNvSpPr/>
          <p:nvPr/>
        </p:nvSpPr>
        <p:spPr>
          <a:xfrm>
            <a:off x="5677225" y="1858544"/>
            <a:ext cx="1443300" cy="22815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6944" name="Google Shape;6944;p66"/>
          <p:cNvSpPr/>
          <p:nvPr/>
        </p:nvSpPr>
        <p:spPr>
          <a:xfrm>
            <a:off x="5760477" y="2657230"/>
            <a:ext cx="1260600" cy="12435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6945" name="Google Shape;6945;p66"/>
          <p:cNvSpPr/>
          <p:nvPr/>
        </p:nvSpPr>
        <p:spPr>
          <a:xfrm>
            <a:off x="5818218" y="2704112"/>
            <a:ext cx="1148400" cy="3468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6946" name="Google Shape;6946;p66"/>
          <p:cNvSpPr/>
          <p:nvPr/>
        </p:nvSpPr>
        <p:spPr>
          <a:xfrm>
            <a:off x="5835699" y="3099264"/>
            <a:ext cx="1148400" cy="5553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947" name="Google Shape;6947;p66"/>
          <p:cNvGrpSpPr/>
          <p:nvPr/>
        </p:nvGrpSpPr>
        <p:grpSpPr>
          <a:xfrm>
            <a:off x="5866458" y="3542201"/>
            <a:ext cx="269657" cy="64226"/>
            <a:chOff x="3655625" y="914400"/>
            <a:chExt cx="2743200" cy="690600"/>
          </a:xfrm>
        </p:grpSpPr>
        <p:sp>
          <p:nvSpPr>
            <p:cNvPr id="6948" name="Google Shape;6948;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49" name="Google Shape;6949;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50" name="Google Shape;6950;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951" name="Google Shape;6951;p66"/>
          <p:cNvSpPr txBox="1"/>
          <p:nvPr/>
        </p:nvSpPr>
        <p:spPr>
          <a:xfrm>
            <a:off x="5798777" y="4078725"/>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That</a:t>
            </a:r>
            <a:endParaRPr sz="900">
              <a:solidFill>
                <a:schemeClr val="dk2"/>
              </a:solidFill>
              <a:latin typeface="Roboto"/>
              <a:ea typeface="Roboto"/>
              <a:cs typeface="Roboto"/>
              <a:sym typeface="Roboto"/>
            </a:endParaRPr>
          </a:p>
        </p:txBody>
      </p:sp>
      <p:grpSp>
        <p:nvGrpSpPr>
          <p:cNvPr id="6952" name="Google Shape;6952;p66"/>
          <p:cNvGrpSpPr/>
          <p:nvPr/>
        </p:nvGrpSpPr>
        <p:grpSpPr>
          <a:xfrm>
            <a:off x="6260180" y="3542201"/>
            <a:ext cx="269657" cy="64226"/>
            <a:chOff x="3655625" y="914400"/>
            <a:chExt cx="2743200" cy="690600"/>
          </a:xfrm>
        </p:grpSpPr>
        <p:sp>
          <p:nvSpPr>
            <p:cNvPr id="6953" name="Google Shape;6953;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54" name="Google Shape;6954;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55" name="Google Shape;6955;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956" name="Google Shape;6956;p66"/>
          <p:cNvSpPr txBox="1"/>
          <p:nvPr/>
        </p:nvSpPr>
        <p:spPr>
          <a:xfrm>
            <a:off x="6258119" y="4078725"/>
            <a:ext cx="2697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is</a:t>
            </a:r>
            <a:endParaRPr sz="900">
              <a:solidFill>
                <a:schemeClr val="dk2"/>
              </a:solidFill>
              <a:latin typeface="Roboto"/>
              <a:ea typeface="Roboto"/>
              <a:cs typeface="Roboto"/>
              <a:sym typeface="Roboto"/>
            </a:endParaRPr>
          </a:p>
        </p:txBody>
      </p:sp>
      <p:grpSp>
        <p:nvGrpSpPr>
          <p:cNvPr id="6957" name="Google Shape;6957;p66"/>
          <p:cNvGrpSpPr/>
          <p:nvPr/>
        </p:nvGrpSpPr>
        <p:grpSpPr>
          <a:xfrm>
            <a:off x="6653902" y="3542201"/>
            <a:ext cx="269657" cy="64226"/>
            <a:chOff x="3655625" y="914400"/>
            <a:chExt cx="2743200" cy="690600"/>
          </a:xfrm>
        </p:grpSpPr>
        <p:sp>
          <p:nvSpPr>
            <p:cNvPr id="6958" name="Google Shape;6958;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59" name="Google Shape;6959;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60" name="Google Shape;6960;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6961" name="Google Shape;6961;p66"/>
          <p:cNvSpPr txBox="1"/>
          <p:nvPr/>
        </p:nvSpPr>
        <p:spPr>
          <a:xfrm>
            <a:off x="6581571" y="4078725"/>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good</a:t>
            </a:r>
            <a:endParaRPr sz="900">
              <a:solidFill>
                <a:schemeClr val="dk2"/>
              </a:solidFill>
              <a:latin typeface="Roboto"/>
              <a:ea typeface="Roboto"/>
              <a:cs typeface="Roboto"/>
              <a:sym typeface="Roboto"/>
            </a:endParaRPr>
          </a:p>
        </p:txBody>
      </p:sp>
      <p:grpSp>
        <p:nvGrpSpPr>
          <p:cNvPr id="6962" name="Google Shape;6962;p66"/>
          <p:cNvGrpSpPr/>
          <p:nvPr/>
        </p:nvGrpSpPr>
        <p:grpSpPr>
          <a:xfrm>
            <a:off x="5866458" y="3148478"/>
            <a:ext cx="269657" cy="64226"/>
            <a:chOff x="3655625" y="914400"/>
            <a:chExt cx="2743200" cy="690600"/>
          </a:xfrm>
        </p:grpSpPr>
        <p:sp>
          <p:nvSpPr>
            <p:cNvPr id="6963" name="Google Shape;6963;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64" name="Google Shape;6964;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65" name="Google Shape;6965;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966" name="Google Shape;6966;p66"/>
          <p:cNvGrpSpPr/>
          <p:nvPr/>
        </p:nvGrpSpPr>
        <p:grpSpPr>
          <a:xfrm>
            <a:off x="6260180" y="3148478"/>
            <a:ext cx="269657" cy="64226"/>
            <a:chOff x="3655625" y="914400"/>
            <a:chExt cx="2743200" cy="690600"/>
          </a:xfrm>
        </p:grpSpPr>
        <p:sp>
          <p:nvSpPr>
            <p:cNvPr id="6967" name="Google Shape;6967;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68" name="Google Shape;6968;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69" name="Google Shape;6969;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970" name="Google Shape;6970;p66"/>
          <p:cNvGrpSpPr/>
          <p:nvPr/>
        </p:nvGrpSpPr>
        <p:grpSpPr>
          <a:xfrm>
            <a:off x="6653902" y="3148478"/>
            <a:ext cx="269657" cy="64226"/>
            <a:chOff x="3655625" y="914400"/>
            <a:chExt cx="2743200" cy="690600"/>
          </a:xfrm>
        </p:grpSpPr>
        <p:sp>
          <p:nvSpPr>
            <p:cNvPr id="6971" name="Google Shape;6971;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72" name="Google Shape;6972;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73" name="Google Shape;6973;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6974" name="Google Shape;6974;p66"/>
          <p:cNvCxnSpPr>
            <a:stCxn id="6953" idx="0"/>
            <a:endCxn id="6963" idx="2"/>
          </p:cNvCxnSpPr>
          <p:nvPr/>
        </p:nvCxnSpPr>
        <p:spPr>
          <a:xfrm rot="10800000">
            <a:off x="6001408" y="3212201"/>
            <a:ext cx="393600" cy="330000"/>
          </a:xfrm>
          <a:prstGeom prst="straightConnector1">
            <a:avLst/>
          </a:prstGeom>
          <a:noFill/>
          <a:ln cap="flat" cmpd="sng" w="9525">
            <a:solidFill>
              <a:schemeClr val="dk2"/>
            </a:solidFill>
            <a:prstDash val="solid"/>
            <a:round/>
            <a:headEnd len="med" w="med" type="none"/>
            <a:tailEnd len="med" w="med" type="none"/>
          </a:ln>
        </p:spPr>
      </p:cxnSp>
      <p:cxnSp>
        <p:nvCxnSpPr>
          <p:cNvPr id="6975" name="Google Shape;6975;p66"/>
          <p:cNvCxnSpPr>
            <a:stCxn id="6958" idx="0"/>
          </p:cNvCxnSpPr>
          <p:nvPr/>
        </p:nvCxnSpPr>
        <p:spPr>
          <a:xfrm rot="10800000">
            <a:off x="6001230" y="3212201"/>
            <a:ext cx="787500" cy="330000"/>
          </a:xfrm>
          <a:prstGeom prst="straightConnector1">
            <a:avLst/>
          </a:prstGeom>
          <a:noFill/>
          <a:ln cap="flat" cmpd="sng" w="9525">
            <a:solidFill>
              <a:schemeClr val="dk2"/>
            </a:solidFill>
            <a:prstDash val="solid"/>
            <a:round/>
            <a:headEnd len="med" w="med" type="none"/>
            <a:tailEnd len="med" w="med" type="none"/>
          </a:ln>
        </p:spPr>
      </p:cxnSp>
      <p:cxnSp>
        <p:nvCxnSpPr>
          <p:cNvPr id="6976" name="Google Shape;6976;p66"/>
          <p:cNvCxnSpPr>
            <a:stCxn id="6948" idx="0"/>
          </p:cNvCxnSpPr>
          <p:nvPr/>
        </p:nvCxnSpPr>
        <p:spPr>
          <a:xfrm rot="10800000">
            <a:off x="6001287" y="3212201"/>
            <a:ext cx="0" cy="330000"/>
          </a:xfrm>
          <a:prstGeom prst="straightConnector1">
            <a:avLst/>
          </a:prstGeom>
          <a:noFill/>
          <a:ln cap="flat" cmpd="sng" w="9525">
            <a:solidFill>
              <a:schemeClr val="dk2"/>
            </a:solidFill>
            <a:prstDash val="solid"/>
            <a:round/>
            <a:headEnd len="med" w="med" type="none"/>
            <a:tailEnd len="med" w="med" type="none"/>
          </a:ln>
        </p:spPr>
      </p:cxnSp>
      <p:cxnSp>
        <p:nvCxnSpPr>
          <p:cNvPr id="6977" name="Google Shape;6977;p66"/>
          <p:cNvCxnSpPr>
            <a:stCxn id="6948" idx="0"/>
            <a:endCxn id="6967" idx="2"/>
          </p:cNvCxnSpPr>
          <p:nvPr/>
        </p:nvCxnSpPr>
        <p:spPr>
          <a:xfrm flipH="1" rot="10800000">
            <a:off x="6001287" y="3212201"/>
            <a:ext cx="393600" cy="330000"/>
          </a:xfrm>
          <a:prstGeom prst="straightConnector1">
            <a:avLst/>
          </a:prstGeom>
          <a:noFill/>
          <a:ln cap="flat" cmpd="sng" w="9525">
            <a:solidFill>
              <a:schemeClr val="dk2"/>
            </a:solidFill>
            <a:prstDash val="solid"/>
            <a:round/>
            <a:headEnd len="med" w="med" type="none"/>
            <a:tailEnd len="med" w="med" type="none"/>
          </a:ln>
        </p:spPr>
      </p:cxnSp>
      <p:cxnSp>
        <p:nvCxnSpPr>
          <p:cNvPr id="6978" name="Google Shape;6978;p66"/>
          <p:cNvCxnSpPr>
            <a:stCxn id="6948" idx="0"/>
            <a:endCxn id="6971" idx="2"/>
          </p:cNvCxnSpPr>
          <p:nvPr/>
        </p:nvCxnSpPr>
        <p:spPr>
          <a:xfrm flipH="1" rot="10800000">
            <a:off x="6001287" y="3212201"/>
            <a:ext cx="787500" cy="330000"/>
          </a:xfrm>
          <a:prstGeom prst="straightConnector1">
            <a:avLst/>
          </a:prstGeom>
          <a:noFill/>
          <a:ln cap="flat" cmpd="sng" w="9525">
            <a:solidFill>
              <a:schemeClr val="dk2"/>
            </a:solidFill>
            <a:prstDash val="solid"/>
            <a:round/>
            <a:headEnd len="med" w="med" type="none"/>
            <a:tailEnd len="med" w="med" type="none"/>
          </a:ln>
        </p:spPr>
      </p:cxnSp>
      <p:cxnSp>
        <p:nvCxnSpPr>
          <p:cNvPr id="6979" name="Google Shape;6979;p66"/>
          <p:cNvCxnSpPr>
            <a:stCxn id="6953" idx="0"/>
            <a:endCxn id="6967" idx="2"/>
          </p:cNvCxnSpPr>
          <p:nvPr/>
        </p:nvCxnSpPr>
        <p:spPr>
          <a:xfrm rot="10800000">
            <a:off x="6395008" y="3212201"/>
            <a:ext cx="0" cy="330000"/>
          </a:xfrm>
          <a:prstGeom prst="straightConnector1">
            <a:avLst/>
          </a:prstGeom>
          <a:noFill/>
          <a:ln cap="flat" cmpd="sng" w="9525">
            <a:solidFill>
              <a:schemeClr val="dk2"/>
            </a:solidFill>
            <a:prstDash val="solid"/>
            <a:round/>
            <a:headEnd len="med" w="med" type="none"/>
            <a:tailEnd len="med" w="med" type="none"/>
          </a:ln>
        </p:spPr>
      </p:cxnSp>
      <p:cxnSp>
        <p:nvCxnSpPr>
          <p:cNvPr id="6980" name="Google Shape;6980;p66"/>
          <p:cNvCxnSpPr>
            <a:stCxn id="6958" idx="0"/>
            <a:endCxn id="6971" idx="2"/>
          </p:cNvCxnSpPr>
          <p:nvPr/>
        </p:nvCxnSpPr>
        <p:spPr>
          <a:xfrm rot="10800000">
            <a:off x="6788730" y="3212201"/>
            <a:ext cx="0" cy="330000"/>
          </a:xfrm>
          <a:prstGeom prst="straightConnector1">
            <a:avLst/>
          </a:prstGeom>
          <a:noFill/>
          <a:ln cap="flat" cmpd="sng" w="9525">
            <a:solidFill>
              <a:schemeClr val="dk2"/>
            </a:solidFill>
            <a:prstDash val="solid"/>
            <a:round/>
            <a:headEnd len="med" w="med" type="none"/>
            <a:tailEnd len="med" w="med" type="none"/>
          </a:ln>
        </p:spPr>
      </p:cxnSp>
      <p:cxnSp>
        <p:nvCxnSpPr>
          <p:cNvPr id="6981" name="Google Shape;6981;p66"/>
          <p:cNvCxnSpPr>
            <a:stCxn id="6958" idx="0"/>
            <a:endCxn id="6967" idx="2"/>
          </p:cNvCxnSpPr>
          <p:nvPr/>
        </p:nvCxnSpPr>
        <p:spPr>
          <a:xfrm rot="10800000">
            <a:off x="6395130" y="3212201"/>
            <a:ext cx="393600" cy="330000"/>
          </a:xfrm>
          <a:prstGeom prst="straightConnector1">
            <a:avLst/>
          </a:prstGeom>
          <a:noFill/>
          <a:ln cap="flat" cmpd="sng" w="9525">
            <a:solidFill>
              <a:schemeClr val="dk2"/>
            </a:solidFill>
            <a:prstDash val="solid"/>
            <a:round/>
            <a:headEnd len="med" w="med" type="none"/>
            <a:tailEnd len="med" w="med" type="none"/>
          </a:ln>
        </p:spPr>
      </p:cxnSp>
      <p:cxnSp>
        <p:nvCxnSpPr>
          <p:cNvPr id="6982" name="Google Shape;6982;p66"/>
          <p:cNvCxnSpPr>
            <a:stCxn id="6953" idx="0"/>
            <a:endCxn id="6971" idx="2"/>
          </p:cNvCxnSpPr>
          <p:nvPr/>
        </p:nvCxnSpPr>
        <p:spPr>
          <a:xfrm flipH="1" rot="10800000">
            <a:off x="6395008" y="3212201"/>
            <a:ext cx="393600" cy="330000"/>
          </a:xfrm>
          <a:prstGeom prst="straightConnector1">
            <a:avLst/>
          </a:prstGeom>
          <a:noFill/>
          <a:ln cap="flat" cmpd="sng" w="9525">
            <a:solidFill>
              <a:schemeClr val="dk2"/>
            </a:solidFill>
            <a:prstDash val="solid"/>
            <a:round/>
            <a:headEnd len="med" w="med" type="none"/>
            <a:tailEnd len="med" w="med" type="none"/>
          </a:ln>
        </p:spPr>
      </p:cxnSp>
      <p:grpSp>
        <p:nvGrpSpPr>
          <p:cNvPr id="6983" name="Google Shape;6983;p66"/>
          <p:cNvGrpSpPr/>
          <p:nvPr/>
        </p:nvGrpSpPr>
        <p:grpSpPr>
          <a:xfrm>
            <a:off x="5866458" y="2937446"/>
            <a:ext cx="269657" cy="64226"/>
            <a:chOff x="3655625" y="914400"/>
            <a:chExt cx="2743200" cy="690600"/>
          </a:xfrm>
        </p:grpSpPr>
        <p:sp>
          <p:nvSpPr>
            <p:cNvPr id="6984" name="Google Shape;6984;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85" name="Google Shape;6985;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86" name="Google Shape;6986;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987" name="Google Shape;6987;p66"/>
          <p:cNvGrpSpPr/>
          <p:nvPr/>
        </p:nvGrpSpPr>
        <p:grpSpPr>
          <a:xfrm>
            <a:off x="6260180" y="2937446"/>
            <a:ext cx="269657" cy="64226"/>
            <a:chOff x="3655625" y="914400"/>
            <a:chExt cx="2743200" cy="690600"/>
          </a:xfrm>
        </p:grpSpPr>
        <p:sp>
          <p:nvSpPr>
            <p:cNvPr id="6988" name="Google Shape;6988;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89" name="Google Shape;6989;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90" name="Google Shape;6990;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991" name="Google Shape;6991;p66"/>
          <p:cNvGrpSpPr/>
          <p:nvPr/>
        </p:nvGrpSpPr>
        <p:grpSpPr>
          <a:xfrm>
            <a:off x="6653902" y="2937446"/>
            <a:ext cx="269657" cy="64226"/>
            <a:chOff x="3655625" y="914400"/>
            <a:chExt cx="2743200" cy="690600"/>
          </a:xfrm>
        </p:grpSpPr>
        <p:sp>
          <p:nvSpPr>
            <p:cNvPr id="6992" name="Google Shape;6992;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93" name="Google Shape;6993;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94" name="Google Shape;6994;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995" name="Google Shape;6995;p66"/>
          <p:cNvGrpSpPr/>
          <p:nvPr/>
        </p:nvGrpSpPr>
        <p:grpSpPr>
          <a:xfrm>
            <a:off x="5866458" y="2746740"/>
            <a:ext cx="269657" cy="64226"/>
            <a:chOff x="3655625" y="914400"/>
            <a:chExt cx="2743200" cy="690600"/>
          </a:xfrm>
        </p:grpSpPr>
        <p:sp>
          <p:nvSpPr>
            <p:cNvPr id="6996" name="Google Shape;6996;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97" name="Google Shape;6997;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6998" name="Google Shape;6998;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6999" name="Google Shape;6999;p66"/>
          <p:cNvGrpSpPr/>
          <p:nvPr/>
        </p:nvGrpSpPr>
        <p:grpSpPr>
          <a:xfrm>
            <a:off x="6260180" y="2746740"/>
            <a:ext cx="269657" cy="64226"/>
            <a:chOff x="3655625" y="914400"/>
            <a:chExt cx="2743200" cy="690600"/>
          </a:xfrm>
        </p:grpSpPr>
        <p:sp>
          <p:nvSpPr>
            <p:cNvPr id="7000" name="Google Shape;7000;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01" name="Google Shape;7001;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02" name="Google Shape;7002;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03" name="Google Shape;7003;p66"/>
          <p:cNvGrpSpPr/>
          <p:nvPr/>
        </p:nvGrpSpPr>
        <p:grpSpPr>
          <a:xfrm>
            <a:off x="6653902" y="2746740"/>
            <a:ext cx="269657" cy="64226"/>
            <a:chOff x="3655625" y="914400"/>
            <a:chExt cx="2743200" cy="690600"/>
          </a:xfrm>
        </p:grpSpPr>
        <p:sp>
          <p:nvSpPr>
            <p:cNvPr id="7004" name="Google Shape;7004;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05" name="Google Shape;7005;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06" name="Google Shape;7006;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007" name="Google Shape;7007;p66"/>
          <p:cNvCxnSpPr>
            <a:stCxn id="6984" idx="0"/>
            <a:endCxn id="6996" idx="2"/>
          </p:cNvCxnSpPr>
          <p:nvPr/>
        </p:nvCxnSpPr>
        <p:spPr>
          <a:xfrm rot="10800000">
            <a:off x="6001287" y="2810546"/>
            <a:ext cx="0" cy="126900"/>
          </a:xfrm>
          <a:prstGeom prst="straightConnector1">
            <a:avLst/>
          </a:prstGeom>
          <a:noFill/>
          <a:ln cap="flat" cmpd="sng" w="9525">
            <a:solidFill>
              <a:schemeClr val="dk2"/>
            </a:solidFill>
            <a:prstDash val="solid"/>
            <a:round/>
            <a:headEnd len="med" w="med" type="none"/>
            <a:tailEnd len="med" w="med" type="none"/>
          </a:ln>
        </p:spPr>
      </p:cxnSp>
      <p:cxnSp>
        <p:nvCxnSpPr>
          <p:cNvPr id="7008" name="Google Shape;7008;p66"/>
          <p:cNvCxnSpPr>
            <a:stCxn id="6992" idx="0"/>
            <a:endCxn id="7004" idx="2"/>
          </p:cNvCxnSpPr>
          <p:nvPr/>
        </p:nvCxnSpPr>
        <p:spPr>
          <a:xfrm rot="10800000">
            <a:off x="6788730" y="2810546"/>
            <a:ext cx="0" cy="126900"/>
          </a:xfrm>
          <a:prstGeom prst="straightConnector1">
            <a:avLst/>
          </a:prstGeom>
          <a:noFill/>
          <a:ln cap="flat" cmpd="sng" w="9525">
            <a:solidFill>
              <a:schemeClr val="dk2"/>
            </a:solidFill>
            <a:prstDash val="solid"/>
            <a:round/>
            <a:headEnd len="med" w="med" type="none"/>
            <a:tailEnd len="med" w="med" type="none"/>
          </a:ln>
        </p:spPr>
      </p:cxnSp>
      <p:cxnSp>
        <p:nvCxnSpPr>
          <p:cNvPr id="7009" name="Google Shape;7009;p66"/>
          <p:cNvCxnSpPr>
            <a:stCxn id="6988" idx="0"/>
            <a:endCxn id="7000" idx="2"/>
          </p:cNvCxnSpPr>
          <p:nvPr/>
        </p:nvCxnSpPr>
        <p:spPr>
          <a:xfrm rot="10800000">
            <a:off x="6395008" y="2810546"/>
            <a:ext cx="0" cy="126900"/>
          </a:xfrm>
          <a:prstGeom prst="straightConnector1">
            <a:avLst/>
          </a:prstGeom>
          <a:noFill/>
          <a:ln cap="flat" cmpd="sng" w="9525">
            <a:solidFill>
              <a:schemeClr val="dk2"/>
            </a:solidFill>
            <a:prstDash val="solid"/>
            <a:round/>
            <a:headEnd len="med" w="med" type="none"/>
            <a:tailEnd len="med" w="med" type="none"/>
          </a:ln>
        </p:spPr>
      </p:cxnSp>
      <p:sp>
        <p:nvSpPr>
          <p:cNvPr id="7010" name="Google Shape;7010;p66"/>
          <p:cNvSpPr/>
          <p:nvPr/>
        </p:nvSpPr>
        <p:spPr>
          <a:xfrm>
            <a:off x="5800779" y="1868921"/>
            <a:ext cx="1183200" cy="6363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7011" name="Google Shape;7011;p66"/>
          <p:cNvSpPr/>
          <p:nvPr/>
        </p:nvSpPr>
        <p:spPr>
          <a:xfrm>
            <a:off x="5889001" y="1901652"/>
            <a:ext cx="1006800" cy="1650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MLP</a:t>
            </a:r>
            <a:endParaRPr sz="1000">
              <a:latin typeface="Roboto"/>
              <a:ea typeface="Roboto"/>
              <a:cs typeface="Roboto"/>
              <a:sym typeface="Roboto"/>
            </a:endParaRPr>
          </a:p>
        </p:txBody>
      </p:sp>
      <p:sp>
        <p:nvSpPr>
          <p:cNvPr id="7012" name="Google Shape;7012;p66"/>
          <p:cNvSpPr/>
          <p:nvPr/>
        </p:nvSpPr>
        <p:spPr>
          <a:xfrm>
            <a:off x="5889001" y="2095009"/>
            <a:ext cx="1006800" cy="16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Self-attention</a:t>
            </a:r>
            <a:endParaRPr sz="1000">
              <a:latin typeface="Roboto"/>
              <a:ea typeface="Roboto"/>
              <a:cs typeface="Roboto"/>
              <a:sym typeface="Roboto"/>
            </a:endParaRPr>
          </a:p>
        </p:txBody>
      </p:sp>
      <p:sp>
        <p:nvSpPr>
          <p:cNvPr id="7013" name="Google Shape;7013;p66"/>
          <p:cNvSpPr/>
          <p:nvPr/>
        </p:nvSpPr>
        <p:spPr>
          <a:xfrm>
            <a:off x="7288887" y="2324929"/>
            <a:ext cx="1626000" cy="1592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7014" name="Google Shape;7014;p66"/>
          <p:cNvSpPr/>
          <p:nvPr/>
        </p:nvSpPr>
        <p:spPr>
          <a:xfrm>
            <a:off x="7323807" y="3143575"/>
            <a:ext cx="1548600" cy="5553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015" name="Google Shape;7015;p66"/>
          <p:cNvGrpSpPr/>
          <p:nvPr/>
        </p:nvGrpSpPr>
        <p:grpSpPr>
          <a:xfrm>
            <a:off x="7354566" y="3586512"/>
            <a:ext cx="269657" cy="64226"/>
            <a:chOff x="3655625" y="914400"/>
            <a:chExt cx="2743200" cy="690600"/>
          </a:xfrm>
        </p:grpSpPr>
        <p:sp>
          <p:nvSpPr>
            <p:cNvPr id="7016" name="Google Shape;7016;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17" name="Google Shape;7017;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18" name="Google Shape;7018;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019" name="Google Shape;7019;p66"/>
          <p:cNvSpPr txBox="1"/>
          <p:nvPr/>
        </p:nvSpPr>
        <p:spPr>
          <a:xfrm>
            <a:off x="7680607" y="4070343"/>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Das</a:t>
            </a:r>
            <a:endParaRPr sz="900">
              <a:solidFill>
                <a:schemeClr val="dk2"/>
              </a:solidFill>
              <a:latin typeface="Roboto"/>
              <a:ea typeface="Roboto"/>
              <a:cs typeface="Roboto"/>
              <a:sym typeface="Roboto"/>
            </a:endParaRPr>
          </a:p>
        </p:txBody>
      </p:sp>
      <p:grpSp>
        <p:nvGrpSpPr>
          <p:cNvPr id="7020" name="Google Shape;7020;p66"/>
          <p:cNvGrpSpPr/>
          <p:nvPr/>
        </p:nvGrpSpPr>
        <p:grpSpPr>
          <a:xfrm>
            <a:off x="7748288" y="3586512"/>
            <a:ext cx="269657" cy="64226"/>
            <a:chOff x="3655625" y="914400"/>
            <a:chExt cx="2743200" cy="690600"/>
          </a:xfrm>
        </p:grpSpPr>
        <p:sp>
          <p:nvSpPr>
            <p:cNvPr id="7021" name="Google Shape;7021;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22" name="Google Shape;7022;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23" name="Google Shape;7023;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024" name="Google Shape;7024;p66"/>
          <p:cNvSpPr txBox="1"/>
          <p:nvPr/>
        </p:nvSpPr>
        <p:spPr>
          <a:xfrm>
            <a:off x="8133426" y="4070343"/>
            <a:ext cx="3189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ist</a:t>
            </a:r>
            <a:endParaRPr sz="900">
              <a:solidFill>
                <a:schemeClr val="dk2"/>
              </a:solidFill>
              <a:latin typeface="Roboto"/>
              <a:ea typeface="Roboto"/>
              <a:cs typeface="Roboto"/>
              <a:sym typeface="Roboto"/>
            </a:endParaRPr>
          </a:p>
        </p:txBody>
      </p:sp>
      <p:grpSp>
        <p:nvGrpSpPr>
          <p:cNvPr id="7025" name="Google Shape;7025;p66"/>
          <p:cNvGrpSpPr/>
          <p:nvPr/>
        </p:nvGrpSpPr>
        <p:grpSpPr>
          <a:xfrm>
            <a:off x="8142010" y="3586512"/>
            <a:ext cx="269657" cy="64226"/>
            <a:chOff x="3655625" y="914400"/>
            <a:chExt cx="2743200" cy="690600"/>
          </a:xfrm>
        </p:grpSpPr>
        <p:sp>
          <p:nvSpPr>
            <p:cNvPr id="7026" name="Google Shape;7026;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27" name="Google Shape;7027;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28" name="Google Shape;7028;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029" name="Google Shape;7029;p66"/>
          <p:cNvSpPr txBox="1"/>
          <p:nvPr/>
        </p:nvSpPr>
        <p:spPr>
          <a:xfrm>
            <a:off x="8490742" y="4070343"/>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gut</a:t>
            </a:r>
            <a:endParaRPr sz="900">
              <a:solidFill>
                <a:schemeClr val="dk2"/>
              </a:solidFill>
              <a:latin typeface="Roboto"/>
              <a:ea typeface="Roboto"/>
              <a:cs typeface="Roboto"/>
              <a:sym typeface="Roboto"/>
            </a:endParaRPr>
          </a:p>
        </p:txBody>
      </p:sp>
      <p:grpSp>
        <p:nvGrpSpPr>
          <p:cNvPr id="7030" name="Google Shape;7030;p66"/>
          <p:cNvGrpSpPr/>
          <p:nvPr/>
        </p:nvGrpSpPr>
        <p:grpSpPr>
          <a:xfrm>
            <a:off x="7354566" y="3192788"/>
            <a:ext cx="269657" cy="64226"/>
            <a:chOff x="3655625" y="914400"/>
            <a:chExt cx="2743200" cy="690600"/>
          </a:xfrm>
        </p:grpSpPr>
        <p:sp>
          <p:nvSpPr>
            <p:cNvPr id="7031" name="Google Shape;7031;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32" name="Google Shape;7032;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33" name="Google Shape;7033;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34" name="Google Shape;7034;p66"/>
          <p:cNvGrpSpPr/>
          <p:nvPr/>
        </p:nvGrpSpPr>
        <p:grpSpPr>
          <a:xfrm>
            <a:off x="7748288" y="3192788"/>
            <a:ext cx="269657" cy="64226"/>
            <a:chOff x="3655625" y="914400"/>
            <a:chExt cx="2743200" cy="690600"/>
          </a:xfrm>
        </p:grpSpPr>
        <p:sp>
          <p:nvSpPr>
            <p:cNvPr id="7035" name="Google Shape;7035;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36" name="Google Shape;7036;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37" name="Google Shape;7037;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38" name="Google Shape;7038;p66"/>
          <p:cNvGrpSpPr/>
          <p:nvPr/>
        </p:nvGrpSpPr>
        <p:grpSpPr>
          <a:xfrm>
            <a:off x="8142010" y="3192788"/>
            <a:ext cx="269657" cy="64226"/>
            <a:chOff x="3655625" y="914400"/>
            <a:chExt cx="2743200" cy="690600"/>
          </a:xfrm>
        </p:grpSpPr>
        <p:sp>
          <p:nvSpPr>
            <p:cNvPr id="7039" name="Google Shape;7039;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40" name="Google Shape;7040;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41" name="Google Shape;7041;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042" name="Google Shape;7042;p66"/>
          <p:cNvCxnSpPr>
            <a:stCxn id="7016" idx="0"/>
          </p:cNvCxnSpPr>
          <p:nvPr/>
        </p:nvCxnSpPr>
        <p:spPr>
          <a:xfrm rot="10800000">
            <a:off x="7489394" y="3256512"/>
            <a:ext cx="0" cy="330000"/>
          </a:xfrm>
          <a:prstGeom prst="straightConnector1">
            <a:avLst/>
          </a:prstGeom>
          <a:noFill/>
          <a:ln cap="flat" cmpd="sng" w="9525">
            <a:solidFill>
              <a:schemeClr val="dk2"/>
            </a:solidFill>
            <a:prstDash val="solid"/>
            <a:round/>
            <a:headEnd len="med" w="med" type="none"/>
            <a:tailEnd len="med" w="med" type="none"/>
          </a:ln>
        </p:spPr>
      </p:cxnSp>
      <p:cxnSp>
        <p:nvCxnSpPr>
          <p:cNvPr id="7043" name="Google Shape;7043;p66"/>
          <p:cNvCxnSpPr>
            <a:stCxn id="7016" idx="0"/>
            <a:endCxn id="7035" idx="2"/>
          </p:cNvCxnSpPr>
          <p:nvPr/>
        </p:nvCxnSpPr>
        <p:spPr>
          <a:xfrm flipH="1" rot="10800000">
            <a:off x="7489394" y="3256512"/>
            <a:ext cx="393600" cy="330000"/>
          </a:xfrm>
          <a:prstGeom prst="straightConnector1">
            <a:avLst/>
          </a:prstGeom>
          <a:noFill/>
          <a:ln cap="flat" cmpd="sng" w="9525">
            <a:solidFill>
              <a:schemeClr val="dk2"/>
            </a:solidFill>
            <a:prstDash val="solid"/>
            <a:round/>
            <a:headEnd len="med" w="med" type="none"/>
            <a:tailEnd len="med" w="med" type="none"/>
          </a:ln>
        </p:spPr>
      </p:cxnSp>
      <p:cxnSp>
        <p:nvCxnSpPr>
          <p:cNvPr id="7044" name="Google Shape;7044;p66"/>
          <p:cNvCxnSpPr>
            <a:stCxn id="7016" idx="0"/>
            <a:endCxn id="7039" idx="2"/>
          </p:cNvCxnSpPr>
          <p:nvPr/>
        </p:nvCxnSpPr>
        <p:spPr>
          <a:xfrm flipH="1" rot="10800000">
            <a:off x="7489394" y="3256512"/>
            <a:ext cx="787500" cy="330000"/>
          </a:xfrm>
          <a:prstGeom prst="straightConnector1">
            <a:avLst/>
          </a:prstGeom>
          <a:noFill/>
          <a:ln cap="flat" cmpd="sng" w="9525">
            <a:solidFill>
              <a:schemeClr val="dk2"/>
            </a:solidFill>
            <a:prstDash val="solid"/>
            <a:round/>
            <a:headEnd len="med" w="med" type="none"/>
            <a:tailEnd len="med" w="med" type="none"/>
          </a:ln>
        </p:spPr>
      </p:cxnSp>
      <p:cxnSp>
        <p:nvCxnSpPr>
          <p:cNvPr id="7045" name="Google Shape;7045;p66"/>
          <p:cNvCxnSpPr>
            <a:stCxn id="7021" idx="0"/>
            <a:endCxn id="7035" idx="2"/>
          </p:cNvCxnSpPr>
          <p:nvPr/>
        </p:nvCxnSpPr>
        <p:spPr>
          <a:xfrm rot="10800000">
            <a:off x="7883116" y="3256512"/>
            <a:ext cx="0" cy="330000"/>
          </a:xfrm>
          <a:prstGeom prst="straightConnector1">
            <a:avLst/>
          </a:prstGeom>
          <a:noFill/>
          <a:ln cap="flat" cmpd="sng" w="9525">
            <a:solidFill>
              <a:schemeClr val="dk2"/>
            </a:solidFill>
            <a:prstDash val="solid"/>
            <a:round/>
            <a:headEnd len="med" w="med" type="none"/>
            <a:tailEnd len="med" w="med" type="none"/>
          </a:ln>
        </p:spPr>
      </p:cxnSp>
      <p:cxnSp>
        <p:nvCxnSpPr>
          <p:cNvPr id="7046" name="Google Shape;7046;p66"/>
          <p:cNvCxnSpPr>
            <a:stCxn id="7026" idx="0"/>
            <a:endCxn id="7039" idx="2"/>
          </p:cNvCxnSpPr>
          <p:nvPr/>
        </p:nvCxnSpPr>
        <p:spPr>
          <a:xfrm rot="10800000">
            <a:off x="8276838" y="3256512"/>
            <a:ext cx="0" cy="330000"/>
          </a:xfrm>
          <a:prstGeom prst="straightConnector1">
            <a:avLst/>
          </a:prstGeom>
          <a:noFill/>
          <a:ln cap="flat" cmpd="sng" w="9525">
            <a:solidFill>
              <a:schemeClr val="dk2"/>
            </a:solidFill>
            <a:prstDash val="solid"/>
            <a:round/>
            <a:headEnd len="med" w="med" type="none"/>
            <a:tailEnd len="med" w="med" type="none"/>
          </a:ln>
        </p:spPr>
      </p:cxnSp>
      <p:cxnSp>
        <p:nvCxnSpPr>
          <p:cNvPr id="7047" name="Google Shape;7047;p66"/>
          <p:cNvCxnSpPr>
            <a:stCxn id="7021" idx="0"/>
            <a:endCxn id="7039" idx="2"/>
          </p:cNvCxnSpPr>
          <p:nvPr/>
        </p:nvCxnSpPr>
        <p:spPr>
          <a:xfrm flipH="1" rot="10800000">
            <a:off x="7883116" y="3256512"/>
            <a:ext cx="393600" cy="330000"/>
          </a:xfrm>
          <a:prstGeom prst="straightConnector1">
            <a:avLst/>
          </a:prstGeom>
          <a:noFill/>
          <a:ln cap="flat" cmpd="sng" w="9525">
            <a:solidFill>
              <a:schemeClr val="dk2"/>
            </a:solidFill>
            <a:prstDash val="solid"/>
            <a:round/>
            <a:headEnd len="med" w="med" type="none"/>
            <a:tailEnd len="med" w="med" type="none"/>
          </a:ln>
        </p:spPr>
      </p:cxnSp>
      <p:grpSp>
        <p:nvGrpSpPr>
          <p:cNvPr id="7048" name="Google Shape;7048;p66"/>
          <p:cNvGrpSpPr/>
          <p:nvPr/>
        </p:nvGrpSpPr>
        <p:grpSpPr>
          <a:xfrm rot="-5400000">
            <a:off x="8071197" y="2185999"/>
            <a:ext cx="94545" cy="22649"/>
            <a:chOff x="4885225" y="945750"/>
            <a:chExt cx="311926" cy="74700"/>
          </a:xfrm>
        </p:grpSpPr>
        <p:sp>
          <p:nvSpPr>
            <p:cNvPr id="7049" name="Google Shape;7049;p66"/>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050" name="Google Shape;7050;p66"/>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051" name="Google Shape;7051;p66"/>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052" name="Google Shape;7052;p66"/>
          <p:cNvSpPr/>
          <p:nvPr/>
        </p:nvSpPr>
        <p:spPr>
          <a:xfrm>
            <a:off x="7288782" y="964012"/>
            <a:ext cx="1626000" cy="10950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7053" name="Google Shape;7053;p66"/>
          <p:cNvSpPr/>
          <p:nvPr/>
        </p:nvSpPr>
        <p:spPr>
          <a:xfrm>
            <a:off x="7323785" y="1217571"/>
            <a:ext cx="1548600" cy="4005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cross attention</a:t>
            </a:r>
            <a:endParaRPr sz="1000">
              <a:latin typeface="Roboto"/>
              <a:ea typeface="Roboto"/>
              <a:cs typeface="Roboto"/>
              <a:sym typeface="Roboto"/>
            </a:endParaRPr>
          </a:p>
        </p:txBody>
      </p:sp>
      <p:sp>
        <p:nvSpPr>
          <p:cNvPr id="7054" name="Google Shape;7054;p66"/>
          <p:cNvSpPr/>
          <p:nvPr/>
        </p:nvSpPr>
        <p:spPr>
          <a:xfrm>
            <a:off x="7335906" y="1015175"/>
            <a:ext cx="1488600" cy="1650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MLP</a:t>
            </a:r>
            <a:endParaRPr sz="1000">
              <a:latin typeface="Roboto"/>
              <a:ea typeface="Roboto"/>
              <a:cs typeface="Roboto"/>
              <a:sym typeface="Roboto"/>
            </a:endParaRPr>
          </a:p>
        </p:txBody>
      </p:sp>
      <p:sp>
        <p:nvSpPr>
          <p:cNvPr id="7055" name="Google Shape;7055;p66"/>
          <p:cNvSpPr/>
          <p:nvPr/>
        </p:nvSpPr>
        <p:spPr>
          <a:xfrm>
            <a:off x="7323785" y="1664443"/>
            <a:ext cx="1548600" cy="16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Self-attention</a:t>
            </a:r>
            <a:endParaRPr sz="1000">
              <a:latin typeface="Roboto"/>
              <a:ea typeface="Roboto"/>
              <a:cs typeface="Roboto"/>
              <a:sym typeface="Roboto"/>
            </a:endParaRPr>
          </a:p>
        </p:txBody>
      </p:sp>
      <p:grpSp>
        <p:nvGrpSpPr>
          <p:cNvPr id="7056" name="Google Shape;7056;p66"/>
          <p:cNvGrpSpPr/>
          <p:nvPr/>
        </p:nvGrpSpPr>
        <p:grpSpPr>
          <a:xfrm>
            <a:off x="7354458" y="1369363"/>
            <a:ext cx="269657" cy="64226"/>
            <a:chOff x="3655625" y="914400"/>
            <a:chExt cx="2743200" cy="690600"/>
          </a:xfrm>
        </p:grpSpPr>
        <p:sp>
          <p:nvSpPr>
            <p:cNvPr id="7057" name="Google Shape;7057;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58" name="Google Shape;7058;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59" name="Google Shape;7059;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60" name="Google Shape;7060;p66"/>
          <p:cNvGrpSpPr/>
          <p:nvPr/>
        </p:nvGrpSpPr>
        <p:grpSpPr>
          <a:xfrm>
            <a:off x="7748180" y="1363332"/>
            <a:ext cx="269657" cy="64226"/>
            <a:chOff x="3655625" y="914400"/>
            <a:chExt cx="2743200" cy="690600"/>
          </a:xfrm>
        </p:grpSpPr>
        <p:sp>
          <p:nvSpPr>
            <p:cNvPr id="7061" name="Google Shape;7061;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62" name="Google Shape;7062;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63" name="Google Shape;7063;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64" name="Google Shape;7064;p66"/>
          <p:cNvGrpSpPr/>
          <p:nvPr/>
        </p:nvGrpSpPr>
        <p:grpSpPr>
          <a:xfrm>
            <a:off x="8141902" y="1363332"/>
            <a:ext cx="269657" cy="64226"/>
            <a:chOff x="3655625" y="914400"/>
            <a:chExt cx="2743200" cy="690600"/>
          </a:xfrm>
        </p:grpSpPr>
        <p:sp>
          <p:nvSpPr>
            <p:cNvPr id="7065" name="Google Shape;7065;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66" name="Google Shape;7066;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67" name="Google Shape;7067;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68" name="Google Shape;7068;p66"/>
          <p:cNvGrpSpPr/>
          <p:nvPr/>
        </p:nvGrpSpPr>
        <p:grpSpPr>
          <a:xfrm>
            <a:off x="5881109" y="1781247"/>
            <a:ext cx="269657" cy="64226"/>
            <a:chOff x="3655625" y="914400"/>
            <a:chExt cx="2743200" cy="690600"/>
          </a:xfrm>
        </p:grpSpPr>
        <p:sp>
          <p:nvSpPr>
            <p:cNvPr id="7069" name="Google Shape;7069;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70" name="Google Shape;7070;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71" name="Google Shape;7071;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72" name="Google Shape;7072;p66"/>
          <p:cNvGrpSpPr/>
          <p:nvPr/>
        </p:nvGrpSpPr>
        <p:grpSpPr>
          <a:xfrm>
            <a:off x="6274831" y="1781247"/>
            <a:ext cx="269657" cy="64226"/>
            <a:chOff x="3655625" y="914400"/>
            <a:chExt cx="2743200" cy="690600"/>
          </a:xfrm>
        </p:grpSpPr>
        <p:sp>
          <p:nvSpPr>
            <p:cNvPr id="7073" name="Google Shape;7073;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74" name="Google Shape;7074;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75" name="Google Shape;7075;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76" name="Google Shape;7076;p66"/>
          <p:cNvGrpSpPr/>
          <p:nvPr/>
        </p:nvGrpSpPr>
        <p:grpSpPr>
          <a:xfrm>
            <a:off x="6668552" y="1781247"/>
            <a:ext cx="269657" cy="64226"/>
            <a:chOff x="3655625" y="914400"/>
            <a:chExt cx="2743200" cy="690600"/>
          </a:xfrm>
        </p:grpSpPr>
        <p:sp>
          <p:nvSpPr>
            <p:cNvPr id="7077" name="Google Shape;7077;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78" name="Google Shape;7078;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79" name="Google Shape;7079;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80" name="Google Shape;7080;p66"/>
          <p:cNvGrpSpPr/>
          <p:nvPr/>
        </p:nvGrpSpPr>
        <p:grpSpPr>
          <a:xfrm rot="-5400000">
            <a:off x="6350391" y="2567601"/>
            <a:ext cx="94545" cy="22649"/>
            <a:chOff x="4885225" y="945750"/>
            <a:chExt cx="311926" cy="74700"/>
          </a:xfrm>
        </p:grpSpPr>
        <p:sp>
          <p:nvSpPr>
            <p:cNvPr id="7081" name="Google Shape;7081;p66"/>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082" name="Google Shape;7082;p66"/>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083" name="Google Shape;7083;p66"/>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7084" name="Google Shape;7084;p66"/>
          <p:cNvGrpSpPr/>
          <p:nvPr/>
        </p:nvGrpSpPr>
        <p:grpSpPr>
          <a:xfrm>
            <a:off x="7357408" y="802210"/>
            <a:ext cx="269657" cy="64226"/>
            <a:chOff x="3655625" y="914400"/>
            <a:chExt cx="2743200" cy="690600"/>
          </a:xfrm>
        </p:grpSpPr>
        <p:sp>
          <p:nvSpPr>
            <p:cNvPr id="7085" name="Google Shape;7085;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86" name="Google Shape;7086;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87" name="Google Shape;7087;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88" name="Google Shape;7088;p66"/>
          <p:cNvGrpSpPr/>
          <p:nvPr/>
        </p:nvGrpSpPr>
        <p:grpSpPr>
          <a:xfrm>
            <a:off x="7751130" y="802210"/>
            <a:ext cx="269657" cy="64226"/>
            <a:chOff x="3655625" y="914400"/>
            <a:chExt cx="2743200" cy="690600"/>
          </a:xfrm>
        </p:grpSpPr>
        <p:sp>
          <p:nvSpPr>
            <p:cNvPr id="7089" name="Google Shape;7089;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90" name="Google Shape;7090;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91" name="Google Shape;7091;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092" name="Google Shape;7092;p66"/>
          <p:cNvGrpSpPr/>
          <p:nvPr/>
        </p:nvGrpSpPr>
        <p:grpSpPr>
          <a:xfrm>
            <a:off x="8144851" y="802210"/>
            <a:ext cx="269657" cy="64226"/>
            <a:chOff x="3655625" y="914400"/>
            <a:chExt cx="2743200" cy="690600"/>
          </a:xfrm>
        </p:grpSpPr>
        <p:sp>
          <p:nvSpPr>
            <p:cNvPr id="7093" name="Google Shape;7093;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94" name="Google Shape;7094;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095" name="Google Shape;7095;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096" name="Google Shape;7096;p66"/>
          <p:cNvSpPr txBox="1"/>
          <p:nvPr/>
        </p:nvSpPr>
        <p:spPr>
          <a:xfrm>
            <a:off x="7286885" y="518425"/>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Das</a:t>
            </a:r>
            <a:endParaRPr sz="900">
              <a:solidFill>
                <a:schemeClr val="dk2"/>
              </a:solidFill>
              <a:latin typeface="Roboto"/>
              <a:ea typeface="Roboto"/>
              <a:cs typeface="Roboto"/>
              <a:sym typeface="Roboto"/>
            </a:endParaRPr>
          </a:p>
        </p:txBody>
      </p:sp>
      <p:sp>
        <p:nvSpPr>
          <p:cNvPr id="7097" name="Google Shape;7097;p66"/>
          <p:cNvSpPr txBox="1"/>
          <p:nvPr/>
        </p:nvSpPr>
        <p:spPr>
          <a:xfrm>
            <a:off x="7739704" y="518425"/>
            <a:ext cx="3189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ist</a:t>
            </a:r>
            <a:endParaRPr sz="900">
              <a:solidFill>
                <a:schemeClr val="dk2"/>
              </a:solidFill>
              <a:latin typeface="Roboto"/>
              <a:ea typeface="Roboto"/>
              <a:cs typeface="Roboto"/>
              <a:sym typeface="Roboto"/>
            </a:endParaRPr>
          </a:p>
        </p:txBody>
      </p:sp>
      <p:sp>
        <p:nvSpPr>
          <p:cNvPr id="7098" name="Google Shape;7098;p66"/>
          <p:cNvSpPr txBox="1"/>
          <p:nvPr/>
        </p:nvSpPr>
        <p:spPr>
          <a:xfrm>
            <a:off x="8097020" y="518425"/>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gut</a:t>
            </a:r>
            <a:endParaRPr sz="900">
              <a:solidFill>
                <a:schemeClr val="dk2"/>
              </a:solidFill>
              <a:latin typeface="Roboto"/>
              <a:ea typeface="Roboto"/>
              <a:cs typeface="Roboto"/>
              <a:sym typeface="Roboto"/>
            </a:endParaRPr>
          </a:p>
        </p:txBody>
      </p:sp>
      <p:grpSp>
        <p:nvGrpSpPr>
          <p:cNvPr id="7099" name="Google Shape;7099;p66"/>
          <p:cNvGrpSpPr/>
          <p:nvPr/>
        </p:nvGrpSpPr>
        <p:grpSpPr>
          <a:xfrm>
            <a:off x="8535732" y="3586512"/>
            <a:ext cx="269657" cy="64226"/>
            <a:chOff x="3655625" y="914400"/>
            <a:chExt cx="2743200" cy="690600"/>
          </a:xfrm>
        </p:grpSpPr>
        <p:sp>
          <p:nvSpPr>
            <p:cNvPr id="7100" name="Google Shape;7100;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01" name="Google Shape;7101;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02" name="Google Shape;7102;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103" name="Google Shape;7103;p66"/>
          <p:cNvGrpSpPr/>
          <p:nvPr/>
        </p:nvGrpSpPr>
        <p:grpSpPr>
          <a:xfrm>
            <a:off x="8535732" y="3192788"/>
            <a:ext cx="269657" cy="64226"/>
            <a:chOff x="3655625" y="914400"/>
            <a:chExt cx="2743200" cy="690600"/>
          </a:xfrm>
        </p:grpSpPr>
        <p:sp>
          <p:nvSpPr>
            <p:cNvPr id="7104" name="Google Shape;7104;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05" name="Google Shape;7105;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06" name="Google Shape;7106;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107" name="Google Shape;7107;p66"/>
          <p:cNvCxnSpPr>
            <a:stCxn id="7016" idx="0"/>
            <a:endCxn id="7104" idx="2"/>
          </p:cNvCxnSpPr>
          <p:nvPr/>
        </p:nvCxnSpPr>
        <p:spPr>
          <a:xfrm flipH="1" rot="10800000">
            <a:off x="7489394" y="3256512"/>
            <a:ext cx="1181100" cy="330000"/>
          </a:xfrm>
          <a:prstGeom prst="straightConnector1">
            <a:avLst/>
          </a:prstGeom>
          <a:noFill/>
          <a:ln cap="flat" cmpd="sng" w="9525">
            <a:solidFill>
              <a:schemeClr val="dk2"/>
            </a:solidFill>
            <a:prstDash val="solid"/>
            <a:round/>
            <a:headEnd len="med" w="med" type="none"/>
            <a:tailEnd len="med" w="med" type="none"/>
          </a:ln>
        </p:spPr>
      </p:cxnSp>
      <p:cxnSp>
        <p:nvCxnSpPr>
          <p:cNvPr id="7108" name="Google Shape;7108;p66"/>
          <p:cNvCxnSpPr>
            <a:stCxn id="7021" idx="0"/>
            <a:endCxn id="7104" idx="2"/>
          </p:cNvCxnSpPr>
          <p:nvPr/>
        </p:nvCxnSpPr>
        <p:spPr>
          <a:xfrm flipH="1" rot="10800000">
            <a:off x="7883116" y="3256512"/>
            <a:ext cx="787500" cy="330000"/>
          </a:xfrm>
          <a:prstGeom prst="straightConnector1">
            <a:avLst/>
          </a:prstGeom>
          <a:noFill/>
          <a:ln cap="flat" cmpd="sng" w="9525">
            <a:solidFill>
              <a:schemeClr val="dk2"/>
            </a:solidFill>
            <a:prstDash val="solid"/>
            <a:round/>
            <a:headEnd len="med" w="med" type="none"/>
            <a:tailEnd len="med" w="med" type="none"/>
          </a:ln>
        </p:spPr>
      </p:cxnSp>
      <p:cxnSp>
        <p:nvCxnSpPr>
          <p:cNvPr id="7109" name="Google Shape;7109;p66"/>
          <p:cNvCxnSpPr>
            <a:stCxn id="7026" idx="0"/>
            <a:endCxn id="7104" idx="2"/>
          </p:cNvCxnSpPr>
          <p:nvPr/>
        </p:nvCxnSpPr>
        <p:spPr>
          <a:xfrm flipH="1" rot="10800000">
            <a:off x="8276838" y="3256512"/>
            <a:ext cx="393600" cy="330000"/>
          </a:xfrm>
          <a:prstGeom prst="straightConnector1">
            <a:avLst/>
          </a:prstGeom>
          <a:noFill/>
          <a:ln cap="flat" cmpd="sng" w="9525">
            <a:solidFill>
              <a:schemeClr val="dk2"/>
            </a:solidFill>
            <a:prstDash val="solid"/>
            <a:round/>
            <a:headEnd len="med" w="med" type="none"/>
            <a:tailEnd len="med" w="med" type="none"/>
          </a:ln>
        </p:spPr>
      </p:cxnSp>
      <p:cxnSp>
        <p:nvCxnSpPr>
          <p:cNvPr id="7110" name="Google Shape;7110;p66"/>
          <p:cNvCxnSpPr>
            <a:stCxn id="7100" idx="0"/>
            <a:endCxn id="7104" idx="2"/>
          </p:cNvCxnSpPr>
          <p:nvPr/>
        </p:nvCxnSpPr>
        <p:spPr>
          <a:xfrm rot="10800000">
            <a:off x="8670560" y="3256512"/>
            <a:ext cx="0" cy="330000"/>
          </a:xfrm>
          <a:prstGeom prst="straightConnector1">
            <a:avLst/>
          </a:prstGeom>
          <a:noFill/>
          <a:ln cap="flat" cmpd="sng" w="9525">
            <a:solidFill>
              <a:schemeClr val="dk2"/>
            </a:solidFill>
            <a:prstDash val="solid"/>
            <a:round/>
            <a:headEnd len="med" w="med" type="none"/>
            <a:tailEnd len="med" w="med" type="none"/>
          </a:ln>
        </p:spPr>
      </p:cxnSp>
      <p:sp>
        <p:nvSpPr>
          <p:cNvPr id="7111" name="Google Shape;7111;p66"/>
          <p:cNvSpPr/>
          <p:nvPr/>
        </p:nvSpPr>
        <p:spPr>
          <a:xfrm>
            <a:off x="7309167" y="2366693"/>
            <a:ext cx="1563300" cy="3300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7112" name="Google Shape;7112;p66"/>
          <p:cNvGrpSpPr/>
          <p:nvPr/>
        </p:nvGrpSpPr>
        <p:grpSpPr>
          <a:xfrm>
            <a:off x="7357408" y="2592908"/>
            <a:ext cx="269657" cy="64226"/>
            <a:chOff x="3655625" y="914400"/>
            <a:chExt cx="2743200" cy="690600"/>
          </a:xfrm>
        </p:grpSpPr>
        <p:sp>
          <p:nvSpPr>
            <p:cNvPr id="7113" name="Google Shape;7113;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14" name="Google Shape;7114;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15" name="Google Shape;7115;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116" name="Google Shape;7116;p66"/>
          <p:cNvGrpSpPr/>
          <p:nvPr/>
        </p:nvGrpSpPr>
        <p:grpSpPr>
          <a:xfrm>
            <a:off x="7751130" y="2592908"/>
            <a:ext cx="269657" cy="64226"/>
            <a:chOff x="3655625" y="914400"/>
            <a:chExt cx="2743200" cy="690600"/>
          </a:xfrm>
        </p:grpSpPr>
        <p:sp>
          <p:nvSpPr>
            <p:cNvPr id="7117" name="Google Shape;7117;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18" name="Google Shape;7118;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19" name="Google Shape;7119;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120" name="Google Shape;7120;p66"/>
          <p:cNvGrpSpPr/>
          <p:nvPr/>
        </p:nvGrpSpPr>
        <p:grpSpPr>
          <a:xfrm>
            <a:off x="8144851" y="2592908"/>
            <a:ext cx="269657" cy="64226"/>
            <a:chOff x="3655625" y="914400"/>
            <a:chExt cx="2743200" cy="690600"/>
          </a:xfrm>
        </p:grpSpPr>
        <p:sp>
          <p:nvSpPr>
            <p:cNvPr id="7121" name="Google Shape;7121;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22" name="Google Shape;7122;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23" name="Google Shape;7123;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124" name="Google Shape;7124;p66"/>
          <p:cNvGrpSpPr/>
          <p:nvPr/>
        </p:nvGrpSpPr>
        <p:grpSpPr>
          <a:xfrm>
            <a:off x="7357408" y="2402202"/>
            <a:ext cx="269657" cy="64226"/>
            <a:chOff x="3655625" y="914400"/>
            <a:chExt cx="2743200" cy="690600"/>
          </a:xfrm>
        </p:grpSpPr>
        <p:sp>
          <p:nvSpPr>
            <p:cNvPr id="7125" name="Google Shape;7125;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26" name="Google Shape;7126;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27" name="Google Shape;7127;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128" name="Google Shape;7128;p66"/>
          <p:cNvGrpSpPr/>
          <p:nvPr/>
        </p:nvGrpSpPr>
        <p:grpSpPr>
          <a:xfrm>
            <a:off x="7751130" y="2402202"/>
            <a:ext cx="269657" cy="64226"/>
            <a:chOff x="3655625" y="914400"/>
            <a:chExt cx="2743200" cy="690600"/>
          </a:xfrm>
        </p:grpSpPr>
        <p:sp>
          <p:nvSpPr>
            <p:cNvPr id="7129" name="Google Shape;7129;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30" name="Google Shape;7130;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31" name="Google Shape;7131;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132" name="Google Shape;7132;p66"/>
          <p:cNvGrpSpPr/>
          <p:nvPr/>
        </p:nvGrpSpPr>
        <p:grpSpPr>
          <a:xfrm>
            <a:off x="8144851" y="2402202"/>
            <a:ext cx="269657" cy="64226"/>
            <a:chOff x="3655625" y="914400"/>
            <a:chExt cx="2743200" cy="690600"/>
          </a:xfrm>
        </p:grpSpPr>
        <p:sp>
          <p:nvSpPr>
            <p:cNvPr id="7133" name="Google Shape;7133;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34" name="Google Shape;7134;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35" name="Google Shape;7135;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136" name="Google Shape;7136;p66"/>
          <p:cNvCxnSpPr>
            <a:stCxn id="7113" idx="0"/>
            <a:endCxn id="7125" idx="2"/>
          </p:cNvCxnSpPr>
          <p:nvPr/>
        </p:nvCxnSpPr>
        <p:spPr>
          <a:xfrm rot="10800000">
            <a:off x="7492236" y="2466008"/>
            <a:ext cx="0" cy="126900"/>
          </a:xfrm>
          <a:prstGeom prst="straightConnector1">
            <a:avLst/>
          </a:prstGeom>
          <a:noFill/>
          <a:ln cap="flat" cmpd="sng" w="9525">
            <a:solidFill>
              <a:schemeClr val="dk2"/>
            </a:solidFill>
            <a:prstDash val="solid"/>
            <a:round/>
            <a:headEnd len="med" w="med" type="none"/>
            <a:tailEnd len="med" w="med" type="none"/>
          </a:ln>
        </p:spPr>
      </p:cxnSp>
      <p:cxnSp>
        <p:nvCxnSpPr>
          <p:cNvPr id="7137" name="Google Shape;7137;p66"/>
          <p:cNvCxnSpPr>
            <a:stCxn id="7121" idx="0"/>
            <a:endCxn id="7133" idx="2"/>
          </p:cNvCxnSpPr>
          <p:nvPr/>
        </p:nvCxnSpPr>
        <p:spPr>
          <a:xfrm rot="10800000">
            <a:off x="8279680" y="2466008"/>
            <a:ext cx="0" cy="126900"/>
          </a:xfrm>
          <a:prstGeom prst="straightConnector1">
            <a:avLst/>
          </a:prstGeom>
          <a:noFill/>
          <a:ln cap="flat" cmpd="sng" w="9525">
            <a:solidFill>
              <a:schemeClr val="dk2"/>
            </a:solidFill>
            <a:prstDash val="solid"/>
            <a:round/>
            <a:headEnd len="med" w="med" type="none"/>
            <a:tailEnd len="med" w="med" type="none"/>
          </a:ln>
        </p:spPr>
      </p:cxnSp>
      <p:cxnSp>
        <p:nvCxnSpPr>
          <p:cNvPr id="7138" name="Google Shape;7138;p66"/>
          <p:cNvCxnSpPr>
            <a:stCxn id="7117" idx="0"/>
            <a:endCxn id="7129" idx="2"/>
          </p:cNvCxnSpPr>
          <p:nvPr/>
        </p:nvCxnSpPr>
        <p:spPr>
          <a:xfrm rot="10800000">
            <a:off x="7885958" y="2466008"/>
            <a:ext cx="0" cy="126900"/>
          </a:xfrm>
          <a:prstGeom prst="straightConnector1">
            <a:avLst/>
          </a:prstGeom>
          <a:noFill/>
          <a:ln cap="flat" cmpd="sng" w="9525">
            <a:solidFill>
              <a:schemeClr val="dk2"/>
            </a:solidFill>
            <a:prstDash val="solid"/>
            <a:round/>
            <a:headEnd len="med" w="med" type="none"/>
            <a:tailEnd len="med" w="med" type="none"/>
          </a:ln>
        </p:spPr>
      </p:cxnSp>
      <p:grpSp>
        <p:nvGrpSpPr>
          <p:cNvPr id="7139" name="Google Shape;7139;p66"/>
          <p:cNvGrpSpPr/>
          <p:nvPr/>
        </p:nvGrpSpPr>
        <p:grpSpPr>
          <a:xfrm>
            <a:off x="8538573" y="2595391"/>
            <a:ext cx="269657" cy="64226"/>
            <a:chOff x="3655625" y="914400"/>
            <a:chExt cx="2743200" cy="690600"/>
          </a:xfrm>
        </p:grpSpPr>
        <p:sp>
          <p:nvSpPr>
            <p:cNvPr id="7140" name="Google Shape;7140;p66"/>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41" name="Google Shape;7141;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42" name="Google Shape;7142;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143" name="Google Shape;7143;p66"/>
          <p:cNvGrpSpPr/>
          <p:nvPr/>
        </p:nvGrpSpPr>
        <p:grpSpPr>
          <a:xfrm>
            <a:off x="8538573" y="2399133"/>
            <a:ext cx="269657" cy="64226"/>
            <a:chOff x="3655625" y="914400"/>
            <a:chExt cx="2743200" cy="690600"/>
          </a:xfrm>
        </p:grpSpPr>
        <p:sp>
          <p:nvSpPr>
            <p:cNvPr id="7144" name="Google Shape;7144;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45" name="Google Shape;7145;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46" name="Google Shape;7146;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147" name="Google Shape;7147;p66"/>
          <p:cNvCxnSpPr>
            <a:stCxn id="7140" idx="0"/>
            <a:endCxn id="7144" idx="2"/>
          </p:cNvCxnSpPr>
          <p:nvPr/>
        </p:nvCxnSpPr>
        <p:spPr>
          <a:xfrm rot="10800000">
            <a:off x="8673402" y="2462791"/>
            <a:ext cx="0" cy="132600"/>
          </a:xfrm>
          <a:prstGeom prst="straightConnector1">
            <a:avLst/>
          </a:prstGeom>
          <a:noFill/>
          <a:ln cap="flat" cmpd="sng" w="9525">
            <a:solidFill>
              <a:schemeClr val="dk2"/>
            </a:solidFill>
            <a:prstDash val="solid"/>
            <a:round/>
            <a:headEnd len="med" w="med" type="none"/>
            <a:tailEnd len="med" w="med" type="none"/>
          </a:ln>
        </p:spPr>
      </p:cxnSp>
      <p:sp>
        <p:nvSpPr>
          <p:cNvPr id="7148" name="Google Shape;7148;p66"/>
          <p:cNvSpPr txBox="1"/>
          <p:nvPr/>
        </p:nvSpPr>
        <p:spPr>
          <a:xfrm>
            <a:off x="7234785" y="4070343"/>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[BOS]</a:t>
            </a:r>
            <a:endParaRPr sz="900">
              <a:solidFill>
                <a:schemeClr val="dk2"/>
              </a:solidFill>
              <a:latin typeface="Roboto"/>
              <a:ea typeface="Roboto"/>
              <a:cs typeface="Roboto"/>
              <a:sym typeface="Roboto"/>
            </a:endParaRPr>
          </a:p>
        </p:txBody>
      </p:sp>
      <p:grpSp>
        <p:nvGrpSpPr>
          <p:cNvPr id="7149" name="Google Shape;7149;p66"/>
          <p:cNvGrpSpPr/>
          <p:nvPr/>
        </p:nvGrpSpPr>
        <p:grpSpPr>
          <a:xfrm>
            <a:off x="8535613" y="802210"/>
            <a:ext cx="269657" cy="64226"/>
            <a:chOff x="3655625" y="914400"/>
            <a:chExt cx="2743200" cy="690600"/>
          </a:xfrm>
        </p:grpSpPr>
        <p:sp>
          <p:nvSpPr>
            <p:cNvPr id="7150" name="Google Shape;7150;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51" name="Google Shape;7151;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52" name="Google Shape;7152;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153" name="Google Shape;7153;p66"/>
          <p:cNvSpPr txBox="1"/>
          <p:nvPr/>
        </p:nvSpPr>
        <p:spPr>
          <a:xfrm>
            <a:off x="8463170" y="518425"/>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[EOS]</a:t>
            </a:r>
            <a:endParaRPr sz="900">
              <a:solidFill>
                <a:schemeClr val="dk2"/>
              </a:solidFill>
              <a:latin typeface="Roboto"/>
              <a:ea typeface="Roboto"/>
              <a:cs typeface="Roboto"/>
              <a:sym typeface="Roboto"/>
            </a:endParaRPr>
          </a:p>
        </p:txBody>
      </p:sp>
      <p:grpSp>
        <p:nvGrpSpPr>
          <p:cNvPr id="7154" name="Google Shape;7154;p66"/>
          <p:cNvGrpSpPr/>
          <p:nvPr/>
        </p:nvGrpSpPr>
        <p:grpSpPr>
          <a:xfrm>
            <a:off x="8535624" y="1363332"/>
            <a:ext cx="269657" cy="64226"/>
            <a:chOff x="3655625" y="914400"/>
            <a:chExt cx="2743200" cy="690600"/>
          </a:xfrm>
        </p:grpSpPr>
        <p:sp>
          <p:nvSpPr>
            <p:cNvPr id="7155" name="Google Shape;7155;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56" name="Google Shape;7156;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57" name="Google Shape;7157;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158" name="Google Shape;7158;p66"/>
          <p:cNvSpPr/>
          <p:nvPr/>
        </p:nvSpPr>
        <p:spPr>
          <a:xfrm>
            <a:off x="7323807" y="2927376"/>
            <a:ext cx="1548600" cy="1650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7159" name="Google Shape;7159;p66"/>
          <p:cNvGrpSpPr/>
          <p:nvPr/>
        </p:nvGrpSpPr>
        <p:grpSpPr>
          <a:xfrm>
            <a:off x="7760064" y="2982399"/>
            <a:ext cx="269657" cy="64226"/>
            <a:chOff x="3655625" y="914400"/>
            <a:chExt cx="2743200" cy="690600"/>
          </a:xfrm>
        </p:grpSpPr>
        <p:sp>
          <p:nvSpPr>
            <p:cNvPr id="7160" name="Google Shape;7160;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61" name="Google Shape;7161;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62" name="Google Shape;7162;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163" name="Google Shape;7163;p66"/>
          <p:cNvGrpSpPr/>
          <p:nvPr/>
        </p:nvGrpSpPr>
        <p:grpSpPr>
          <a:xfrm>
            <a:off x="8153786" y="2982399"/>
            <a:ext cx="269657" cy="64226"/>
            <a:chOff x="3655625" y="914400"/>
            <a:chExt cx="2743200" cy="690600"/>
          </a:xfrm>
        </p:grpSpPr>
        <p:sp>
          <p:nvSpPr>
            <p:cNvPr id="7164" name="Google Shape;7164;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65" name="Google Shape;7165;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66" name="Google Shape;7166;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167" name="Google Shape;7167;p66"/>
          <p:cNvGrpSpPr/>
          <p:nvPr/>
        </p:nvGrpSpPr>
        <p:grpSpPr>
          <a:xfrm>
            <a:off x="8547508" y="2982399"/>
            <a:ext cx="269657" cy="64226"/>
            <a:chOff x="3655625" y="914400"/>
            <a:chExt cx="2743200" cy="690600"/>
          </a:xfrm>
        </p:grpSpPr>
        <p:sp>
          <p:nvSpPr>
            <p:cNvPr id="7168" name="Google Shape;7168;p66"/>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69" name="Google Shape;7169;p66"/>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70" name="Google Shape;7170;p66"/>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171" name="Google Shape;7171;p66"/>
          <p:cNvGrpSpPr/>
          <p:nvPr/>
        </p:nvGrpSpPr>
        <p:grpSpPr>
          <a:xfrm>
            <a:off x="7366724" y="2982507"/>
            <a:ext cx="269728" cy="64332"/>
            <a:chOff x="5335131" y="2757062"/>
            <a:chExt cx="313200" cy="74700"/>
          </a:xfrm>
        </p:grpSpPr>
        <p:sp>
          <p:nvSpPr>
            <p:cNvPr id="7172" name="Google Shape;7172;p66"/>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73" name="Google Shape;7173;p66"/>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7174" name="Google Shape;7174;p66"/>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cxnSp>
        <p:nvCxnSpPr>
          <p:cNvPr id="7175" name="Google Shape;7175;p66"/>
          <p:cNvCxnSpPr>
            <a:endCxn id="6956" idx="2"/>
          </p:cNvCxnSpPr>
          <p:nvPr/>
        </p:nvCxnSpPr>
        <p:spPr>
          <a:xfrm flipH="1" rot="10800000">
            <a:off x="6025469" y="4350225"/>
            <a:ext cx="367500" cy="390900"/>
          </a:xfrm>
          <a:prstGeom prst="straightConnector1">
            <a:avLst/>
          </a:prstGeom>
          <a:noFill/>
          <a:ln cap="flat" cmpd="sng" w="9525">
            <a:solidFill>
              <a:schemeClr val="dk2"/>
            </a:solidFill>
            <a:prstDash val="solid"/>
            <a:round/>
            <a:headEnd len="med" w="med" type="none"/>
            <a:tailEnd len="med" w="med" type="triangle"/>
          </a:ln>
        </p:spPr>
      </p:cxnSp>
      <p:sp>
        <p:nvSpPr>
          <p:cNvPr id="7176" name="Google Shape;7176;p66"/>
          <p:cNvSpPr txBox="1"/>
          <p:nvPr/>
        </p:nvSpPr>
        <p:spPr>
          <a:xfrm>
            <a:off x="5128125" y="4712475"/>
            <a:ext cx="15486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Source language</a:t>
            </a:r>
            <a:endParaRPr sz="1200">
              <a:solidFill>
                <a:schemeClr val="dk2"/>
              </a:solidFill>
              <a:latin typeface="Roboto"/>
              <a:ea typeface="Roboto"/>
              <a:cs typeface="Roboto"/>
              <a:sym typeface="Roboto"/>
            </a:endParaRPr>
          </a:p>
        </p:txBody>
      </p:sp>
      <p:cxnSp>
        <p:nvCxnSpPr>
          <p:cNvPr id="7177" name="Google Shape;7177;p66"/>
          <p:cNvCxnSpPr/>
          <p:nvPr/>
        </p:nvCxnSpPr>
        <p:spPr>
          <a:xfrm flipH="1" rot="10800000">
            <a:off x="7589407" y="4430700"/>
            <a:ext cx="480000" cy="279900"/>
          </a:xfrm>
          <a:prstGeom prst="straightConnector1">
            <a:avLst/>
          </a:prstGeom>
          <a:noFill/>
          <a:ln cap="flat" cmpd="sng" w="9525">
            <a:solidFill>
              <a:schemeClr val="dk2"/>
            </a:solidFill>
            <a:prstDash val="solid"/>
            <a:round/>
            <a:headEnd len="med" w="med" type="none"/>
            <a:tailEnd len="med" w="med" type="triangle"/>
          </a:ln>
        </p:spPr>
      </p:cxnSp>
      <p:sp>
        <p:nvSpPr>
          <p:cNvPr id="7178" name="Google Shape;7178;p66"/>
          <p:cNvSpPr txBox="1"/>
          <p:nvPr/>
        </p:nvSpPr>
        <p:spPr>
          <a:xfrm>
            <a:off x="6984100" y="4723250"/>
            <a:ext cx="15486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Target language</a:t>
            </a:r>
            <a:endParaRPr sz="1200">
              <a:solidFill>
                <a:schemeClr val="dk2"/>
              </a:solidFill>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2" name="Shape 7182"/>
        <p:cNvGrpSpPr/>
        <p:nvPr/>
      </p:nvGrpSpPr>
      <p:grpSpPr>
        <a:xfrm>
          <a:off x="0" y="0"/>
          <a:ext cx="0" cy="0"/>
          <a:chOff x="0" y="0"/>
          <a:chExt cx="0" cy="0"/>
        </a:xfrm>
      </p:grpSpPr>
      <p:sp>
        <p:nvSpPr>
          <p:cNvPr id="7183" name="Google Shape;7183;p67"/>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1: machine translation</a:t>
            </a:r>
            <a:endParaRPr/>
          </a:p>
        </p:txBody>
      </p:sp>
      <p:sp>
        <p:nvSpPr>
          <p:cNvPr id="7184" name="Google Shape;7184;p67"/>
          <p:cNvSpPr txBox="1"/>
          <p:nvPr>
            <p:ph idx="1" type="body"/>
          </p:nvPr>
        </p:nvSpPr>
        <p:spPr>
          <a:xfrm>
            <a:off x="311700" y="685925"/>
            <a:ext cx="5131500" cy="41943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t>When Transformer was introduced in 2017, translation was a popular and difficult task</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Input and target are in different languages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If the only goal is to learn translation, separate parameters make sense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Modern language models learn the world knowledge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Separate </a:t>
            </a:r>
            <a:r>
              <a:rPr lang="en"/>
              <a:t>parameters</a:t>
            </a:r>
            <a:r>
              <a:rPr lang="en"/>
              <a:t> for knowledge just expressed in different languages? 🤔</a:t>
            </a:r>
            <a:endParaRPr/>
          </a:p>
        </p:txBody>
      </p:sp>
      <p:sp>
        <p:nvSpPr>
          <p:cNvPr id="7185" name="Google Shape;7185;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186" name="Google Shape;7186;p67"/>
          <p:cNvSpPr/>
          <p:nvPr/>
        </p:nvSpPr>
        <p:spPr>
          <a:xfrm>
            <a:off x="7213342" y="910017"/>
            <a:ext cx="1790700" cy="32298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7187" name="Google Shape;7187;p67"/>
          <p:cNvSpPr/>
          <p:nvPr/>
        </p:nvSpPr>
        <p:spPr>
          <a:xfrm>
            <a:off x="5677225" y="1858544"/>
            <a:ext cx="1443300" cy="22815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7188" name="Google Shape;7188;p67"/>
          <p:cNvSpPr/>
          <p:nvPr/>
        </p:nvSpPr>
        <p:spPr>
          <a:xfrm>
            <a:off x="5760477" y="2657230"/>
            <a:ext cx="1260600" cy="12435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7189" name="Google Shape;7189;p67"/>
          <p:cNvSpPr/>
          <p:nvPr/>
        </p:nvSpPr>
        <p:spPr>
          <a:xfrm>
            <a:off x="5818218" y="2704112"/>
            <a:ext cx="1148400" cy="3468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7190" name="Google Shape;7190;p67"/>
          <p:cNvSpPr/>
          <p:nvPr/>
        </p:nvSpPr>
        <p:spPr>
          <a:xfrm>
            <a:off x="5835699" y="3099264"/>
            <a:ext cx="1148400" cy="5553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191" name="Google Shape;7191;p67"/>
          <p:cNvGrpSpPr/>
          <p:nvPr/>
        </p:nvGrpSpPr>
        <p:grpSpPr>
          <a:xfrm>
            <a:off x="5866458" y="3542201"/>
            <a:ext cx="269657" cy="64226"/>
            <a:chOff x="3655625" y="914400"/>
            <a:chExt cx="2743200" cy="690600"/>
          </a:xfrm>
        </p:grpSpPr>
        <p:sp>
          <p:nvSpPr>
            <p:cNvPr id="7192" name="Google Shape;7192;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93" name="Google Shape;7193;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94" name="Google Shape;7194;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195" name="Google Shape;7195;p67"/>
          <p:cNvSpPr txBox="1"/>
          <p:nvPr/>
        </p:nvSpPr>
        <p:spPr>
          <a:xfrm>
            <a:off x="5798777" y="4078725"/>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That</a:t>
            </a:r>
            <a:endParaRPr sz="900">
              <a:solidFill>
                <a:schemeClr val="dk2"/>
              </a:solidFill>
              <a:latin typeface="Roboto"/>
              <a:ea typeface="Roboto"/>
              <a:cs typeface="Roboto"/>
              <a:sym typeface="Roboto"/>
            </a:endParaRPr>
          </a:p>
        </p:txBody>
      </p:sp>
      <p:grpSp>
        <p:nvGrpSpPr>
          <p:cNvPr id="7196" name="Google Shape;7196;p67"/>
          <p:cNvGrpSpPr/>
          <p:nvPr/>
        </p:nvGrpSpPr>
        <p:grpSpPr>
          <a:xfrm>
            <a:off x="6260180" y="3542201"/>
            <a:ext cx="269657" cy="64226"/>
            <a:chOff x="3655625" y="914400"/>
            <a:chExt cx="2743200" cy="690600"/>
          </a:xfrm>
        </p:grpSpPr>
        <p:sp>
          <p:nvSpPr>
            <p:cNvPr id="7197" name="Google Shape;7197;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98" name="Google Shape;7198;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199" name="Google Shape;7199;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200" name="Google Shape;7200;p67"/>
          <p:cNvSpPr txBox="1"/>
          <p:nvPr/>
        </p:nvSpPr>
        <p:spPr>
          <a:xfrm>
            <a:off x="6258119" y="4078725"/>
            <a:ext cx="2697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is</a:t>
            </a:r>
            <a:endParaRPr sz="900">
              <a:solidFill>
                <a:schemeClr val="dk2"/>
              </a:solidFill>
              <a:latin typeface="Roboto"/>
              <a:ea typeface="Roboto"/>
              <a:cs typeface="Roboto"/>
              <a:sym typeface="Roboto"/>
            </a:endParaRPr>
          </a:p>
        </p:txBody>
      </p:sp>
      <p:grpSp>
        <p:nvGrpSpPr>
          <p:cNvPr id="7201" name="Google Shape;7201;p67"/>
          <p:cNvGrpSpPr/>
          <p:nvPr/>
        </p:nvGrpSpPr>
        <p:grpSpPr>
          <a:xfrm>
            <a:off x="6653902" y="3542201"/>
            <a:ext cx="269657" cy="64226"/>
            <a:chOff x="3655625" y="914400"/>
            <a:chExt cx="2743200" cy="690600"/>
          </a:xfrm>
        </p:grpSpPr>
        <p:sp>
          <p:nvSpPr>
            <p:cNvPr id="7202" name="Google Shape;7202;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03" name="Google Shape;7203;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04" name="Google Shape;7204;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205" name="Google Shape;7205;p67"/>
          <p:cNvSpPr txBox="1"/>
          <p:nvPr/>
        </p:nvSpPr>
        <p:spPr>
          <a:xfrm>
            <a:off x="6581571" y="4078725"/>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good</a:t>
            </a:r>
            <a:endParaRPr sz="900">
              <a:solidFill>
                <a:schemeClr val="dk2"/>
              </a:solidFill>
              <a:latin typeface="Roboto"/>
              <a:ea typeface="Roboto"/>
              <a:cs typeface="Roboto"/>
              <a:sym typeface="Roboto"/>
            </a:endParaRPr>
          </a:p>
        </p:txBody>
      </p:sp>
      <p:grpSp>
        <p:nvGrpSpPr>
          <p:cNvPr id="7206" name="Google Shape;7206;p67"/>
          <p:cNvGrpSpPr/>
          <p:nvPr/>
        </p:nvGrpSpPr>
        <p:grpSpPr>
          <a:xfrm>
            <a:off x="5866458" y="3148478"/>
            <a:ext cx="269657" cy="64226"/>
            <a:chOff x="3655625" y="914400"/>
            <a:chExt cx="2743200" cy="690600"/>
          </a:xfrm>
        </p:grpSpPr>
        <p:sp>
          <p:nvSpPr>
            <p:cNvPr id="7207" name="Google Shape;7207;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08" name="Google Shape;7208;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09" name="Google Shape;7209;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210" name="Google Shape;7210;p67"/>
          <p:cNvGrpSpPr/>
          <p:nvPr/>
        </p:nvGrpSpPr>
        <p:grpSpPr>
          <a:xfrm>
            <a:off x="6260180" y="3148478"/>
            <a:ext cx="269657" cy="64226"/>
            <a:chOff x="3655625" y="914400"/>
            <a:chExt cx="2743200" cy="690600"/>
          </a:xfrm>
        </p:grpSpPr>
        <p:sp>
          <p:nvSpPr>
            <p:cNvPr id="7211" name="Google Shape;7211;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12" name="Google Shape;7212;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13" name="Google Shape;7213;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214" name="Google Shape;7214;p67"/>
          <p:cNvGrpSpPr/>
          <p:nvPr/>
        </p:nvGrpSpPr>
        <p:grpSpPr>
          <a:xfrm>
            <a:off x="6653902" y="3148478"/>
            <a:ext cx="269657" cy="64226"/>
            <a:chOff x="3655625" y="914400"/>
            <a:chExt cx="2743200" cy="690600"/>
          </a:xfrm>
        </p:grpSpPr>
        <p:sp>
          <p:nvSpPr>
            <p:cNvPr id="7215" name="Google Shape;7215;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16" name="Google Shape;7216;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17" name="Google Shape;7217;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218" name="Google Shape;7218;p67"/>
          <p:cNvCxnSpPr>
            <a:stCxn id="7197" idx="0"/>
            <a:endCxn id="7207" idx="2"/>
          </p:cNvCxnSpPr>
          <p:nvPr/>
        </p:nvCxnSpPr>
        <p:spPr>
          <a:xfrm rot="10800000">
            <a:off x="6001408" y="3212201"/>
            <a:ext cx="393600" cy="330000"/>
          </a:xfrm>
          <a:prstGeom prst="straightConnector1">
            <a:avLst/>
          </a:prstGeom>
          <a:noFill/>
          <a:ln cap="flat" cmpd="sng" w="9525">
            <a:solidFill>
              <a:schemeClr val="dk2"/>
            </a:solidFill>
            <a:prstDash val="solid"/>
            <a:round/>
            <a:headEnd len="med" w="med" type="none"/>
            <a:tailEnd len="med" w="med" type="none"/>
          </a:ln>
        </p:spPr>
      </p:cxnSp>
      <p:cxnSp>
        <p:nvCxnSpPr>
          <p:cNvPr id="7219" name="Google Shape;7219;p67"/>
          <p:cNvCxnSpPr>
            <a:stCxn id="7202" idx="0"/>
          </p:cNvCxnSpPr>
          <p:nvPr/>
        </p:nvCxnSpPr>
        <p:spPr>
          <a:xfrm rot="10800000">
            <a:off x="6001230" y="3212201"/>
            <a:ext cx="787500" cy="330000"/>
          </a:xfrm>
          <a:prstGeom prst="straightConnector1">
            <a:avLst/>
          </a:prstGeom>
          <a:noFill/>
          <a:ln cap="flat" cmpd="sng" w="9525">
            <a:solidFill>
              <a:schemeClr val="dk2"/>
            </a:solidFill>
            <a:prstDash val="solid"/>
            <a:round/>
            <a:headEnd len="med" w="med" type="none"/>
            <a:tailEnd len="med" w="med" type="none"/>
          </a:ln>
        </p:spPr>
      </p:cxnSp>
      <p:cxnSp>
        <p:nvCxnSpPr>
          <p:cNvPr id="7220" name="Google Shape;7220;p67"/>
          <p:cNvCxnSpPr>
            <a:stCxn id="7192" idx="0"/>
          </p:cNvCxnSpPr>
          <p:nvPr/>
        </p:nvCxnSpPr>
        <p:spPr>
          <a:xfrm rot="10800000">
            <a:off x="6001287" y="3212201"/>
            <a:ext cx="0" cy="330000"/>
          </a:xfrm>
          <a:prstGeom prst="straightConnector1">
            <a:avLst/>
          </a:prstGeom>
          <a:noFill/>
          <a:ln cap="flat" cmpd="sng" w="9525">
            <a:solidFill>
              <a:schemeClr val="dk2"/>
            </a:solidFill>
            <a:prstDash val="solid"/>
            <a:round/>
            <a:headEnd len="med" w="med" type="none"/>
            <a:tailEnd len="med" w="med" type="none"/>
          </a:ln>
        </p:spPr>
      </p:cxnSp>
      <p:cxnSp>
        <p:nvCxnSpPr>
          <p:cNvPr id="7221" name="Google Shape;7221;p67"/>
          <p:cNvCxnSpPr>
            <a:stCxn id="7192" idx="0"/>
            <a:endCxn id="7211" idx="2"/>
          </p:cNvCxnSpPr>
          <p:nvPr/>
        </p:nvCxnSpPr>
        <p:spPr>
          <a:xfrm flipH="1" rot="10800000">
            <a:off x="6001287" y="3212201"/>
            <a:ext cx="393600" cy="330000"/>
          </a:xfrm>
          <a:prstGeom prst="straightConnector1">
            <a:avLst/>
          </a:prstGeom>
          <a:noFill/>
          <a:ln cap="flat" cmpd="sng" w="9525">
            <a:solidFill>
              <a:schemeClr val="dk2"/>
            </a:solidFill>
            <a:prstDash val="solid"/>
            <a:round/>
            <a:headEnd len="med" w="med" type="none"/>
            <a:tailEnd len="med" w="med" type="none"/>
          </a:ln>
        </p:spPr>
      </p:cxnSp>
      <p:cxnSp>
        <p:nvCxnSpPr>
          <p:cNvPr id="7222" name="Google Shape;7222;p67"/>
          <p:cNvCxnSpPr>
            <a:stCxn id="7192" idx="0"/>
            <a:endCxn id="7215" idx="2"/>
          </p:cNvCxnSpPr>
          <p:nvPr/>
        </p:nvCxnSpPr>
        <p:spPr>
          <a:xfrm flipH="1" rot="10800000">
            <a:off x="6001287" y="3212201"/>
            <a:ext cx="787500" cy="330000"/>
          </a:xfrm>
          <a:prstGeom prst="straightConnector1">
            <a:avLst/>
          </a:prstGeom>
          <a:noFill/>
          <a:ln cap="flat" cmpd="sng" w="9525">
            <a:solidFill>
              <a:schemeClr val="dk2"/>
            </a:solidFill>
            <a:prstDash val="solid"/>
            <a:round/>
            <a:headEnd len="med" w="med" type="none"/>
            <a:tailEnd len="med" w="med" type="none"/>
          </a:ln>
        </p:spPr>
      </p:cxnSp>
      <p:cxnSp>
        <p:nvCxnSpPr>
          <p:cNvPr id="7223" name="Google Shape;7223;p67"/>
          <p:cNvCxnSpPr>
            <a:stCxn id="7197" idx="0"/>
            <a:endCxn id="7211" idx="2"/>
          </p:cNvCxnSpPr>
          <p:nvPr/>
        </p:nvCxnSpPr>
        <p:spPr>
          <a:xfrm rot="10800000">
            <a:off x="6395008" y="3212201"/>
            <a:ext cx="0" cy="330000"/>
          </a:xfrm>
          <a:prstGeom prst="straightConnector1">
            <a:avLst/>
          </a:prstGeom>
          <a:noFill/>
          <a:ln cap="flat" cmpd="sng" w="9525">
            <a:solidFill>
              <a:schemeClr val="dk2"/>
            </a:solidFill>
            <a:prstDash val="solid"/>
            <a:round/>
            <a:headEnd len="med" w="med" type="none"/>
            <a:tailEnd len="med" w="med" type="none"/>
          </a:ln>
        </p:spPr>
      </p:cxnSp>
      <p:cxnSp>
        <p:nvCxnSpPr>
          <p:cNvPr id="7224" name="Google Shape;7224;p67"/>
          <p:cNvCxnSpPr>
            <a:stCxn id="7202" idx="0"/>
            <a:endCxn id="7215" idx="2"/>
          </p:cNvCxnSpPr>
          <p:nvPr/>
        </p:nvCxnSpPr>
        <p:spPr>
          <a:xfrm rot="10800000">
            <a:off x="6788730" y="3212201"/>
            <a:ext cx="0" cy="330000"/>
          </a:xfrm>
          <a:prstGeom prst="straightConnector1">
            <a:avLst/>
          </a:prstGeom>
          <a:noFill/>
          <a:ln cap="flat" cmpd="sng" w="9525">
            <a:solidFill>
              <a:schemeClr val="dk2"/>
            </a:solidFill>
            <a:prstDash val="solid"/>
            <a:round/>
            <a:headEnd len="med" w="med" type="none"/>
            <a:tailEnd len="med" w="med" type="none"/>
          </a:ln>
        </p:spPr>
      </p:cxnSp>
      <p:cxnSp>
        <p:nvCxnSpPr>
          <p:cNvPr id="7225" name="Google Shape;7225;p67"/>
          <p:cNvCxnSpPr>
            <a:stCxn id="7202" idx="0"/>
            <a:endCxn id="7211" idx="2"/>
          </p:cNvCxnSpPr>
          <p:nvPr/>
        </p:nvCxnSpPr>
        <p:spPr>
          <a:xfrm rot="10800000">
            <a:off x="6395130" y="3212201"/>
            <a:ext cx="393600" cy="330000"/>
          </a:xfrm>
          <a:prstGeom prst="straightConnector1">
            <a:avLst/>
          </a:prstGeom>
          <a:noFill/>
          <a:ln cap="flat" cmpd="sng" w="9525">
            <a:solidFill>
              <a:schemeClr val="dk2"/>
            </a:solidFill>
            <a:prstDash val="solid"/>
            <a:round/>
            <a:headEnd len="med" w="med" type="none"/>
            <a:tailEnd len="med" w="med" type="none"/>
          </a:ln>
        </p:spPr>
      </p:cxnSp>
      <p:cxnSp>
        <p:nvCxnSpPr>
          <p:cNvPr id="7226" name="Google Shape;7226;p67"/>
          <p:cNvCxnSpPr>
            <a:stCxn id="7197" idx="0"/>
            <a:endCxn id="7215" idx="2"/>
          </p:cNvCxnSpPr>
          <p:nvPr/>
        </p:nvCxnSpPr>
        <p:spPr>
          <a:xfrm flipH="1" rot="10800000">
            <a:off x="6395008" y="3212201"/>
            <a:ext cx="393600" cy="330000"/>
          </a:xfrm>
          <a:prstGeom prst="straightConnector1">
            <a:avLst/>
          </a:prstGeom>
          <a:noFill/>
          <a:ln cap="flat" cmpd="sng" w="9525">
            <a:solidFill>
              <a:schemeClr val="dk2"/>
            </a:solidFill>
            <a:prstDash val="solid"/>
            <a:round/>
            <a:headEnd len="med" w="med" type="none"/>
            <a:tailEnd len="med" w="med" type="none"/>
          </a:ln>
        </p:spPr>
      </p:cxnSp>
      <p:grpSp>
        <p:nvGrpSpPr>
          <p:cNvPr id="7227" name="Google Shape;7227;p67"/>
          <p:cNvGrpSpPr/>
          <p:nvPr/>
        </p:nvGrpSpPr>
        <p:grpSpPr>
          <a:xfrm>
            <a:off x="5866458" y="2937446"/>
            <a:ext cx="269657" cy="64226"/>
            <a:chOff x="3655625" y="914400"/>
            <a:chExt cx="2743200" cy="690600"/>
          </a:xfrm>
        </p:grpSpPr>
        <p:sp>
          <p:nvSpPr>
            <p:cNvPr id="7228" name="Google Shape;7228;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29" name="Google Shape;7229;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30" name="Google Shape;7230;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231" name="Google Shape;7231;p67"/>
          <p:cNvGrpSpPr/>
          <p:nvPr/>
        </p:nvGrpSpPr>
        <p:grpSpPr>
          <a:xfrm>
            <a:off x="6260180" y="2937446"/>
            <a:ext cx="269657" cy="64226"/>
            <a:chOff x="3655625" y="914400"/>
            <a:chExt cx="2743200" cy="690600"/>
          </a:xfrm>
        </p:grpSpPr>
        <p:sp>
          <p:nvSpPr>
            <p:cNvPr id="7232" name="Google Shape;7232;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33" name="Google Shape;7233;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34" name="Google Shape;7234;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235" name="Google Shape;7235;p67"/>
          <p:cNvGrpSpPr/>
          <p:nvPr/>
        </p:nvGrpSpPr>
        <p:grpSpPr>
          <a:xfrm>
            <a:off x="6653902" y="2937446"/>
            <a:ext cx="269657" cy="64226"/>
            <a:chOff x="3655625" y="914400"/>
            <a:chExt cx="2743200" cy="690600"/>
          </a:xfrm>
        </p:grpSpPr>
        <p:sp>
          <p:nvSpPr>
            <p:cNvPr id="7236" name="Google Shape;7236;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37" name="Google Shape;7237;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38" name="Google Shape;7238;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239" name="Google Shape;7239;p67"/>
          <p:cNvGrpSpPr/>
          <p:nvPr/>
        </p:nvGrpSpPr>
        <p:grpSpPr>
          <a:xfrm>
            <a:off x="5866458" y="2746740"/>
            <a:ext cx="269657" cy="64226"/>
            <a:chOff x="3655625" y="914400"/>
            <a:chExt cx="2743200" cy="690600"/>
          </a:xfrm>
        </p:grpSpPr>
        <p:sp>
          <p:nvSpPr>
            <p:cNvPr id="7240" name="Google Shape;7240;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41" name="Google Shape;7241;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42" name="Google Shape;7242;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243" name="Google Shape;7243;p67"/>
          <p:cNvGrpSpPr/>
          <p:nvPr/>
        </p:nvGrpSpPr>
        <p:grpSpPr>
          <a:xfrm>
            <a:off x="6260180" y="2746740"/>
            <a:ext cx="269657" cy="64226"/>
            <a:chOff x="3655625" y="914400"/>
            <a:chExt cx="2743200" cy="690600"/>
          </a:xfrm>
        </p:grpSpPr>
        <p:sp>
          <p:nvSpPr>
            <p:cNvPr id="7244" name="Google Shape;7244;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45" name="Google Shape;7245;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46" name="Google Shape;7246;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247" name="Google Shape;7247;p67"/>
          <p:cNvGrpSpPr/>
          <p:nvPr/>
        </p:nvGrpSpPr>
        <p:grpSpPr>
          <a:xfrm>
            <a:off x="6653902" y="2746740"/>
            <a:ext cx="269657" cy="64226"/>
            <a:chOff x="3655625" y="914400"/>
            <a:chExt cx="2743200" cy="690600"/>
          </a:xfrm>
        </p:grpSpPr>
        <p:sp>
          <p:nvSpPr>
            <p:cNvPr id="7248" name="Google Shape;7248;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49" name="Google Shape;7249;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50" name="Google Shape;7250;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251" name="Google Shape;7251;p67"/>
          <p:cNvCxnSpPr>
            <a:stCxn id="7228" idx="0"/>
            <a:endCxn id="7240" idx="2"/>
          </p:cNvCxnSpPr>
          <p:nvPr/>
        </p:nvCxnSpPr>
        <p:spPr>
          <a:xfrm rot="10800000">
            <a:off x="6001287" y="2810546"/>
            <a:ext cx="0" cy="126900"/>
          </a:xfrm>
          <a:prstGeom prst="straightConnector1">
            <a:avLst/>
          </a:prstGeom>
          <a:noFill/>
          <a:ln cap="flat" cmpd="sng" w="9525">
            <a:solidFill>
              <a:schemeClr val="dk2"/>
            </a:solidFill>
            <a:prstDash val="solid"/>
            <a:round/>
            <a:headEnd len="med" w="med" type="none"/>
            <a:tailEnd len="med" w="med" type="none"/>
          </a:ln>
        </p:spPr>
      </p:cxnSp>
      <p:cxnSp>
        <p:nvCxnSpPr>
          <p:cNvPr id="7252" name="Google Shape;7252;p67"/>
          <p:cNvCxnSpPr>
            <a:stCxn id="7236" idx="0"/>
            <a:endCxn id="7248" idx="2"/>
          </p:cNvCxnSpPr>
          <p:nvPr/>
        </p:nvCxnSpPr>
        <p:spPr>
          <a:xfrm rot="10800000">
            <a:off x="6788730" y="2810546"/>
            <a:ext cx="0" cy="126900"/>
          </a:xfrm>
          <a:prstGeom prst="straightConnector1">
            <a:avLst/>
          </a:prstGeom>
          <a:noFill/>
          <a:ln cap="flat" cmpd="sng" w="9525">
            <a:solidFill>
              <a:schemeClr val="dk2"/>
            </a:solidFill>
            <a:prstDash val="solid"/>
            <a:round/>
            <a:headEnd len="med" w="med" type="none"/>
            <a:tailEnd len="med" w="med" type="none"/>
          </a:ln>
        </p:spPr>
      </p:cxnSp>
      <p:cxnSp>
        <p:nvCxnSpPr>
          <p:cNvPr id="7253" name="Google Shape;7253;p67"/>
          <p:cNvCxnSpPr>
            <a:stCxn id="7232" idx="0"/>
            <a:endCxn id="7244" idx="2"/>
          </p:cNvCxnSpPr>
          <p:nvPr/>
        </p:nvCxnSpPr>
        <p:spPr>
          <a:xfrm rot="10800000">
            <a:off x="6395008" y="2810546"/>
            <a:ext cx="0" cy="126900"/>
          </a:xfrm>
          <a:prstGeom prst="straightConnector1">
            <a:avLst/>
          </a:prstGeom>
          <a:noFill/>
          <a:ln cap="flat" cmpd="sng" w="9525">
            <a:solidFill>
              <a:schemeClr val="dk2"/>
            </a:solidFill>
            <a:prstDash val="solid"/>
            <a:round/>
            <a:headEnd len="med" w="med" type="none"/>
            <a:tailEnd len="med" w="med" type="none"/>
          </a:ln>
        </p:spPr>
      </p:cxnSp>
      <p:sp>
        <p:nvSpPr>
          <p:cNvPr id="7254" name="Google Shape;7254;p67"/>
          <p:cNvSpPr/>
          <p:nvPr/>
        </p:nvSpPr>
        <p:spPr>
          <a:xfrm>
            <a:off x="5800779" y="1868921"/>
            <a:ext cx="1183200" cy="6363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7255" name="Google Shape;7255;p67"/>
          <p:cNvSpPr/>
          <p:nvPr/>
        </p:nvSpPr>
        <p:spPr>
          <a:xfrm>
            <a:off x="5889001" y="1901652"/>
            <a:ext cx="1006800" cy="1650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MLP</a:t>
            </a:r>
            <a:endParaRPr sz="1000">
              <a:latin typeface="Roboto"/>
              <a:ea typeface="Roboto"/>
              <a:cs typeface="Roboto"/>
              <a:sym typeface="Roboto"/>
            </a:endParaRPr>
          </a:p>
        </p:txBody>
      </p:sp>
      <p:sp>
        <p:nvSpPr>
          <p:cNvPr id="7256" name="Google Shape;7256;p67"/>
          <p:cNvSpPr/>
          <p:nvPr/>
        </p:nvSpPr>
        <p:spPr>
          <a:xfrm>
            <a:off x="5889001" y="2095009"/>
            <a:ext cx="1006800" cy="16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Self-attention</a:t>
            </a:r>
            <a:endParaRPr sz="1000">
              <a:latin typeface="Roboto"/>
              <a:ea typeface="Roboto"/>
              <a:cs typeface="Roboto"/>
              <a:sym typeface="Roboto"/>
            </a:endParaRPr>
          </a:p>
        </p:txBody>
      </p:sp>
      <p:sp>
        <p:nvSpPr>
          <p:cNvPr id="7257" name="Google Shape;7257;p67"/>
          <p:cNvSpPr/>
          <p:nvPr/>
        </p:nvSpPr>
        <p:spPr>
          <a:xfrm>
            <a:off x="7288887" y="2324929"/>
            <a:ext cx="1626000" cy="1592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7258" name="Google Shape;7258;p67"/>
          <p:cNvSpPr/>
          <p:nvPr/>
        </p:nvSpPr>
        <p:spPr>
          <a:xfrm>
            <a:off x="7323807" y="3143575"/>
            <a:ext cx="1548600" cy="5553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259" name="Google Shape;7259;p67"/>
          <p:cNvGrpSpPr/>
          <p:nvPr/>
        </p:nvGrpSpPr>
        <p:grpSpPr>
          <a:xfrm>
            <a:off x="7354566" y="3586512"/>
            <a:ext cx="269657" cy="64226"/>
            <a:chOff x="3655625" y="914400"/>
            <a:chExt cx="2743200" cy="690600"/>
          </a:xfrm>
        </p:grpSpPr>
        <p:sp>
          <p:nvSpPr>
            <p:cNvPr id="7260" name="Google Shape;7260;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61" name="Google Shape;7261;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62" name="Google Shape;7262;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263" name="Google Shape;7263;p67"/>
          <p:cNvSpPr txBox="1"/>
          <p:nvPr/>
        </p:nvSpPr>
        <p:spPr>
          <a:xfrm>
            <a:off x="7680607" y="4070343"/>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Das</a:t>
            </a:r>
            <a:endParaRPr sz="900">
              <a:solidFill>
                <a:schemeClr val="dk2"/>
              </a:solidFill>
              <a:latin typeface="Roboto"/>
              <a:ea typeface="Roboto"/>
              <a:cs typeface="Roboto"/>
              <a:sym typeface="Roboto"/>
            </a:endParaRPr>
          </a:p>
        </p:txBody>
      </p:sp>
      <p:grpSp>
        <p:nvGrpSpPr>
          <p:cNvPr id="7264" name="Google Shape;7264;p67"/>
          <p:cNvGrpSpPr/>
          <p:nvPr/>
        </p:nvGrpSpPr>
        <p:grpSpPr>
          <a:xfrm>
            <a:off x="7748288" y="3586512"/>
            <a:ext cx="269657" cy="64226"/>
            <a:chOff x="3655625" y="914400"/>
            <a:chExt cx="2743200" cy="690600"/>
          </a:xfrm>
        </p:grpSpPr>
        <p:sp>
          <p:nvSpPr>
            <p:cNvPr id="7265" name="Google Shape;7265;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66" name="Google Shape;7266;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67" name="Google Shape;7267;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268" name="Google Shape;7268;p67"/>
          <p:cNvSpPr txBox="1"/>
          <p:nvPr/>
        </p:nvSpPr>
        <p:spPr>
          <a:xfrm>
            <a:off x="8133426" y="4070343"/>
            <a:ext cx="3189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ist</a:t>
            </a:r>
            <a:endParaRPr sz="900">
              <a:solidFill>
                <a:schemeClr val="dk2"/>
              </a:solidFill>
              <a:latin typeface="Roboto"/>
              <a:ea typeface="Roboto"/>
              <a:cs typeface="Roboto"/>
              <a:sym typeface="Roboto"/>
            </a:endParaRPr>
          </a:p>
        </p:txBody>
      </p:sp>
      <p:grpSp>
        <p:nvGrpSpPr>
          <p:cNvPr id="7269" name="Google Shape;7269;p67"/>
          <p:cNvGrpSpPr/>
          <p:nvPr/>
        </p:nvGrpSpPr>
        <p:grpSpPr>
          <a:xfrm>
            <a:off x="8142010" y="3586512"/>
            <a:ext cx="269657" cy="64226"/>
            <a:chOff x="3655625" y="914400"/>
            <a:chExt cx="2743200" cy="690600"/>
          </a:xfrm>
        </p:grpSpPr>
        <p:sp>
          <p:nvSpPr>
            <p:cNvPr id="7270" name="Google Shape;7270;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71" name="Google Shape;7271;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72" name="Google Shape;7272;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273" name="Google Shape;7273;p67"/>
          <p:cNvSpPr txBox="1"/>
          <p:nvPr/>
        </p:nvSpPr>
        <p:spPr>
          <a:xfrm>
            <a:off x="8490742" y="4070343"/>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gut</a:t>
            </a:r>
            <a:endParaRPr sz="900">
              <a:solidFill>
                <a:schemeClr val="dk2"/>
              </a:solidFill>
              <a:latin typeface="Roboto"/>
              <a:ea typeface="Roboto"/>
              <a:cs typeface="Roboto"/>
              <a:sym typeface="Roboto"/>
            </a:endParaRPr>
          </a:p>
        </p:txBody>
      </p:sp>
      <p:grpSp>
        <p:nvGrpSpPr>
          <p:cNvPr id="7274" name="Google Shape;7274;p67"/>
          <p:cNvGrpSpPr/>
          <p:nvPr/>
        </p:nvGrpSpPr>
        <p:grpSpPr>
          <a:xfrm>
            <a:off x="7354566" y="3192788"/>
            <a:ext cx="269657" cy="64226"/>
            <a:chOff x="3655625" y="914400"/>
            <a:chExt cx="2743200" cy="690600"/>
          </a:xfrm>
        </p:grpSpPr>
        <p:sp>
          <p:nvSpPr>
            <p:cNvPr id="7275" name="Google Shape;7275;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76" name="Google Shape;7276;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77" name="Google Shape;7277;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278" name="Google Shape;7278;p67"/>
          <p:cNvGrpSpPr/>
          <p:nvPr/>
        </p:nvGrpSpPr>
        <p:grpSpPr>
          <a:xfrm>
            <a:off x="7748288" y="3192788"/>
            <a:ext cx="269657" cy="64226"/>
            <a:chOff x="3655625" y="914400"/>
            <a:chExt cx="2743200" cy="690600"/>
          </a:xfrm>
        </p:grpSpPr>
        <p:sp>
          <p:nvSpPr>
            <p:cNvPr id="7279" name="Google Shape;7279;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80" name="Google Shape;7280;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81" name="Google Shape;7281;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282" name="Google Shape;7282;p67"/>
          <p:cNvGrpSpPr/>
          <p:nvPr/>
        </p:nvGrpSpPr>
        <p:grpSpPr>
          <a:xfrm>
            <a:off x="8142010" y="3192788"/>
            <a:ext cx="269657" cy="64226"/>
            <a:chOff x="3655625" y="914400"/>
            <a:chExt cx="2743200" cy="690600"/>
          </a:xfrm>
        </p:grpSpPr>
        <p:sp>
          <p:nvSpPr>
            <p:cNvPr id="7283" name="Google Shape;7283;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84" name="Google Shape;7284;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285" name="Google Shape;7285;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286" name="Google Shape;7286;p67"/>
          <p:cNvCxnSpPr>
            <a:stCxn id="7260" idx="0"/>
          </p:cNvCxnSpPr>
          <p:nvPr/>
        </p:nvCxnSpPr>
        <p:spPr>
          <a:xfrm rot="10800000">
            <a:off x="7489394" y="3256512"/>
            <a:ext cx="0" cy="330000"/>
          </a:xfrm>
          <a:prstGeom prst="straightConnector1">
            <a:avLst/>
          </a:prstGeom>
          <a:noFill/>
          <a:ln cap="flat" cmpd="sng" w="9525">
            <a:solidFill>
              <a:schemeClr val="dk2"/>
            </a:solidFill>
            <a:prstDash val="solid"/>
            <a:round/>
            <a:headEnd len="med" w="med" type="none"/>
            <a:tailEnd len="med" w="med" type="none"/>
          </a:ln>
        </p:spPr>
      </p:cxnSp>
      <p:cxnSp>
        <p:nvCxnSpPr>
          <p:cNvPr id="7287" name="Google Shape;7287;p67"/>
          <p:cNvCxnSpPr>
            <a:stCxn id="7260" idx="0"/>
            <a:endCxn id="7279" idx="2"/>
          </p:cNvCxnSpPr>
          <p:nvPr/>
        </p:nvCxnSpPr>
        <p:spPr>
          <a:xfrm flipH="1" rot="10800000">
            <a:off x="7489394" y="3256512"/>
            <a:ext cx="393600" cy="330000"/>
          </a:xfrm>
          <a:prstGeom prst="straightConnector1">
            <a:avLst/>
          </a:prstGeom>
          <a:noFill/>
          <a:ln cap="flat" cmpd="sng" w="9525">
            <a:solidFill>
              <a:schemeClr val="dk2"/>
            </a:solidFill>
            <a:prstDash val="solid"/>
            <a:round/>
            <a:headEnd len="med" w="med" type="none"/>
            <a:tailEnd len="med" w="med" type="none"/>
          </a:ln>
        </p:spPr>
      </p:cxnSp>
      <p:cxnSp>
        <p:nvCxnSpPr>
          <p:cNvPr id="7288" name="Google Shape;7288;p67"/>
          <p:cNvCxnSpPr>
            <a:stCxn id="7260" idx="0"/>
            <a:endCxn id="7283" idx="2"/>
          </p:cNvCxnSpPr>
          <p:nvPr/>
        </p:nvCxnSpPr>
        <p:spPr>
          <a:xfrm flipH="1" rot="10800000">
            <a:off x="7489394" y="3256512"/>
            <a:ext cx="787500" cy="330000"/>
          </a:xfrm>
          <a:prstGeom prst="straightConnector1">
            <a:avLst/>
          </a:prstGeom>
          <a:noFill/>
          <a:ln cap="flat" cmpd="sng" w="9525">
            <a:solidFill>
              <a:schemeClr val="dk2"/>
            </a:solidFill>
            <a:prstDash val="solid"/>
            <a:round/>
            <a:headEnd len="med" w="med" type="none"/>
            <a:tailEnd len="med" w="med" type="none"/>
          </a:ln>
        </p:spPr>
      </p:cxnSp>
      <p:cxnSp>
        <p:nvCxnSpPr>
          <p:cNvPr id="7289" name="Google Shape;7289;p67"/>
          <p:cNvCxnSpPr>
            <a:stCxn id="7265" idx="0"/>
            <a:endCxn id="7279" idx="2"/>
          </p:cNvCxnSpPr>
          <p:nvPr/>
        </p:nvCxnSpPr>
        <p:spPr>
          <a:xfrm rot="10800000">
            <a:off x="7883116" y="3256512"/>
            <a:ext cx="0" cy="330000"/>
          </a:xfrm>
          <a:prstGeom prst="straightConnector1">
            <a:avLst/>
          </a:prstGeom>
          <a:noFill/>
          <a:ln cap="flat" cmpd="sng" w="9525">
            <a:solidFill>
              <a:schemeClr val="dk2"/>
            </a:solidFill>
            <a:prstDash val="solid"/>
            <a:round/>
            <a:headEnd len="med" w="med" type="none"/>
            <a:tailEnd len="med" w="med" type="none"/>
          </a:ln>
        </p:spPr>
      </p:cxnSp>
      <p:cxnSp>
        <p:nvCxnSpPr>
          <p:cNvPr id="7290" name="Google Shape;7290;p67"/>
          <p:cNvCxnSpPr>
            <a:stCxn id="7270" idx="0"/>
            <a:endCxn id="7283" idx="2"/>
          </p:cNvCxnSpPr>
          <p:nvPr/>
        </p:nvCxnSpPr>
        <p:spPr>
          <a:xfrm rot="10800000">
            <a:off x="8276838" y="3256512"/>
            <a:ext cx="0" cy="330000"/>
          </a:xfrm>
          <a:prstGeom prst="straightConnector1">
            <a:avLst/>
          </a:prstGeom>
          <a:noFill/>
          <a:ln cap="flat" cmpd="sng" w="9525">
            <a:solidFill>
              <a:schemeClr val="dk2"/>
            </a:solidFill>
            <a:prstDash val="solid"/>
            <a:round/>
            <a:headEnd len="med" w="med" type="none"/>
            <a:tailEnd len="med" w="med" type="none"/>
          </a:ln>
        </p:spPr>
      </p:cxnSp>
      <p:cxnSp>
        <p:nvCxnSpPr>
          <p:cNvPr id="7291" name="Google Shape;7291;p67"/>
          <p:cNvCxnSpPr>
            <a:stCxn id="7265" idx="0"/>
            <a:endCxn id="7283" idx="2"/>
          </p:cNvCxnSpPr>
          <p:nvPr/>
        </p:nvCxnSpPr>
        <p:spPr>
          <a:xfrm flipH="1" rot="10800000">
            <a:off x="7883116" y="3256512"/>
            <a:ext cx="393600" cy="330000"/>
          </a:xfrm>
          <a:prstGeom prst="straightConnector1">
            <a:avLst/>
          </a:prstGeom>
          <a:noFill/>
          <a:ln cap="flat" cmpd="sng" w="9525">
            <a:solidFill>
              <a:schemeClr val="dk2"/>
            </a:solidFill>
            <a:prstDash val="solid"/>
            <a:round/>
            <a:headEnd len="med" w="med" type="none"/>
            <a:tailEnd len="med" w="med" type="none"/>
          </a:ln>
        </p:spPr>
      </p:cxnSp>
      <p:grpSp>
        <p:nvGrpSpPr>
          <p:cNvPr id="7292" name="Google Shape;7292;p67"/>
          <p:cNvGrpSpPr/>
          <p:nvPr/>
        </p:nvGrpSpPr>
        <p:grpSpPr>
          <a:xfrm rot="-5400000">
            <a:off x="8071197" y="2185999"/>
            <a:ext cx="94545" cy="22649"/>
            <a:chOff x="4885225" y="945750"/>
            <a:chExt cx="311926" cy="74700"/>
          </a:xfrm>
        </p:grpSpPr>
        <p:sp>
          <p:nvSpPr>
            <p:cNvPr id="7293" name="Google Shape;7293;p67"/>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94" name="Google Shape;7294;p67"/>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95" name="Google Shape;7295;p67"/>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296" name="Google Shape;7296;p67"/>
          <p:cNvSpPr/>
          <p:nvPr/>
        </p:nvSpPr>
        <p:spPr>
          <a:xfrm>
            <a:off x="7288782" y="964012"/>
            <a:ext cx="1626000" cy="10950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7297" name="Google Shape;7297;p67"/>
          <p:cNvSpPr/>
          <p:nvPr/>
        </p:nvSpPr>
        <p:spPr>
          <a:xfrm>
            <a:off x="7323785" y="1217571"/>
            <a:ext cx="1548600" cy="4005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cross attention</a:t>
            </a:r>
            <a:endParaRPr sz="1000">
              <a:latin typeface="Roboto"/>
              <a:ea typeface="Roboto"/>
              <a:cs typeface="Roboto"/>
              <a:sym typeface="Roboto"/>
            </a:endParaRPr>
          </a:p>
        </p:txBody>
      </p:sp>
      <p:sp>
        <p:nvSpPr>
          <p:cNvPr id="7298" name="Google Shape;7298;p67"/>
          <p:cNvSpPr/>
          <p:nvPr/>
        </p:nvSpPr>
        <p:spPr>
          <a:xfrm>
            <a:off x="7335906" y="1015175"/>
            <a:ext cx="1488600" cy="1650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MLP</a:t>
            </a:r>
            <a:endParaRPr sz="1000">
              <a:latin typeface="Roboto"/>
              <a:ea typeface="Roboto"/>
              <a:cs typeface="Roboto"/>
              <a:sym typeface="Roboto"/>
            </a:endParaRPr>
          </a:p>
        </p:txBody>
      </p:sp>
      <p:sp>
        <p:nvSpPr>
          <p:cNvPr id="7299" name="Google Shape;7299;p67"/>
          <p:cNvSpPr/>
          <p:nvPr/>
        </p:nvSpPr>
        <p:spPr>
          <a:xfrm>
            <a:off x="7323785" y="1664443"/>
            <a:ext cx="1548600" cy="16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Self-attention</a:t>
            </a:r>
            <a:endParaRPr sz="1000">
              <a:latin typeface="Roboto"/>
              <a:ea typeface="Roboto"/>
              <a:cs typeface="Roboto"/>
              <a:sym typeface="Roboto"/>
            </a:endParaRPr>
          </a:p>
        </p:txBody>
      </p:sp>
      <p:grpSp>
        <p:nvGrpSpPr>
          <p:cNvPr id="7300" name="Google Shape;7300;p67"/>
          <p:cNvGrpSpPr/>
          <p:nvPr/>
        </p:nvGrpSpPr>
        <p:grpSpPr>
          <a:xfrm>
            <a:off x="7354458" y="1369363"/>
            <a:ext cx="269657" cy="64226"/>
            <a:chOff x="3655625" y="914400"/>
            <a:chExt cx="2743200" cy="690600"/>
          </a:xfrm>
        </p:grpSpPr>
        <p:sp>
          <p:nvSpPr>
            <p:cNvPr id="7301" name="Google Shape;7301;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02" name="Google Shape;7302;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03" name="Google Shape;7303;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04" name="Google Shape;7304;p67"/>
          <p:cNvGrpSpPr/>
          <p:nvPr/>
        </p:nvGrpSpPr>
        <p:grpSpPr>
          <a:xfrm>
            <a:off x="7748180" y="1363332"/>
            <a:ext cx="269657" cy="64226"/>
            <a:chOff x="3655625" y="914400"/>
            <a:chExt cx="2743200" cy="690600"/>
          </a:xfrm>
        </p:grpSpPr>
        <p:sp>
          <p:nvSpPr>
            <p:cNvPr id="7305" name="Google Shape;7305;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06" name="Google Shape;7306;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07" name="Google Shape;7307;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08" name="Google Shape;7308;p67"/>
          <p:cNvGrpSpPr/>
          <p:nvPr/>
        </p:nvGrpSpPr>
        <p:grpSpPr>
          <a:xfrm>
            <a:off x="8141902" y="1363332"/>
            <a:ext cx="269657" cy="64226"/>
            <a:chOff x="3655625" y="914400"/>
            <a:chExt cx="2743200" cy="690600"/>
          </a:xfrm>
        </p:grpSpPr>
        <p:sp>
          <p:nvSpPr>
            <p:cNvPr id="7309" name="Google Shape;7309;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10" name="Google Shape;7310;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11" name="Google Shape;7311;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12" name="Google Shape;7312;p67"/>
          <p:cNvGrpSpPr/>
          <p:nvPr/>
        </p:nvGrpSpPr>
        <p:grpSpPr>
          <a:xfrm>
            <a:off x="5881109" y="1781247"/>
            <a:ext cx="269657" cy="64226"/>
            <a:chOff x="3655625" y="914400"/>
            <a:chExt cx="2743200" cy="690600"/>
          </a:xfrm>
        </p:grpSpPr>
        <p:sp>
          <p:nvSpPr>
            <p:cNvPr id="7313" name="Google Shape;7313;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14" name="Google Shape;7314;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15" name="Google Shape;7315;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16" name="Google Shape;7316;p67"/>
          <p:cNvGrpSpPr/>
          <p:nvPr/>
        </p:nvGrpSpPr>
        <p:grpSpPr>
          <a:xfrm>
            <a:off x="6274831" y="1781247"/>
            <a:ext cx="269657" cy="64226"/>
            <a:chOff x="3655625" y="914400"/>
            <a:chExt cx="2743200" cy="690600"/>
          </a:xfrm>
        </p:grpSpPr>
        <p:sp>
          <p:nvSpPr>
            <p:cNvPr id="7317" name="Google Shape;7317;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18" name="Google Shape;7318;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19" name="Google Shape;7319;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20" name="Google Shape;7320;p67"/>
          <p:cNvGrpSpPr/>
          <p:nvPr/>
        </p:nvGrpSpPr>
        <p:grpSpPr>
          <a:xfrm>
            <a:off x="6668552" y="1781247"/>
            <a:ext cx="269657" cy="64226"/>
            <a:chOff x="3655625" y="914400"/>
            <a:chExt cx="2743200" cy="690600"/>
          </a:xfrm>
        </p:grpSpPr>
        <p:sp>
          <p:nvSpPr>
            <p:cNvPr id="7321" name="Google Shape;7321;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22" name="Google Shape;7322;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23" name="Google Shape;7323;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24" name="Google Shape;7324;p67"/>
          <p:cNvGrpSpPr/>
          <p:nvPr/>
        </p:nvGrpSpPr>
        <p:grpSpPr>
          <a:xfrm rot="-5400000">
            <a:off x="6350391" y="2567601"/>
            <a:ext cx="94545" cy="22649"/>
            <a:chOff x="4885225" y="945750"/>
            <a:chExt cx="311926" cy="74700"/>
          </a:xfrm>
        </p:grpSpPr>
        <p:sp>
          <p:nvSpPr>
            <p:cNvPr id="7325" name="Google Shape;7325;p67"/>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26" name="Google Shape;7326;p67"/>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27" name="Google Shape;7327;p67"/>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7328" name="Google Shape;7328;p67"/>
          <p:cNvGrpSpPr/>
          <p:nvPr/>
        </p:nvGrpSpPr>
        <p:grpSpPr>
          <a:xfrm>
            <a:off x="7357408" y="802210"/>
            <a:ext cx="269657" cy="64226"/>
            <a:chOff x="3655625" y="914400"/>
            <a:chExt cx="2743200" cy="690600"/>
          </a:xfrm>
        </p:grpSpPr>
        <p:sp>
          <p:nvSpPr>
            <p:cNvPr id="7329" name="Google Shape;7329;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30" name="Google Shape;7330;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31" name="Google Shape;7331;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32" name="Google Shape;7332;p67"/>
          <p:cNvGrpSpPr/>
          <p:nvPr/>
        </p:nvGrpSpPr>
        <p:grpSpPr>
          <a:xfrm>
            <a:off x="7751130" y="802210"/>
            <a:ext cx="269657" cy="64226"/>
            <a:chOff x="3655625" y="914400"/>
            <a:chExt cx="2743200" cy="690600"/>
          </a:xfrm>
        </p:grpSpPr>
        <p:sp>
          <p:nvSpPr>
            <p:cNvPr id="7333" name="Google Shape;7333;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34" name="Google Shape;7334;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35" name="Google Shape;7335;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36" name="Google Shape;7336;p67"/>
          <p:cNvGrpSpPr/>
          <p:nvPr/>
        </p:nvGrpSpPr>
        <p:grpSpPr>
          <a:xfrm>
            <a:off x="8144851" y="802210"/>
            <a:ext cx="269657" cy="64226"/>
            <a:chOff x="3655625" y="914400"/>
            <a:chExt cx="2743200" cy="690600"/>
          </a:xfrm>
        </p:grpSpPr>
        <p:sp>
          <p:nvSpPr>
            <p:cNvPr id="7337" name="Google Shape;7337;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38" name="Google Shape;7338;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39" name="Google Shape;7339;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340" name="Google Shape;7340;p67"/>
          <p:cNvSpPr txBox="1"/>
          <p:nvPr/>
        </p:nvSpPr>
        <p:spPr>
          <a:xfrm>
            <a:off x="7286885" y="518425"/>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Das</a:t>
            </a:r>
            <a:endParaRPr sz="900">
              <a:solidFill>
                <a:schemeClr val="dk2"/>
              </a:solidFill>
              <a:latin typeface="Roboto"/>
              <a:ea typeface="Roboto"/>
              <a:cs typeface="Roboto"/>
              <a:sym typeface="Roboto"/>
            </a:endParaRPr>
          </a:p>
        </p:txBody>
      </p:sp>
      <p:sp>
        <p:nvSpPr>
          <p:cNvPr id="7341" name="Google Shape;7341;p67"/>
          <p:cNvSpPr txBox="1"/>
          <p:nvPr/>
        </p:nvSpPr>
        <p:spPr>
          <a:xfrm>
            <a:off x="7739704" y="518425"/>
            <a:ext cx="3189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ist</a:t>
            </a:r>
            <a:endParaRPr sz="900">
              <a:solidFill>
                <a:schemeClr val="dk2"/>
              </a:solidFill>
              <a:latin typeface="Roboto"/>
              <a:ea typeface="Roboto"/>
              <a:cs typeface="Roboto"/>
              <a:sym typeface="Roboto"/>
            </a:endParaRPr>
          </a:p>
        </p:txBody>
      </p:sp>
      <p:sp>
        <p:nvSpPr>
          <p:cNvPr id="7342" name="Google Shape;7342;p67"/>
          <p:cNvSpPr txBox="1"/>
          <p:nvPr/>
        </p:nvSpPr>
        <p:spPr>
          <a:xfrm>
            <a:off x="8097020" y="518425"/>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gut</a:t>
            </a:r>
            <a:endParaRPr sz="900">
              <a:solidFill>
                <a:schemeClr val="dk2"/>
              </a:solidFill>
              <a:latin typeface="Roboto"/>
              <a:ea typeface="Roboto"/>
              <a:cs typeface="Roboto"/>
              <a:sym typeface="Roboto"/>
            </a:endParaRPr>
          </a:p>
        </p:txBody>
      </p:sp>
      <p:grpSp>
        <p:nvGrpSpPr>
          <p:cNvPr id="7343" name="Google Shape;7343;p67"/>
          <p:cNvGrpSpPr/>
          <p:nvPr/>
        </p:nvGrpSpPr>
        <p:grpSpPr>
          <a:xfrm>
            <a:off x="8535732" y="3586512"/>
            <a:ext cx="269657" cy="64226"/>
            <a:chOff x="3655625" y="914400"/>
            <a:chExt cx="2743200" cy="690600"/>
          </a:xfrm>
        </p:grpSpPr>
        <p:sp>
          <p:nvSpPr>
            <p:cNvPr id="7344" name="Google Shape;7344;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45" name="Google Shape;7345;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46" name="Google Shape;7346;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47" name="Google Shape;7347;p67"/>
          <p:cNvGrpSpPr/>
          <p:nvPr/>
        </p:nvGrpSpPr>
        <p:grpSpPr>
          <a:xfrm>
            <a:off x="8535732" y="3192788"/>
            <a:ext cx="269657" cy="64226"/>
            <a:chOff x="3655625" y="914400"/>
            <a:chExt cx="2743200" cy="690600"/>
          </a:xfrm>
        </p:grpSpPr>
        <p:sp>
          <p:nvSpPr>
            <p:cNvPr id="7348" name="Google Shape;7348;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49" name="Google Shape;7349;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50" name="Google Shape;7350;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351" name="Google Shape;7351;p67"/>
          <p:cNvCxnSpPr>
            <a:stCxn id="7260" idx="0"/>
            <a:endCxn id="7348" idx="2"/>
          </p:cNvCxnSpPr>
          <p:nvPr/>
        </p:nvCxnSpPr>
        <p:spPr>
          <a:xfrm flipH="1" rot="10800000">
            <a:off x="7489394" y="3256512"/>
            <a:ext cx="1181100" cy="330000"/>
          </a:xfrm>
          <a:prstGeom prst="straightConnector1">
            <a:avLst/>
          </a:prstGeom>
          <a:noFill/>
          <a:ln cap="flat" cmpd="sng" w="9525">
            <a:solidFill>
              <a:schemeClr val="dk2"/>
            </a:solidFill>
            <a:prstDash val="solid"/>
            <a:round/>
            <a:headEnd len="med" w="med" type="none"/>
            <a:tailEnd len="med" w="med" type="none"/>
          </a:ln>
        </p:spPr>
      </p:cxnSp>
      <p:cxnSp>
        <p:nvCxnSpPr>
          <p:cNvPr id="7352" name="Google Shape;7352;p67"/>
          <p:cNvCxnSpPr>
            <a:stCxn id="7265" idx="0"/>
            <a:endCxn id="7348" idx="2"/>
          </p:cNvCxnSpPr>
          <p:nvPr/>
        </p:nvCxnSpPr>
        <p:spPr>
          <a:xfrm flipH="1" rot="10800000">
            <a:off x="7883116" y="3256512"/>
            <a:ext cx="787500" cy="330000"/>
          </a:xfrm>
          <a:prstGeom prst="straightConnector1">
            <a:avLst/>
          </a:prstGeom>
          <a:noFill/>
          <a:ln cap="flat" cmpd="sng" w="9525">
            <a:solidFill>
              <a:schemeClr val="dk2"/>
            </a:solidFill>
            <a:prstDash val="solid"/>
            <a:round/>
            <a:headEnd len="med" w="med" type="none"/>
            <a:tailEnd len="med" w="med" type="none"/>
          </a:ln>
        </p:spPr>
      </p:cxnSp>
      <p:cxnSp>
        <p:nvCxnSpPr>
          <p:cNvPr id="7353" name="Google Shape;7353;p67"/>
          <p:cNvCxnSpPr>
            <a:stCxn id="7270" idx="0"/>
            <a:endCxn id="7348" idx="2"/>
          </p:cNvCxnSpPr>
          <p:nvPr/>
        </p:nvCxnSpPr>
        <p:spPr>
          <a:xfrm flipH="1" rot="10800000">
            <a:off x="8276838" y="3256512"/>
            <a:ext cx="393600" cy="330000"/>
          </a:xfrm>
          <a:prstGeom prst="straightConnector1">
            <a:avLst/>
          </a:prstGeom>
          <a:noFill/>
          <a:ln cap="flat" cmpd="sng" w="9525">
            <a:solidFill>
              <a:schemeClr val="dk2"/>
            </a:solidFill>
            <a:prstDash val="solid"/>
            <a:round/>
            <a:headEnd len="med" w="med" type="none"/>
            <a:tailEnd len="med" w="med" type="none"/>
          </a:ln>
        </p:spPr>
      </p:cxnSp>
      <p:cxnSp>
        <p:nvCxnSpPr>
          <p:cNvPr id="7354" name="Google Shape;7354;p67"/>
          <p:cNvCxnSpPr>
            <a:stCxn id="7344" idx="0"/>
            <a:endCxn id="7348" idx="2"/>
          </p:cNvCxnSpPr>
          <p:nvPr/>
        </p:nvCxnSpPr>
        <p:spPr>
          <a:xfrm rot="10800000">
            <a:off x="8670560" y="3256512"/>
            <a:ext cx="0" cy="330000"/>
          </a:xfrm>
          <a:prstGeom prst="straightConnector1">
            <a:avLst/>
          </a:prstGeom>
          <a:noFill/>
          <a:ln cap="flat" cmpd="sng" w="9525">
            <a:solidFill>
              <a:schemeClr val="dk2"/>
            </a:solidFill>
            <a:prstDash val="solid"/>
            <a:round/>
            <a:headEnd len="med" w="med" type="none"/>
            <a:tailEnd len="med" w="med" type="none"/>
          </a:ln>
        </p:spPr>
      </p:cxnSp>
      <p:sp>
        <p:nvSpPr>
          <p:cNvPr id="7355" name="Google Shape;7355;p67"/>
          <p:cNvSpPr/>
          <p:nvPr/>
        </p:nvSpPr>
        <p:spPr>
          <a:xfrm>
            <a:off x="7309167" y="2366693"/>
            <a:ext cx="1563300" cy="3300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7356" name="Google Shape;7356;p67"/>
          <p:cNvGrpSpPr/>
          <p:nvPr/>
        </p:nvGrpSpPr>
        <p:grpSpPr>
          <a:xfrm>
            <a:off x="7357408" y="2592908"/>
            <a:ext cx="269657" cy="64226"/>
            <a:chOff x="3655625" y="914400"/>
            <a:chExt cx="2743200" cy="690600"/>
          </a:xfrm>
        </p:grpSpPr>
        <p:sp>
          <p:nvSpPr>
            <p:cNvPr id="7357" name="Google Shape;7357;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58" name="Google Shape;7358;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59" name="Google Shape;7359;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60" name="Google Shape;7360;p67"/>
          <p:cNvGrpSpPr/>
          <p:nvPr/>
        </p:nvGrpSpPr>
        <p:grpSpPr>
          <a:xfrm>
            <a:off x="7751130" y="2592908"/>
            <a:ext cx="269657" cy="64226"/>
            <a:chOff x="3655625" y="914400"/>
            <a:chExt cx="2743200" cy="690600"/>
          </a:xfrm>
        </p:grpSpPr>
        <p:sp>
          <p:nvSpPr>
            <p:cNvPr id="7361" name="Google Shape;7361;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62" name="Google Shape;7362;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63" name="Google Shape;7363;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64" name="Google Shape;7364;p67"/>
          <p:cNvGrpSpPr/>
          <p:nvPr/>
        </p:nvGrpSpPr>
        <p:grpSpPr>
          <a:xfrm>
            <a:off x="8144851" y="2592908"/>
            <a:ext cx="269657" cy="64226"/>
            <a:chOff x="3655625" y="914400"/>
            <a:chExt cx="2743200" cy="690600"/>
          </a:xfrm>
        </p:grpSpPr>
        <p:sp>
          <p:nvSpPr>
            <p:cNvPr id="7365" name="Google Shape;7365;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66" name="Google Shape;7366;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67" name="Google Shape;7367;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68" name="Google Shape;7368;p67"/>
          <p:cNvGrpSpPr/>
          <p:nvPr/>
        </p:nvGrpSpPr>
        <p:grpSpPr>
          <a:xfrm>
            <a:off x="7357408" y="2402202"/>
            <a:ext cx="269657" cy="64226"/>
            <a:chOff x="3655625" y="914400"/>
            <a:chExt cx="2743200" cy="690600"/>
          </a:xfrm>
        </p:grpSpPr>
        <p:sp>
          <p:nvSpPr>
            <p:cNvPr id="7369" name="Google Shape;7369;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70" name="Google Shape;7370;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71" name="Google Shape;7371;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72" name="Google Shape;7372;p67"/>
          <p:cNvGrpSpPr/>
          <p:nvPr/>
        </p:nvGrpSpPr>
        <p:grpSpPr>
          <a:xfrm>
            <a:off x="7751130" y="2402202"/>
            <a:ext cx="269657" cy="64226"/>
            <a:chOff x="3655625" y="914400"/>
            <a:chExt cx="2743200" cy="690600"/>
          </a:xfrm>
        </p:grpSpPr>
        <p:sp>
          <p:nvSpPr>
            <p:cNvPr id="7373" name="Google Shape;7373;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74" name="Google Shape;7374;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75" name="Google Shape;7375;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76" name="Google Shape;7376;p67"/>
          <p:cNvGrpSpPr/>
          <p:nvPr/>
        </p:nvGrpSpPr>
        <p:grpSpPr>
          <a:xfrm>
            <a:off x="8144851" y="2402202"/>
            <a:ext cx="269657" cy="64226"/>
            <a:chOff x="3655625" y="914400"/>
            <a:chExt cx="2743200" cy="690600"/>
          </a:xfrm>
        </p:grpSpPr>
        <p:sp>
          <p:nvSpPr>
            <p:cNvPr id="7377" name="Google Shape;7377;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78" name="Google Shape;7378;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79" name="Google Shape;7379;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380" name="Google Shape;7380;p67"/>
          <p:cNvCxnSpPr>
            <a:stCxn id="7357" idx="0"/>
            <a:endCxn id="7369" idx="2"/>
          </p:cNvCxnSpPr>
          <p:nvPr/>
        </p:nvCxnSpPr>
        <p:spPr>
          <a:xfrm rot="10800000">
            <a:off x="7492236" y="2466008"/>
            <a:ext cx="0" cy="126900"/>
          </a:xfrm>
          <a:prstGeom prst="straightConnector1">
            <a:avLst/>
          </a:prstGeom>
          <a:noFill/>
          <a:ln cap="flat" cmpd="sng" w="9525">
            <a:solidFill>
              <a:schemeClr val="dk2"/>
            </a:solidFill>
            <a:prstDash val="solid"/>
            <a:round/>
            <a:headEnd len="med" w="med" type="none"/>
            <a:tailEnd len="med" w="med" type="none"/>
          </a:ln>
        </p:spPr>
      </p:cxnSp>
      <p:cxnSp>
        <p:nvCxnSpPr>
          <p:cNvPr id="7381" name="Google Shape;7381;p67"/>
          <p:cNvCxnSpPr>
            <a:stCxn id="7365" idx="0"/>
            <a:endCxn id="7377" idx="2"/>
          </p:cNvCxnSpPr>
          <p:nvPr/>
        </p:nvCxnSpPr>
        <p:spPr>
          <a:xfrm rot="10800000">
            <a:off x="8279680" y="2466008"/>
            <a:ext cx="0" cy="126900"/>
          </a:xfrm>
          <a:prstGeom prst="straightConnector1">
            <a:avLst/>
          </a:prstGeom>
          <a:noFill/>
          <a:ln cap="flat" cmpd="sng" w="9525">
            <a:solidFill>
              <a:schemeClr val="dk2"/>
            </a:solidFill>
            <a:prstDash val="solid"/>
            <a:round/>
            <a:headEnd len="med" w="med" type="none"/>
            <a:tailEnd len="med" w="med" type="none"/>
          </a:ln>
        </p:spPr>
      </p:cxnSp>
      <p:cxnSp>
        <p:nvCxnSpPr>
          <p:cNvPr id="7382" name="Google Shape;7382;p67"/>
          <p:cNvCxnSpPr>
            <a:stCxn id="7361" idx="0"/>
            <a:endCxn id="7373" idx="2"/>
          </p:cNvCxnSpPr>
          <p:nvPr/>
        </p:nvCxnSpPr>
        <p:spPr>
          <a:xfrm rot="10800000">
            <a:off x="7885958" y="2466008"/>
            <a:ext cx="0" cy="126900"/>
          </a:xfrm>
          <a:prstGeom prst="straightConnector1">
            <a:avLst/>
          </a:prstGeom>
          <a:noFill/>
          <a:ln cap="flat" cmpd="sng" w="9525">
            <a:solidFill>
              <a:schemeClr val="dk2"/>
            </a:solidFill>
            <a:prstDash val="solid"/>
            <a:round/>
            <a:headEnd len="med" w="med" type="none"/>
            <a:tailEnd len="med" w="med" type="none"/>
          </a:ln>
        </p:spPr>
      </p:cxnSp>
      <p:grpSp>
        <p:nvGrpSpPr>
          <p:cNvPr id="7383" name="Google Shape;7383;p67"/>
          <p:cNvGrpSpPr/>
          <p:nvPr/>
        </p:nvGrpSpPr>
        <p:grpSpPr>
          <a:xfrm>
            <a:off x="8538573" y="2595391"/>
            <a:ext cx="269657" cy="64226"/>
            <a:chOff x="3655625" y="914400"/>
            <a:chExt cx="2743200" cy="690600"/>
          </a:xfrm>
        </p:grpSpPr>
        <p:sp>
          <p:nvSpPr>
            <p:cNvPr id="7384" name="Google Shape;7384;p6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85" name="Google Shape;7385;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86" name="Google Shape;7386;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387" name="Google Shape;7387;p67"/>
          <p:cNvGrpSpPr/>
          <p:nvPr/>
        </p:nvGrpSpPr>
        <p:grpSpPr>
          <a:xfrm>
            <a:off x="8538573" y="2399133"/>
            <a:ext cx="269657" cy="64226"/>
            <a:chOff x="3655625" y="914400"/>
            <a:chExt cx="2743200" cy="690600"/>
          </a:xfrm>
        </p:grpSpPr>
        <p:sp>
          <p:nvSpPr>
            <p:cNvPr id="7388" name="Google Shape;7388;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89" name="Google Shape;7389;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90" name="Google Shape;7390;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391" name="Google Shape;7391;p67"/>
          <p:cNvCxnSpPr>
            <a:stCxn id="7384" idx="0"/>
            <a:endCxn id="7388" idx="2"/>
          </p:cNvCxnSpPr>
          <p:nvPr/>
        </p:nvCxnSpPr>
        <p:spPr>
          <a:xfrm rot="10800000">
            <a:off x="8673402" y="2462791"/>
            <a:ext cx="0" cy="132600"/>
          </a:xfrm>
          <a:prstGeom prst="straightConnector1">
            <a:avLst/>
          </a:prstGeom>
          <a:noFill/>
          <a:ln cap="flat" cmpd="sng" w="9525">
            <a:solidFill>
              <a:schemeClr val="dk2"/>
            </a:solidFill>
            <a:prstDash val="solid"/>
            <a:round/>
            <a:headEnd len="med" w="med" type="none"/>
            <a:tailEnd len="med" w="med" type="none"/>
          </a:ln>
        </p:spPr>
      </p:cxnSp>
      <p:sp>
        <p:nvSpPr>
          <p:cNvPr id="7392" name="Google Shape;7392;p67"/>
          <p:cNvSpPr txBox="1"/>
          <p:nvPr/>
        </p:nvSpPr>
        <p:spPr>
          <a:xfrm>
            <a:off x="7234785" y="4070343"/>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[BOS]</a:t>
            </a:r>
            <a:endParaRPr sz="900">
              <a:solidFill>
                <a:schemeClr val="dk2"/>
              </a:solidFill>
              <a:latin typeface="Roboto"/>
              <a:ea typeface="Roboto"/>
              <a:cs typeface="Roboto"/>
              <a:sym typeface="Roboto"/>
            </a:endParaRPr>
          </a:p>
        </p:txBody>
      </p:sp>
      <p:grpSp>
        <p:nvGrpSpPr>
          <p:cNvPr id="7393" name="Google Shape;7393;p67"/>
          <p:cNvGrpSpPr/>
          <p:nvPr/>
        </p:nvGrpSpPr>
        <p:grpSpPr>
          <a:xfrm>
            <a:off x="8535613" y="802210"/>
            <a:ext cx="269657" cy="64226"/>
            <a:chOff x="3655625" y="914400"/>
            <a:chExt cx="2743200" cy="690600"/>
          </a:xfrm>
        </p:grpSpPr>
        <p:sp>
          <p:nvSpPr>
            <p:cNvPr id="7394" name="Google Shape;7394;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95" name="Google Shape;7395;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396" name="Google Shape;7396;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397" name="Google Shape;7397;p67"/>
          <p:cNvSpPr txBox="1"/>
          <p:nvPr/>
        </p:nvSpPr>
        <p:spPr>
          <a:xfrm>
            <a:off x="8463170" y="518425"/>
            <a:ext cx="4923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Roboto"/>
                <a:ea typeface="Roboto"/>
                <a:cs typeface="Roboto"/>
                <a:sym typeface="Roboto"/>
              </a:rPr>
              <a:t>[EOS]</a:t>
            </a:r>
            <a:endParaRPr sz="900">
              <a:solidFill>
                <a:schemeClr val="dk2"/>
              </a:solidFill>
              <a:latin typeface="Roboto"/>
              <a:ea typeface="Roboto"/>
              <a:cs typeface="Roboto"/>
              <a:sym typeface="Roboto"/>
            </a:endParaRPr>
          </a:p>
        </p:txBody>
      </p:sp>
      <p:grpSp>
        <p:nvGrpSpPr>
          <p:cNvPr id="7398" name="Google Shape;7398;p67"/>
          <p:cNvGrpSpPr/>
          <p:nvPr/>
        </p:nvGrpSpPr>
        <p:grpSpPr>
          <a:xfrm>
            <a:off x="8535624" y="1363332"/>
            <a:ext cx="269657" cy="64226"/>
            <a:chOff x="3655625" y="914400"/>
            <a:chExt cx="2743200" cy="690600"/>
          </a:xfrm>
        </p:grpSpPr>
        <p:sp>
          <p:nvSpPr>
            <p:cNvPr id="7399" name="Google Shape;7399;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00" name="Google Shape;7400;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401" name="Google Shape;7401;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402" name="Google Shape;7402;p67"/>
          <p:cNvSpPr/>
          <p:nvPr/>
        </p:nvSpPr>
        <p:spPr>
          <a:xfrm>
            <a:off x="7323807" y="2927376"/>
            <a:ext cx="1548600" cy="1650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7403" name="Google Shape;7403;p67"/>
          <p:cNvGrpSpPr/>
          <p:nvPr/>
        </p:nvGrpSpPr>
        <p:grpSpPr>
          <a:xfrm>
            <a:off x="7760064" y="2982399"/>
            <a:ext cx="269657" cy="64226"/>
            <a:chOff x="3655625" y="914400"/>
            <a:chExt cx="2743200" cy="690600"/>
          </a:xfrm>
        </p:grpSpPr>
        <p:sp>
          <p:nvSpPr>
            <p:cNvPr id="7404" name="Google Shape;7404;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05" name="Google Shape;7405;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406" name="Google Shape;7406;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407" name="Google Shape;7407;p67"/>
          <p:cNvGrpSpPr/>
          <p:nvPr/>
        </p:nvGrpSpPr>
        <p:grpSpPr>
          <a:xfrm>
            <a:off x="8153786" y="2982399"/>
            <a:ext cx="269657" cy="64226"/>
            <a:chOff x="3655625" y="914400"/>
            <a:chExt cx="2743200" cy="690600"/>
          </a:xfrm>
        </p:grpSpPr>
        <p:sp>
          <p:nvSpPr>
            <p:cNvPr id="7408" name="Google Shape;7408;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09" name="Google Shape;7409;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410" name="Google Shape;7410;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411" name="Google Shape;7411;p67"/>
          <p:cNvGrpSpPr/>
          <p:nvPr/>
        </p:nvGrpSpPr>
        <p:grpSpPr>
          <a:xfrm>
            <a:off x="8547508" y="2982399"/>
            <a:ext cx="269657" cy="64226"/>
            <a:chOff x="3655625" y="914400"/>
            <a:chExt cx="2743200" cy="690600"/>
          </a:xfrm>
        </p:grpSpPr>
        <p:sp>
          <p:nvSpPr>
            <p:cNvPr id="7412" name="Google Shape;7412;p6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13" name="Google Shape;7413;p6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414" name="Google Shape;7414;p6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415" name="Google Shape;7415;p67"/>
          <p:cNvGrpSpPr/>
          <p:nvPr/>
        </p:nvGrpSpPr>
        <p:grpSpPr>
          <a:xfrm>
            <a:off x="7366724" y="2982507"/>
            <a:ext cx="269728" cy="64332"/>
            <a:chOff x="5335131" y="2757062"/>
            <a:chExt cx="313200" cy="74700"/>
          </a:xfrm>
        </p:grpSpPr>
        <p:sp>
          <p:nvSpPr>
            <p:cNvPr id="7416" name="Google Shape;7416;p67"/>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17" name="Google Shape;7417;p67"/>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7418" name="Google Shape;7418;p67"/>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cxnSp>
        <p:nvCxnSpPr>
          <p:cNvPr id="7419" name="Google Shape;7419;p67"/>
          <p:cNvCxnSpPr>
            <a:endCxn id="7200" idx="2"/>
          </p:cNvCxnSpPr>
          <p:nvPr/>
        </p:nvCxnSpPr>
        <p:spPr>
          <a:xfrm flipH="1" rot="10800000">
            <a:off x="6025469" y="4350225"/>
            <a:ext cx="367500" cy="390900"/>
          </a:xfrm>
          <a:prstGeom prst="straightConnector1">
            <a:avLst/>
          </a:prstGeom>
          <a:noFill/>
          <a:ln cap="flat" cmpd="sng" w="9525">
            <a:solidFill>
              <a:schemeClr val="dk2"/>
            </a:solidFill>
            <a:prstDash val="solid"/>
            <a:round/>
            <a:headEnd len="med" w="med" type="none"/>
            <a:tailEnd len="med" w="med" type="triangle"/>
          </a:ln>
        </p:spPr>
      </p:cxnSp>
      <p:sp>
        <p:nvSpPr>
          <p:cNvPr id="7420" name="Google Shape;7420;p67"/>
          <p:cNvSpPr txBox="1"/>
          <p:nvPr/>
        </p:nvSpPr>
        <p:spPr>
          <a:xfrm>
            <a:off x="5128125" y="4712475"/>
            <a:ext cx="15486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Source</a:t>
            </a:r>
            <a:r>
              <a:rPr lang="en" sz="1200">
                <a:solidFill>
                  <a:schemeClr val="dk2"/>
                </a:solidFill>
                <a:latin typeface="Roboto"/>
                <a:ea typeface="Roboto"/>
                <a:cs typeface="Roboto"/>
                <a:sym typeface="Roboto"/>
              </a:rPr>
              <a:t> language</a:t>
            </a:r>
            <a:endParaRPr sz="1200">
              <a:solidFill>
                <a:schemeClr val="dk2"/>
              </a:solidFill>
              <a:latin typeface="Roboto"/>
              <a:ea typeface="Roboto"/>
              <a:cs typeface="Roboto"/>
              <a:sym typeface="Roboto"/>
            </a:endParaRPr>
          </a:p>
        </p:txBody>
      </p:sp>
      <p:cxnSp>
        <p:nvCxnSpPr>
          <p:cNvPr id="7421" name="Google Shape;7421;p67"/>
          <p:cNvCxnSpPr/>
          <p:nvPr/>
        </p:nvCxnSpPr>
        <p:spPr>
          <a:xfrm flipH="1" rot="10800000">
            <a:off x="7589407" y="4430700"/>
            <a:ext cx="480000" cy="279900"/>
          </a:xfrm>
          <a:prstGeom prst="straightConnector1">
            <a:avLst/>
          </a:prstGeom>
          <a:noFill/>
          <a:ln cap="flat" cmpd="sng" w="9525">
            <a:solidFill>
              <a:schemeClr val="dk2"/>
            </a:solidFill>
            <a:prstDash val="solid"/>
            <a:round/>
            <a:headEnd len="med" w="med" type="none"/>
            <a:tailEnd len="med" w="med" type="triangle"/>
          </a:ln>
        </p:spPr>
      </p:cxnSp>
      <p:sp>
        <p:nvSpPr>
          <p:cNvPr id="7422" name="Google Shape;7422;p67"/>
          <p:cNvSpPr txBox="1"/>
          <p:nvPr/>
        </p:nvSpPr>
        <p:spPr>
          <a:xfrm>
            <a:off x="6984100" y="4723250"/>
            <a:ext cx="1548600" cy="2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Target</a:t>
            </a:r>
            <a:r>
              <a:rPr lang="en" sz="1200">
                <a:solidFill>
                  <a:schemeClr val="dk2"/>
                </a:solidFill>
                <a:latin typeface="Roboto"/>
                <a:ea typeface="Roboto"/>
                <a:cs typeface="Roboto"/>
                <a:sym typeface="Roboto"/>
              </a:rPr>
              <a:t> language</a:t>
            </a:r>
            <a:endParaRPr sz="1200">
              <a:solidFill>
                <a:schemeClr val="dk2"/>
              </a:solidFill>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6" name="Shape 7426"/>
        <p:cNvGrpSpPr/>
        <p:nvPr/>
      </p:nvGrpSpPr>
      <p:grpSpPr>
        <a:xfrm>
          <a:off x="0" y="0"/>
          <a:ext cx="0" cy="0"/>
          <a:chOff x="0" y="0"/>
          <a:chExt cx="0" cy="0"/>
        </a:xfrm>
      </p:grpSpPr>
      <p:sp>
        <p:nvSpPr>
          <p:cNvPr id="7427" name="Google Shape;7427;p68"/>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2: instruction finetuning with academic datasets</a:t>
            </a:r>
            <a:endParaRPr/>
          </a:p>
        </p:txBody>
      </p:sp>
      <p:sp>
        <p:nvSpPr>
          <p:cNvPr id="7428" name="Google Shape;7428;p68"/>
          <p:cNvSpPr txBox="1"/>
          <p:nvPr/>
        </p:nvSpPr>
        <p:spPr>
          <a:xfrm>
            <a:off x="3387150" y="4634875"/>
            <a:ext cx="5403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i="1" lang="en" sz="1000" u="sng">
                <a:solidFill>
                  <a:srgbClr val="1155CC"/>
                </a:solidFill>
                <a:latin typeface="Roboto"/>
                <a:ea typeface="Roboto"/>
                <a:cs typeface="Roboto"/>
                <a:sym typeface="Roboto"/>
                <a:hlinkClick r:id="rId3">
                  <a:extLst>
                    <a:ext uri="{A12FA001-AC4F-418D-AE19-62706E023703}">
                      <ahyp:hlinkClr val="tx"/>
                    </a:ext>
                  </a:extLst>
                </a:hlinkClick>
              </a:rPr>
              <a:t>Scaling Instruction-Finetuned Language Models</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Hyung Won Chung, Le Hou, Shayne Longpre, Barret Zoph, Yi Tay, William Fedus et al. (2022)</a:t>
            </a:r>
            <a:endParaRPr i="1" sz="1000">
              <a:latin typeface="Roboto"/>
              <a:ea typeface="Roboto"/>
              <a:cs typeface="Roboto"/>
              <a:sym typeface="Roboto"/>
            </a:endParaRPr>
          </a:p>
        </p:txBody>
      </p:sp>
      <p:sp>
        <p:nvSpPr>
          <p:cNvPr id="7429" name="Google Shape;7429;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430" name="Google Shape;7430;p68"/>
          <p:cNvPicPr preferRelativeResize="0"/>
          <p:nvPr/>
        </p:nvPicPr>
        <p:blipFill>
          <a:blip r:embed="rId4">
            <a:alphaModFix/>
          </a:blip>
          <a:stretch>
            <a:fillRect/>
          </a:stretch>
        </p:blipFill>
        <p:spPr>
          <a:xfrm>
            <a:off x="1458750" y="950650"/>
            <a:ext cx="6045675" cy="30835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4" name="Shape 7434"/>
        <p:cNvGrpSpPr/>
        <p:nvPr/>
      </p:nvGrpSpPr>
      <p:grpSpPr>
        <a:xfrm>
          <a:off x="0" y="0"/>
          <a:ext cx="0" cy="0"/>
          <a:chOff x="0" y="0"/>
          <a:chExt cx="0" cy="0"/>
        </a:xfrm>
      </p:grpSpPr>
      <p:sp>
        <p:nvSpPr>
          <p:cNvPr id="7435" name="Google Shape;7435;p69"/>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2: instruction finetuning with academic datasets</a:t>
            </a:r>
            <a:endParaRPr/>
          </a:p>
        </p:txBody>
      </p:sp>
      <p:sp>
        <p:nvSpPr>
          <p:cNvPr id="7436" name="Google Shape;7436;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437" name="Google Shape;7437;p69"/>
          <p:cNvPicPr preferRelativeResize="0"/>
          <p:nvPr/>
        </p:nvPicPr>
        <p:blipFill>
          <a:blip r:embed="rId3">
            <a:alphaModFix/>
          </a:blip>
          <a:stretch>
            <a:fillRect/>
          </a:stretch>
        </p:blipFill>
        <p:spPr>
          <a:xfrm>
            <a:off x="2922925" y="669002"/>
            <a:ext cx="2683228" cy="4311625"/>
          </a:xfrm>
          <a:prstGeom prst="rect">
            <a:avLst/>
          </a:prstGeom>
          <a:noFill/>
          <a:ln>
            <a:noFill/>
          </a:ln>
        </p:spPr>
      </p:pic>
      <p:sp>
        <p:nvSpPr>
          <p:cNvPr id="7438" name="Google Shape;7438;p69"/>
          <p:cNvSpPr/>
          <p:nvPr/>
        </p:nvSpPr>
        <p:spPr>
          <a:xfrm>
            <a:off x="2991350" y="1016725"/>
            <a:ext cx="2546400" cy="1914900"/>
          </a:xfrm>
          <a:prstGeom prst="rect">
            <a:avLst/>
          </a:prstGeom>
          <a:no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439" name="Google Shape;7439;p69"/>
          <p:cNvSpPr/>
          <p:nvPr/>
        </p:nvSpPr>
        <p:spPr>
          <a:xfrm>
            <a:off x="2991350" y="2997225"/>
            <a:ext cx="2546400" cy="1914900"/>
          </a:xfrm>
          <a:prstGeom prst="rect">
            <a:avLst/>
          </a:prstGeom>
          <a:no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440" name="Google Shape;7440;p69"/>
          <p:cNvSpPr txBox="1"/>
          <p:nvPr/>
        </p:nvSpPr>
        <p:spPr>
          <a:xfrm>
            <a:off x="881725" y="1662025"/>
            <a:ext cx="2041200" cy="52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CC0000"/>
                </a:solidFill>
                <a:latin typeface="Roboto"/>
                <a:ea typeface="Roboto"/>
                <a:cs typeface="Roboto"/>
                <a:sym typeface="Roboto"/>
              </a:rPr>
              <a:t>Encoder-decoder</a:t>
            </a:r>
            <a:endParaRPr sz="1800">
              <a:solidFill>
                <a:srgbClr val="CC0000"/>
              </a:solidFill>
              <a:latin typeface="Roboto"/>
              <a:ea typeface="Roboto"/>
              <a:cs typeface="Roboto"/>
              <a:sym typeface="Roboto"/>
            </a:endParaRPr>
          </a:p>
        </p:txBody>
      </p:sp>
      <p:sp>
        <p:nvSpPr>
          <p:cNvPr id="7441" name="Google Shape;7441;p69"/>
          <p:cNvSpPr txBox="1"/>
          <p:nvPr/>
        </p:nvSpPr>
        <p:spPr>
          <a:xfrm>
            <a:off x="1186525" y="3692175"/>
            <a:ext cx="1736400" cy="52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8761D"/>
                </a:solidFill>
                <a:latin typeface="Roboto"/>
                <a:ea typeface="Roboto"/>
                <a:cs typeface="Roboto"/>
                <a:sym typeface="Roboto"/>
              </a:rPr>
              <a:t>Decoder-only</a:t>
            </a:r>
            <a:endParaRPr sz="1800">
              <a:solidFill>
                <a:srgbClr val="38761D"/>
              </a:solidFill>
              <a:latin typeface="Roboto"/>
              <a:ea typeface="Roboto"/>
              <a:cs typeface="Roboto"/>
              <a:sym typeface="Roboto"/>
            </a:endParaRPr>
          </a:p>
        </p:txBody>
      </p:sp>
      <p:sp>
        <p:nvSpPr>
          <p:cNvPr id="7442" name="Google Shape;7442;p69"/>
          <p:cNvSpPr txBox="1"/>
          <p:nvPr/>
        </p:nvSpPr>
        <p:spPr>
          <a:xfrm>
            <a:off x="5724725" y="1574550"/>
            <a:ext cx="3158700" cy="84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Encoder-decoder models had much bigger gain!</a:t>
            </a:r>
            <a:endParaRPr sz="1800">
              <a:solidFill>
                <a:schemeClr val="dk2"/>
              </a:solidFill>
              <a:latin typeface="Roboto"/>
              <a:ea typeface="Roboto"/>
              <a:cs typeface="Roboto"/>
              <a:sym typeface="Robo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6" name="Shape 7446"/>
        <p:cNvGrpSpPr/>
        <p:nvPr/>
      </p:nvGrpSpPr>
      <p:grpSpPr>
        <a:xfrm>
          <a:off x="0" y="0"/>
          <a:ext cx="0" cy="0"/>
          <a:chOff x="0" y="0"/>
          <a:chExt cx="0" cy="0"/>
        </a:xfrm>
      </p:grpSpPr>
      <p:sp>
        <p:nvSpPr>
          <p:cNvPr id="7447" name="Google Shape;7447;p70"/>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2: instruction finetuning with academic datasets</a:t>
            </a:r>
            <a:endParaRPr/>
          </a:p>
        </p:txBody>
      </p:sp>
      <p:pic>
        <p:nvPicPr>
          <p:cNvPr id="7448" name="Google Shape;7448;p70"/>
          <p:cNvPicPr preferRelativeResize="0"/>
          <p:nvPr/>
        </p:nvPicPr>
        <p:blipFill>
          <a:blip r:embed="rId3">
            <a:alphaModFix/>
          </a:blip>
          <a:stretch>
            <a:fillRect/>
          </a:stretch>
        </p:blipFill>
        <p:spPr>
          <a:xfrm>
            <a:off x="6116650" y="598725"/>
            <a:ext cx="2853874" cy="3979101"/>
          </a:xfrm>
          <a:prstGeom prst="rect">
            <a:avLst/>
          </a:prstGeom>
          <a:noFill/>
          <a:ln>
            <a:noFill/>
          </a:ln>
        </p:spPr>
      </p:pic>
      <p:sp>
        <p:nvSpPr>
          <p:cNvPr id="7449" name="Google Shape;7449;p70"/>
          <p:cNvSpPr txBox="1"/>
          <p:nvPr/>
        </p:nvSpPr>
        <p:spPr>
          <a:xfrm>
            <a:off x="353175" y="824075"/>
            <a:ext cx="5391000" cy="37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2"/>
                </a:solidFill>
                <a:latin typeface="Roboto"/>
                <a:ea typeface="Roboto"/>
                <a:cs typeface="Roboto"/>
                <a:sym typeface="Roboto"/>
              </a:rPr>
              <a:t>Academic datasets have distinctive length distribution: long input and short target</a:t>
            </a:r>
            <a:endParaRPr sz="1700">
              <a:solidFill>
                <a:schemeClr val="dk2"/>
              </a:solidFill>
              <a:latin typeface="Roboto"/>
              <a:ea typeface="Roboto"/>
              <a:cs typeface="Roboto"/>
              <a:sym typeface="Roboto"/>
            </a:endParaRPr>
          </a:p>
          <a:p>
            <a:pPr indent="0" lvl="0" marL="0" rtl="0" algn="l">
              <a:spcBef>
                <a:spcPts val="0"/>
              </a:spcBef>
              <a:spcAft>
                <a:spcPts val="0"/>
              </a:spcAft>
              <a:buNone/>
            </a:pPr>
            <a:r>
              <a:t/>
            </a:r>
            <a:endParaRPr sz="1700">
              <a:solidFill>
                <a:schemeClr val="dk2"/>
              </a:solidFill>
              <a:latin typeface="Roboto"/>
              <a:ea typeface="Roboto"/>
              <a:cs typeface="Roboto"/>
              <a:sym typeface="Roboto"/>
            </a:endParaRPr>
          </a:p>
          <a:p>
            <a:pPr indent="0" lvl="0" marL="0" rtl="0" algn="l">
              <a:spcBef>
                <a:spcPts val="0"/>
              </a:spcBef>
              <a:spcAft>
                <a:spcPts val="0"/>
              </a:spcAft>
              <a:buNone/>
            </a:pPr>
            <a:r>
              <a:rPr lang="en" sz="1700">
                <a:solidFill>
                  <a:schemeClr val="dk2"/>
                </a:solidFill>
                <a:latin typeface="Roboto"/>
                <a:ea typeface="Roboto"/>
                <a:cs typeface="Roboto"/>
                <a:sym typeface="Roboto"/>
              </a:rPr>
              <a:t>This is due to inherent difficulty of grading long text</a:t>
            </a:r>
            <a:endParaRPr sz="1700">
              <a:solidFill>
                <a:schemeClr val="dk2"/>
              </a:solidFill>
              <a:latin typeface="Roboto"/>
              <a:ea typeface="Roboto"/>
              <a:cs typeface="Roboto"/>
              <a:sym typeface="Roboto"/>
            </a:endParaRPr>
          </a:p>
          <a:p>
            <a:pPr indent="0" lvl="0" marL="0" rtl="0" algn="l">
              <a:spcBef>
                <a:spcPts val="0"/>
              </a:spcBef>
              <a:spcAft>
                <a:spcPts val="0"/>
              </a:spcAft>
              <a:buNone/>
            </a:pPr>
            <a:r>
              <a:t/>
            </a:r>
            <a:endParaRPr sz="1700">
              <a:solidFill>
                <a:schemeClr val="dk2"/>
              </a:solidFill>
              <a:latin typeface="Roboto"/>
              <a:ea typeface="Roboto"/>
              <a:cs typeface="Roboto"/>
              <a:sym typeface="Roboto"/>
            </a:endParaRPr>
          </a:p>
          <a:p>
            <a:pPr indent="0" lvl="0" marL="0" rtl="0" algn="l">
              <a:spcBef>
                <a:spcPts val="0"/>
              </a:spcBef>
              <a:spcAft>
                <a:spcPts val="0"/>
              </a:spcAft>
              <a:buNone/>
            </a:pPr>
            <a:r>
              <a:rPr b="1" lang="en" sz="1700">
                <a:solidFill>
                  <a:schemeClr val="dk2"/>
                </a:solidFill>
                <a:latin typeface="Roboto"/>
                <a:ea typeface="Roboto"/>
                <a:cs typeface="Roboto"/>
                <a:sym typeface="Roboto"/>
              </a:rPr>
              <a:t>Hypothesis</a:t>
            </a:r>
            <a:endParaRPr sz="1700">
              <a:solidFill>
                <a:schemeClr val="dk2"/>
              </a:solidFill>
              <a:latin typeface="Roboto"/>
              <a:ea typeface="Roboto"/>
              <a:cs typeface="Roboto"/>
              <a:sym typeface="Roboto"/>
            </a:endParaRPr>
          </a:p>
          <a:p>
            <a:pPr indent="0" lvl="0" marL="0" rtl="0" algn="l">
              <a:spcBef>
                <a:spcPts val="0"/>
              </a:spcBef>
              <a:spcAft>
                <a:spcPts val="0"/>
              </a:spcAft>
              <a:buNone/>
            </a:pPr>
            <a:r>
              <a:rPr lang="en" sz="1700">
                <a:solidFill>
                  <a:schemeClr val="dk2"/>
                </a:solidFill>
                <a:latin typeface="Roboto"/>
                <a:ea typeface="Roboto"/>
                <a:cs typeface="Roboto"/>
                <a:sym typeface="Roboto"/>
              </a:rPr>
              <a:t>Having </a:t>
            </a:r>
            <a:r>
              <a:rPr lang="en" sz="1700">
                <a:solidFill>
                  <a:schemeClr val="dk2"/>
                </a:solidFill>
                <a:latin typeface="Roboto"/>
                <a:ea typeface="Roboto"/>
                <a:cs typeface="Roboto"/>
                <a:sym typeface="Roboto"/>
              </a:rPr>
              <a:t>separate</a:t>
            </a:r>
            <a:r>
              <a:rPr lang="en" sz="1700">
                <a:solidFill>
                  <a:schemeClr val="dk2"/>
                </a:solidFill>
                <a:latin typeface="Roboto"/>
                <a:ea typeface="Roboto"/>
                <a:cs typeface="Roboto"/>
                <a:sym typeface="Roboto"/>
              </a:rPr>
              <a:t> parameters for longer text in input and shorter text in target was an effective </a:t>
            </a:r>
            <a:r>
              <a:rPr i="1" lang="en" sz="1700">
                <a:solidFill>
                  <a:schemeClr val="dk2"/>
                </a:solidFill>
                <a:latin typeface="Roboto"/>
                <a:ea typeface="Roboto"/>
                <a:cs typeface="Roboto"/>
                <a:sym typeface="Roboto"/>
              </a:rPr>
              <a:t>structure</a:t>
            </a:r>
            <a:endParaRPr i="1" sz="1700">
              <a:solidFill>
                <a:schemeClr val="dk2"/>
              </a:solidFill>
              <a:latin typeface="Roboto"/>
              <a:ea typeface="Roboto"/>
              <a:cs typeface="Roboto"/>
              <a:sym typeface="Roboto"/>
            </a:endParaRPr>
          </a:p>
          <a:p>
            <a:pPr indent="0" lvl="0" marL="0" rtl="0" algn="l">
              <a:spcBef>
                <a:spcPts val="0"/>
              </a:spcBef>
              <a:spcAft>
                <a:spcPts val="0"/>
              </a:spcAft>
              <a:buNone/>
            </a:pPr>
            <a:r>
              <a:t/>
            </a:r>
            <a:endParaRPr i="1" sz="1700">
              <a:solidFill>
                <a:schemeClr val="dk2"/>
              </a:solidFill>
              <a:latin typeface="Roboto"/>
              <a:ea typeface="Roboto"/>
              <a:cs typeface="Roboto"/>
              <a:sym typeface="Roboto"/>
            </a:endParaRPr>
          </a:p>
          <a:p>
            <a:pPr indent="0" lvl="0" marL="0" rtl="0" algn="l">
              <a:spcBef>
                <a:spcPts val="0"/>
              </a:spcBef>
              <a:spcAft>
                <a:spcPts val="0"/>
              </a:spcAft>
              <a:buNone/>
            </a:pPr>
            <a:r>
              <a:rPr lang="en" sz="1700">
                <a:solidFill>
                  <a:schemeClr val="dk2"/>
                </a:solidFill>
                <a:latin typeface="Roboto"/>
                <a:ea typeface="Roboto"/>
                <a:cs typeface="Roboto"/>
                <a:sym typeface="Roboto"/>
              </a:rPr>
              <a:t>No longer a good structure as more interesting </a:t>
            </a:r>
            <a:r>
              <a:rPr lang="en" sz="1700">
                <a:solidFill>
                  <a:schemeClr val="dk2"/>
                </a:solidFill>
                <a:latin typeface="Roboto"/>
                <a:ea typeface="Roboto"/>
                <a:cs typeface="Roboto"/>
                <a:sym typeface="Roboto"/>
              </a:rPr>
              <a:t>language</a:t>
            </a:r>
            <a:r>
              <a:rPr lang="en" sz="1700">
                <a:solidFill>
                  <a:schemeClr val="dk2"/>
                </a:solidFill>
                <a:latin typeface="Roboto"/>
                <a:ea typeface="Roboto"/>
                <a:cs typeface="Roboto"/>
                <a:sym typeface="Roboto"/>
              </a:rPr>
              <a:t> model </a:t>
            </a:r>
            <a:r>
              <a:rPr lang="en" sz="1700">
                <a:solidFill>
                  <a:schemeClr val="dk2"/>
                </a:solidFill>
                <a:latin typeface="Roboto"/>
                <a:ea typeface="Roboto"/>
                <a:cs typeface="Roboto"/>
                <a:sym typeface="Roboto"/>
              </a:rPr>
              <a:t>use cases</a:t>
            </a:r>
            <a:r>
              <a:rPr lang="en" sz="1700">
                <a:solidFill>
                  <a:schemeClr val="dk2"/>
                </a:solidFill>
                <a:latin typeface="Roboto"/>
                <a:ea typeface="Roboto"/>
                <a:cs typeface="Roboto"/>
                <a:sym typeface="Roboto"/>
              </a:rPr>
              <a:t> have longer generation</a:t>
            </a:r>
            <a:endParaRPr sz="1700">
              <a:solidFill>
                <a:schemeClr val="dk2"/>
              </a:solidFill>
              <a:latin typeface="Roboto"/>
              <a:ea typeface="Roboto"/>
              <a:cs typeface="Roboto"/>
              <a:sym typeface="Roboto"/>
            </a:endParaRPr>
          </a:p>
        </p:txBody>
      </p:sp>
      <p:sp>
        <p:nvSpPr>
          <p:cNvPr id="7450" name="Google Shape;7450;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451" name="Google Shape;7451;p70"/>
          <p:cNvSpPr txBox="1"/>
          <p:nvPr/>
        </p:nvSpPr>
        <p:spPr>
          <a:xfrm>
            <a:off x="5964975" y="4474025"/>
            <a:ext cx="3304500" cy="2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Length distribution of finetuning datasets</a:t>
            </a:r>
            <a:endParaRPr sz="1200">
              <a:solidFill>
                <a:schemeClr val="dk2"/>
              </a:solidFill>
              <a:latin typeface="Roboto"/>
              <a:ea typeface="Roboto"/>
              <a:cs typeface="Roboto"/>
              <a:sym typeface="Robot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5" name="Shape 7455"/>
        <p:cNvGrpSpPr/>
        <p:nvPr/>
      </p:nvGrpSpPr>
      <p:grpSpPr>
        <a:xfrm>
          <a:off x="0" y="0"/>
          <a:ext cx="0" cy="0"/>
          <a:chOff x="0" y="0"/>
          <a:chExt cx="0" cy="0"/>
        </a:xfrm>
      </p:grpSpPr>
      <p:sp>
        <p:nvSpPr>
          <p:cNvPr id="7456" name="Google Shape;7456;p71"/>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t>Additional</a:t>
            </a:r>
            <a:r>
              <a:rPr lang="en"/>
              <a:t> structures in encoder-decoder compared to decoder-only</a:t>
            </a:r>
            <a:endParaRPr/>
          </a:p>
        </p:txBody>
      </p:sp>
      <p:sp>
        <p:nvSpPr>
          <p:cNvPr id="7457" name="Google Shape;7457;p71"/>
          <p:cNvSpPr txBox="1"/>
          <p:nvPr>
            <p:ph idx="1" type="body"/>
          </p:nvPr>
        </p:nvSpPr>
        <p:spPr>
          <a:xfrm>
            <a:off x="311700" y="685925"/>
            <a:ext cx="8520600" cy="3882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Input and target sequences are sufficiently different that using separate parameters can be effective</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The target element can attend to the fully encoded representation of the input</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When encoding the input sequence, all-to-all interaction among the sequence elements is preferred</a:t>
            </a:r>
            <a:endParaRPr/>
          </a:p>
        </p:txBody>
      </p:sp>
      <p:sp>
        <p:nvSpPr>
          <p:cNvPr id="7458" name="Google Shape;7458;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459" name="Google Shape;7459;p71"/>
          <p:cNvSpPr/>
          <p:nvPr/>
        </p:nvSpPr>
        <p:spPr>
          <a:xfrm>
            <a:off x="320750" y="1718000"/>
            <a:ext cx="8562900" cy="864900"/>
          </a:xfrm>
          <a:prstGeom prst="rect">
            <a:avLst/>
          </a:prstGeom>
          <a:no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3" name="Shape 7463"/>
        <p:cNvGrpSpPr/>
        <p:nvPr/>
      </p:nvGrpSpPr>
      <p:grpSpPr>
        <a:xfrm>
          <a:off x="0" y="0"/>
          <a:ext cx="0" cy="0"/>
          <a:chOff x="0" y="0"/>
          <a:chExt cx="0" cy="0"/>
        </a:xfrm>
      </p:grpSpPr>
      <p:sp>
        <p:nvSpPr>
          <p:cNvPr id="7464" name="Google Shape;7464;p72"/>
          <p:cNvSpPr/>
          <p:nvPr/>
        </p:nvSpPr>
        <p:spPr>
          <a:xfrm>
            <a:off x="2728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7465" name="Google Shape;7465;p72"/>
          <p:cNvSpPr/>
          <p:nvPr/>
        </p:nvSpPr>
        <p:spPr>
          <a:xfrm>
            <a:off x="158272" y="1948750"/>
            <a:ext cx="1676100" cy="26493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7466" name="Google Shape;7466;p72"/>
          <p:cNvSpPr/>
          <p:nvPr/>
        </p:nvSpPr>
        <p:spPr>
          <a:xfrm>
            <a:off x="254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7467" name="Google Shape;7467;p72"/>
          <p:cNvSpPr/>
          <p:nvPr/>
        </p:nvSpPr>
        <p:spPr>
          <a:xfrm>
            <a:off x="321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7468" name="Google Shape;7468;p72"/>
          <p:cNvSpPr/>
          <p:nvPr/>
        </p:nvSpPr>
        <p:spPr>
          <a:xfrm>
            <a:off x="342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469" name="Google Shape;7469;p72"/>
          <p:cNvGrpSpPr/>
          <p:nvPr/>
        </p:nvGrpSpPr>
        <p:grpSpPr>
          <a:xfrm>
            <a:off x="378203" y="3903853"/>
            <a:ext cx="313273" cy="74585"/>
            <a:chOff x="3655625" y="914400"/>
            <a:chExt cx="2743200" cy="690600"/>
          </a:xfrm>
        </p:grpSpPr>
        <p:sp>
          <p:nvSpPr>
            <p:cNvPr id="7470" name="Google Shape;7470;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71" name="Google Shape;7471;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472" name="Google Shape;7472;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473" name="Google Shape;7473;p72"/>
          <p:cNvSpPr txBox="1"/>
          <p:nvPr/>
        </p:nvSpPr>
        <p:spPr>
          <a:xfrm>
            <a:off x="299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7474" name="Google Shape;7474;p72"/>
          <p:cNvGrpSpPr/>
          <p:nvPr/>
        </p:nvGrpSpPr>
        <p:grpSpPr>
          <a:xfrm>
            <a:off x="835403" y="3903853"/>
            <a:ext cx="313273" cy="74585"/>
            <a:chOff x="3655625" y="914400"/>
            <a:chExt cx="2743200" cy="690600"/>
          </a:xfrm>
        </p:grpSpPr>
        <p:sp>
          <p:nvSpPr>
            <p:cNvPr id="7475" name="Google Shape;7475;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76" name="Google Shape;7476;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477" name="Google Shape;7477;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478" name="Google Shape;7478;p72"/>
          <p:cNvSpPr txBox="1"/>
          <p:nvPr/>
        </p:nvSpPr>
        <p:spPr>
          <a:xfrm>
            <a:off x="832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7479" name="Google Shape;7479;p72"/>
          <p:cNvGrpSpPr/>
          <p:nvPr/>
        </p:nvGrpSpPr>
        <p:grpSpPr>
          <a:xfrm>
            <a:off x="1292603" y="3903853"/>
            <a:ext cx="313273" cy="74585"/>
            <a:chOff x="3655625" y="914400"/>
            <a:chExt cx="2743200" cy="690600"/>
          </a:xfrm>
        </p:grpSpPr>
        <p:sp>
          <p:nvSpPr>
            <p:cNvPr id="7480" name="Google Shape;7480;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81" name="Google Shape;7481;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482" name="Google Shape;7482;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483" name="Google Shape;7483;p72"/>
          <p:cNvSpPr txBox="1"/>
          <p:nvPr/>
        </p:nvSpPr>
        <p:spPr>
          <a:xfrm>
            <a:off x="1208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7484" name="Google Shape;7484;p72"/>
          <p:cNvGrpSpPr/>
          <p:nvPr/>
        </p:nvGrpSpPr>
        <p:grpSpPr>
          <a:xfrm>
            <a:off x="378203" y="3446653"/>
            <a:ext cx="313273" cy="74585"/>
            <a:chOff x="3655625" y="914400"/>
            <a:chExt cx="2743200" cy="690600"/>
          </a:xfrm>
        </p:grpSpPr>
        <p:sp>
          <p:nvSpPr>
            <p:cNvPr id="7485" name="Google Shape;7485;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86" name="Google Shape;7486;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487" name="Google Shape;7487;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488" name="Google Shape;7488;p72"/>
          <p:cNvGrpSpPr/>
          <p:nvPr/>
        </p:nvGrpSpPr>
        <p:grpSpPr>
          <a:xfrm>
            <a:off x="835403" y="3446653"/>
            <a:ext cx="313273" cy="74585"/>
            <a:chOff x="3655625" y="914400"/>
            <a:chExt cx="2743200" cy="690600"/>
          </a:xfrm>
        </p:grpSpPr>
        <p:sp>
          <p:nvSpPr>
            <p:cNvPr id="7489" name="Google Shape;7489;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90" name="Google Shape;7490;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491" name="Google Shape;7491;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492" name="Google Shape;7492;p72"/>
          <p:cNvGrpSpPr/>
          <p:nvPr/>
        </p:nvGrpSpPr>
        <p:grpSpPr>
          <a:xfrm>
            <a:off x="1292603" y="3446653"/>
            <a:ext cx="313273" cy="74585"/>
            <a:chOff x="3655625" y="914400"/>
            <a:chExt cx="2743200" cy="690600"/>
          </a:xfrm>
        </p:grpSpPr>
        <p:sp>
          <p:nvSpPr>
            <p:cNvPr id="7493" name="Google Shape;7493;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94" name="Google Shape;7494;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495" name="Google Shape;7495;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496" name="Google Shape;7496;p72"/>
          <p:cNvCxnSpPr>
            <a:stCxn id="7475" idx="0"/>
            <a:endCxn id="7485" idx="2"/>
          </p:cNvCxnSpPr>
          <p:nvPr/>
        </p:nvCxnSpPr>
        <p:spPr>
          <a:xfrm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497" name="Google Shape;7497;p72"/>
          <p:cNvCxnSpPr>
            <a:stCxn id="7480" idx="0"/>
          </p:cNvCxnSpPr>
          <p:nvPr/>
        </p:nvCxnSpPr>
        <p:spPr>
          <a:xfrm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498" name="Google Shape;7498;p72"/>
          <p:cNvCxnSpPr>
            <a:stCxn id="7470" idx="0"/>
          </p:cNvCxnSpPr>
          <p:nvPr/>
        </p:nvCxnSpPr>
        <p:spPr>
          <a:xfrm rot="10800000">
            <a:off x="534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499" name="Google Shape;7499;p72"/>
          <p:cNvCxnSpPr>
            <a:stCxn id="7470" idx="0"/>
            <a:endCxn id="7489" idx="2"/>
          </p:cNvCxnSpPr>
          <p:nvPr/>
        </p:nvCxnSpPr>
        <p:spPr>
          <a:xfrm flipH="1"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500" name="Google Shape;7500;p72"/>
          <p:cNvCxnSpPr>
            <a:stCxn id="7470" idx="0"/>
            <a:endCxn id="7493" idx="2"/>
          </p:cNvCxnSpPr>
          <p:nvPr/>
        </p:nvCxnSpPr>
        <p:spPr>
          <a:xfrm flipH="1"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501" name="Google Shape;7501;p72"/>
          <p:cNvCxnSpPr>
            <a:stCxn id="7475" idx="0"/>
            <a:endCxn id="7489" idx="2"/>
          </p:cNvCxnSpPr>
          <p:nvPr/>
        </p:nvCxnSpPr>
        <p:spPr>
          <a:xfrm rot="10800000">
            <a:off x="992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502" name="Google Shape;7502;p72"/>
          <p:cNvCxnSpPr>
            <a:stCxn id="7480" idx="0"/>
            <a:endCxn id="7493" idx="2"/>
          </p:cNvCxnSpPr>
          <p:nvPr/>
        </p:nvCxnSpPr>
        <p:spPr>
          <a:xfrm rot="10800000">
            <a:off x="1449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503" name="Google Shape;7503;p72"/>
          <p:cNvCxnSpPr>
            <a:stCxn id="7480" idx="0"/>
            <a:endCxn id="7489" idx="2"/>
          </p:cNvCxnSpPr>
          <p:nvPr/>
        </p:nvCxnSpPr>
        <p:spPr>
          <a:xfrm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504" name="Google Shape;7504;p72"/>
          <p:cNvCxnSpPr>
            <a:stCxn id="7475" idx="0"/>
            <a:endCxn id="7493" idx="2"/>
          </p:cNvCxnSpPr>
          <p:nvPr/>
        </p:nvCxnSpPr>
        <p:spPr>
          <a:xfrm flipH="1"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7505" name="Google Shape;7505;p72"/>
          <p:cNvGrpSpPr/>
          <p:nvPr/>
        </p:nvGrpSpPr>
        <p:grpSpPr>
          <a:xfrm>
            <a:off x="378203" y="3201599"/>
            <a:ext cx="313273" cy="74585"/>
            <a:chOff x="3655625" y="914400"/>
            <a:chExt cx="2743200" cy="690600"/>
          </a:xfrm>
        </p:grpSpPr>
        <p:sp>
          <p:nvSpPr>
            <p:cNvPr id="7506" name="Google Shape;7506;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07" name="Google Shape;7507;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08" name="Google Shape;7508;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09" name="Google Shape;7509;p72"/>
          <p:cNvGrpSpPr/>
          <p:nvPr/>
        </p:nvGrpSpPr>
        <p:grpSpPr>
          <a:xfrm>
            <a:off x="835403" y="3201599"/>
            <a:ext cx="313273" cy="74585"/>
            <a:chOff x="3655625" y="914400"/>
            <a:chExt cx="2743200" cy="690600"/>
          </a:xfrm>
        </p:grpSpPr>
        <p:sp>
          <p:nvSpPr>
            <p:cNvPr id="7510" name="Google Shape;7510;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11" name="Google Shape;7511;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12" name="Google Shape;7512;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13" name="Google Shape;7513;p72"/>
          <p:cNvGrpSpPr/>
          <p:nvPr/>
        </p:nvGrpSpPr>
        <p:grpSpPr>
          <a:xfrm>
            <a:off x="1292603" y="3201599"/>
            <a:ext cx="313273" cy="74585"/>
            <a:chOff x="3655625" y="914400"/>
            <a:chExt cx="2743200" cy="690600"/>
          </a:xfrm>
        </p:grpSpPr>
        <p:sp>
          <p:nvSpPr>
            <p:cNvPr id="7514" name="Google Shape;7514;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15" name="Google Shape;7515;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16" name="Google Shape;7516;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17" name="Google Shape;7517;p72"/>
          <p:cNvGrpSpPr/>
          <p:nvPr/>
        </p:nvGrpSpPr>
        <p:grpSpPr>
          <a:xfrm>
            <a:off x="378203" y="2980147"/>
            <a:ext cx="313273" cy="74585"/>
            <a:chOff x="3655625" y="914400"/>
            <a:chExt cx="2743200" cy="690600"/>
          </a:xfrm>
        </p:grpSpPr>
        <p:sp>
          <p:nvSpPr>
            <p:cNvPr id="7518" name="Google Shape;7518;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19" name="Google Shape;7519;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20" name="Google Shape;7520;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21" name="Google Shape;7521;p72"/>
          <p:cNvGrpSpPr/>
          <p:nvPr/>
        </p:nvGrpSpPr>
        <p:grpSpPr>
          <a:xfrm>
            <a:off x="835403" y="2980147"/>
            <a:ext cx="313273" cy="74585"/>
            <a:chOff x="3655625" y="914400"/>
            <a:chExt cx="2743200" cy="690600"/>
          </a:xfrm>
        </p:grpSpPr>
        <p:sp>
          <p:nvSpPr>
            <p:cNvPr id="7522" name="Google Shape;7522;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23" name="Google Shape;7523;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24" name="Google Shape;7524;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25" name="Google Shape;7525;p72"/>
          <p:cNvGrpSpPr/>
          <p:nvPr/>
        </p:nvGrpSpPr>
        <p:grpSpPr>
          <a:xfrm>
            <a:off x="1292603" y="2980147"/>
            <a:ext cx="313273" cy="74585"/>
            <a:chOff x="3655625" y="914400"/>
            <a:chExt cx="2743200" cy="690600"/>
          </a:xfrm>
        </p:grpSpPr>
        <p:sp>
          <p:nvSpPr>
            <p:cNvPr id="7526" name="Google Shape;7526;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27" name="Google Shape;7527;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28" name="Google Shape;7528;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529" name="Google Shape;7529;p72"/>
          <p:cNvCxnSpPr>
            <a:stCxn id="7506" idx="0"/>
            <a:endCxn id="7518" idx="2"/>
          </p:cNvCxnSpPr>
          <p:nvPr/>
        </p:nvCxnSpPr>
        <p:spPr>
          <a:xfrm rot="10800000">
            <a:off x="534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7530" name="Google Shape;7530;p72"/>
          <p:cNvCxnSpPr>
            <a:stCxn id="7514" idx="0"/>
            <a:endCxn id="7526" idx="2"/>
          </p:cNvCxnSpPr>
          <p:nvPr/>
        </p:nvCxnSpPr>
        <p:spPr>
          <a:xfrm rot="10800000">
            <a:off x="1449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7531" name="Google Shape;7531;p72"/>
          <p:cNvCxnSpPr>
            <a:stCxn id="7510" idx="0"/>
            <a:endCxn id="7522" idx="2"/>
          </p:cNvCxnSpPr>
          <p:nvPr/>
        </p:nvCxnSpPr>
        <p:spPr>
          <a:xfrm rot="10800000">
            <a:off x="992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7532" name="Google Shape;7532;p72"/>
          <p:cNvSpPr/>
          <p:nvPr/>
        </p:nvSpPr>
        <p:spPr>
          <a:xfrm>
            <a:off x="301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7533" name="Google Shape;7533;p72"/>
          <p:cNvSpPr/>
          <p:nvPr/>
        </p:nvSpPr>
        <p:spPr>
          <a:xfrm>
            <a:off x="404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7534" name="Google Shape;7534;p72"/>
          <p:cNvSpPr/>
          <p:nvPr/>
        </p:nvSpPr>
        <p:spPr>
          <a:xfrm>
            <a:off x="404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7535" name="Google Shape;7535;p72"/>
          <p:cNvSpPr/>
          <p:nvPr/>
        </p:nvSpPr>
        <p:spPr>
          <a:xfrm>
            <a:off x="2816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7536" name="Google Shape;7536;p72"/>
          <p:cNvSpPr/>
          <p:nvPr/>
        </p:nvSpPr>
        <p:spPr>
          <a:xfrm>
            <a:off x="2856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537" name="Google Shape;7537;p72"/>
          <p:cNvGrpSpPr/>
          <p:nvPr/>
        </p:nvGrpSpPr>
        <p:grpSpPr>
          <a:xfrm>
            <a:off x="2892803" y="3955308"/>
            <a:ext cx="313273" cy="74585"/>
            <a:chOff x="3655625" y="914400"/>
            <a:chExt cx="2743200" cy="690600"/>
          </a:xfrm>
        </p:grpSpPr>
        <p:sp>
          <p:nvSpPr>
            <p:cNvPr id="7538" name="Google Shape;7538;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39" name="Google Shape;7539;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40" name="Google Shape;7540;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541" name="Google Shape;7541;p72"/>
          <p:cNvSpPr txBox="1"/>
          <p:nvPr/>
        </p:nvSpPr>
        <p:spPr>
          <a:xfrm>
            <a:off x="3271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7542" name="Google Shape;7542;p72"/>
          <p:cNvGrpSpPr/>
          <p:nvPr/>
        </p:nvGrpSpPr>
        <p:grpSpPr>
          <a:xfrm>
            <a:off x="3350003" y="3955308"/>
            <a:ext cx="313273" cy="74585"/>
            <a:chOff x="3655625" y="914400"/>
            <a:chExt cx="2743200" cy="690600"/>
          </a:xfrm>
        </p:grpSpPr>
        <p:sp>
          <p:nvSpPr>
            <p:cNvPr id="7543" name="Google Shape;7543;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44" name="Google Shape;7544;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45" name="Google Shape;7545;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546" name="Google Shape;7546;p72"/>
          <p:cNvSpPr txBox="1"/>
          <p:nvPr/>
        </p:nvSpPr>
        <p:spPr>
          <a:xfrm>
            <a:off x="3797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7547" name="Google Shape;7547;p72"/>
          <p:cNvGrpSpPr/>
          <p:nvPr/>
        </p:nvGrpSpPr>
        <p:grpSpPr>
          <a:xfrm>
            <a:off x="3807203" y="3955308"/>
            <a:ext cx="313273" cy="74585"/>
            <a:chOff x="3655625" y="914400"/>
            <a:chExt cx="2743200" cy="690600"/>
          </a:xfrm>
        </p:grpSpPr>
        <p:sp>
          <p:nvSpPr>
            <p:cNvPr id="7548" name="Google Shape;7548;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49" name="Google Shape;7549;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50" name="Google Shape;7550;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551" name="Google Shape;7551;p72"/>
          <p:cNvSpPr txBox="1"/>
          <p:nvPr/>
        </p:nvSpPr>
        <p:spPr>
          <a:xfrm>
            <a:off x="4211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7552" name="Google Shape;7552;p72"/>
          <p:cNvGrpSpPr/>
          <p:nvPr/>
        </p:nvGrpSpPr>
        <p:grpSpPr>
          <a:xfrm>
            <a:off x="2892803" y="3498108"/>
            <a:ext cx="313273" cy="74585"/>
            <a:chOff x="3655625" y="914400"/>
            <a:chExt cx="2743200" cy="690600"/>
          </a:xfrm>
        </p:grpSpPr>
        <p:sp>
          <p:nvSpPr>
            <p:cNvPr id="7553" name="Google Shape;7553;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54" name="Google Shape;7554;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55" name="Google Shape;7555;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56" name="Google Shape;7556;p72"/>
          <p:cNvGrpSpPr/>
          <p:nvPr/>
        </p:nvGrpSpPr>
        <p:grpSpPr>
          <a:xfrm>
            <a:off x="3350003" y="3498108"/>
            <a:ext cx="313273" cy="74585"/>
            <a:chOff x="3655625" y="914400"/>
            <a:chExt cx="2743200" cy="690600"/>
          </a:xfrm>
        </p:grpSpPr>
        <p:sp>
          <p:nvSpPr>
            <p:cNvPr id="7557" name="Google Shape;7557;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58" name="Google Shape;7558;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59" name="Google Shape;7559;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60" name="Google Shape;7560;p72"/>
          <p:cNvGrpSpPr/>
          <p:nvPr/>
        </p:nvGrpSpPr>
        <p:grpSpPr>
          <a:xfrm>
            <a:off x="3807203" y="3498108"/>
            <a:ext cx="313273" cy="74585"/>
            <a:chOff x="3655625" y="914400"/>
            <a:chExt cx="2743200" cy="690600"/>
          </a:xfrm>
        </p:grpSpPr>
        <p:sp>
          <p:nvSpPr>
            <p:cNvPr id="7561" name="Google Shape;7561;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62" name="Google Shape;7562;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63" name="Google Shape;7563;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564" name="Google Shape;7564;p72"/>
          <p:cNvCxnSpPr>
            <a:stCxn id="7538" idx="0"/>
          </p:cNvCxnSpPr>
          <p:nvPr/>
        </p:nvCxnSpPr>
        <p:spPr>
          <a:xfrm rot="10800000">
            <a:off x="3049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565" name="Google Shape;7565;p72"/>
          <p:cNvCxnSpPr>
            <a:stCxn id="7538" idx="0"/>
            <a:endCxn id="7557" idx="2"/>
          </p:cNvCxnSpPr>
          <p:nvPr/>
        </p:nvCxnSpPr>
        <p:spPr>
          <a:xfrm flipH="1" rot="10800000">
            <a:off x="3049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566" name="Google Shape;7566;p72"/>
          <p:cNvCxnSpPr>
            <a:stCxn id="7538" idx="0"/>
            <a:endCxn id="7561" idx="2"/>
          </p:cNvCxnSpPr>
          <p:nvPr/>
        </p:nvCxnSpPr>
        <p:spPr>
          <a:xfrm flipH="1" rot="10800000">
            <a:off x="3049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567" name="Google Shape;7567;p72"/>
          <p:cNvCxnSpPr>
            <a:stCxn id="7543" idx="0"/>
            <a:endCxn id="7557" idx="2"/>
          </p:cNvCxnSpPr>
          <p:nvPr/>
        </p:nvCxnSpPr>
        <p:spPr>
          <a:xfrm rot="10800000">
            <a:off x="3506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568" name="Google Shape;7568;p72"/>
          <p:cNvCxnSpPr>
            <a:stCxn id="7548" idx="0"/>
            <a:endCxn id="7561" idx="2"/>
          </p:cNvCxnSpPr>
          <p:nvPr/>
        </p:nvCxnSpPr>
        <p:spPr>
          <a:xfrm rot="10800000">
            <a:off x="3963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569" name="Google Shape;7569;p72"/>
          <p:cNvCxnSpPr>
            <a:stCxn id="7543" idx="0"/>
            <a:endCxn id="7561" idx="2"/>
          </p:cNvCxnSpPr>
          <p:nvPr/>
        </p:nvCxnSpPr>
        <p:spPr>
          <a:xfrm flipH="1" rot="10800000">
            <a:off x="3506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7570" name="Google Shape;7570;p72"/>
          <p:cNvGrpSpPr/>
          <p:nvPr/>
        </p:nvGrpSpPr>
        <p:grpSpPr>
          <a:xfrm rot="-5400000">
            <a:off x="3724796" y="2328825"/>
            <a:ext cx="109798" cy="26302"/>
            <a:chOff x="4885225" y="945750"/>
            <a:chExt cx="311926" cy="74700"/>
          </a:xfrm>
        </p:grpSpPr>
        <p:sp>
          <p:nvSpPr>
            <p:cNvPr id="7571" name="Google Shape;7571;p72"/>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572" name="Google Shape;7572;p72"/>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573" name="Google Shape;7573;p72"/>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574" name="Google Shape;7574;p72"/>
          <p:cNvSpPr/>
          <p:nvPr/>
        </p:nvSpPr>
        <p:spPr>
          <a:xfrm>
            <a:off x="2816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7575" name="Google Shape;7575;p72"/>
          <p:cNvSpPr/>
          <p:nvPr/>
        </p:nvSpPr>
        <p:spPr>
          <a:xfrm>
            <a:off x="2856872" y="1204438"/>
            <a:ext cx="1798200" cy="4650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7576" name="Google Shape;7576;p72"/>
          <p:cNvSpPr/>
          <p:nvPr/>
        </p:nvSpPr>
        <p:spPr>
          <a:xfrm>
            <a:off x="2870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7577" name="Google Shape;7577;p72"/>
          <p:cNvSpPr/>
          <p:nvPr/>
        </p:nvSpPr>
        <p:spPr>
          <a:xfrm>
            <a:off x="2856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7578" name="Google Shape;7578;p72"/>
          <p:cNvGrpSpPr/>
          <p:nvPr/>
        </p:nvGrpSpPr>
        <p:grpSpPr>
          <a:xfrm>
            <a:off x="2892678" y="1380708"/>
            <a:ext cx="313273" cy="74585"/>
            <a:chOff x="3655625" y="914400"/>
            <a:chExt cx="2743200" cy="690600"/>
          </a:xfrm>
        </p:grpSpPr>
        <p:sp>
          <p:nvSpPr>
            <p:cNvPr id="7579" name="Google Shape;7579;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80" name="Google Shape;7580;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81" name="Google Shape;7581;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82" name="Google Shape;7582;p72"/>
          <p:cNvGrpSpPr/>
          <p:nvPr/>
        </p:nvGrpSpPr>
        <p:grpSpPr>
          <a:xfrm>
            <a:off x="3349878" y="1373704"/>
            <a:ext cx="313273" cy="74585"/>
            <a:chOff x="3655625" y="914400"/>
            <a:chExt cx="2743200" cy="690600"/>
          </a:xfrm>
        </p:grpSpPr>
        <p:sp>
          <p:nvSpPr>
            <p:cNvPr id="7583" name="Google Shape;7583;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84" name="Google Shape;7584;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85" name="Google Shape;7585;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86" name="Google Shape;7586;p72"/>
          <p:cNvGrpSpPr/>
          <p:nvPr/>
        </p:nvGrpSpPr>
        <p:grpSpPr>
          <a:xfrm>
            <a:off x="3807078" y="1373704"/>
            <a:ext cx="313273" cy="74585"/>
            <a:chOff x="3655625" y="914400"/>
            <a:chExt cx="2743200" cy="690600"/>
          </a:xfrm>
        </p:grpSpPr>
        <p:sp>
          <p:nvSpPr>
            <p:cNvPr id="7587" name="Google Shape;7587;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88" name="Google Shape;7588;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89" name="Google Shape;7589;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90" name="Google Shape;7590;p72"/>
          <p:cNvGrpSpPr/>
          <p:nvPr/>
        </p:nvGrpSpPr>
        <p:grpSpPr>
          <a:xfrm>
            <a:off x="395215" y="1858996"/>
            <a:ext cx="313273" cy="74585"/>
            <a:chOff x="3655625" y="914400"/>
            <a:chExt cx="2743200" cy="690600"/>
          </a:xfrm>
        </p:grpSpPr>
        <p:sp>
          <p:nvSpPr>
            <p:cNvPr id="7591" name="Google Shape;7591;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92" name="Google Shape;7592;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93" name="Google Shape;7593;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94" name="Google Shape;7594;p72"/>
          <p:cNvGrpSpPr/>
          <p:nvPr/>
        </p:nvGrpSpPr>
        <p:grpSpPr>
          <a:xfrm>
            <a:off x="852415" y="1858996"/>
            <a:ext cx="313273" cy="74585"/>
            <a:chOff x="3655625" y="914400"/>
            <a:chExt cx="2743200" cy="690600"/>
          </a:xfrm>
        </p:grpSpPr>
        <p:sp>
          <p:nvSpPr>
            <p:cNvPr id="7595" name="Google Shape;7595;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596" name="Google Shape;7596;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597" name="Google Shape;7597;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598" name="Google Shape;7598;p72"/>
          <p:cNvGrpSpPr/>
          <p:nvPr/>
        </p:nvGrpSpPr>
        <p:grpSpPr>
          <a:xfrm>
            <a:off x="1309615" y="1858996"/>
            <a:ext cx="313273" cy="74585"/>
            <a:chOff x="3655625" y="914400"/>
            <a:chExt cx="2743200" cy="690600"/>
          </a:xfrm>
        </p:grpSpPr>
        <p:sp>
          <p:nvSpPr>
            <p:cNvPr id="7599" name="Google Shape;7599;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00" name="Google Shape;7600;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01" name="Google Shape;7601;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602" name="Google Shape;7602;p72"/>
          <p:cNvCxnSpPr>
            <a:stCxn id="7595" idx="0"/>
          </p:cNvCxnSpPr>
          <p:nvPr/>
        </p:nvCxnSpPr>
        <p:spPr>
          <a:xfrm rot="10800000">
            <a:off x="1009052" y="1686196"/>
            <a:ext cx="0" cy="172800"/>
          </a:xfrm>
          <a:prstGeom prst="straightConnector1">
            <a:avLst/>
          </a:prstGeom>
          <a:noFill/>
          <a:ln cap="flat" cmpd="sng" w="9525">
            <a:solidFill>
              <a:schemeClr val="dk2"/>
            </a:solidFill>
            <a:prstDash val="solid"/>
            <a:round/>
            <a:headEnd len="med" w="med" type="none"/>
            <a:tailEnd len="med" w="med" type="none"/>
          </a:ln>
        </p:spPr>
      </p:cxnSp>
      <p:cxnSp>
        <p:nvCxnSpPr>
          <p:cNvPr id="7603" name="Google Shape;7603;p72"/>
          <p:cNvCxnSpPr>
            <a:stCxn id="7599" idx="0"/>
          </p:cNvCxnSpPr>
          <p:nvPr/>
        </p:nvCxnSpPr>
        <p:spPr>
          <a:xfrm rot="10800000">
            <a:off x="1466252" y="1687696"/>
            <a:ext cx="0" cy="171300"/>
          </a:xfrm>
          <a:prstGeom prst="straightConnector1">
            <a:avLst/>
          </a:prstGeom>
          <a:noFill/>
          <a:ln cap="flat" cmpd="sng" w="9525">
            <a:solidFill>
              <a:schemeClr val="dk2"/>
            </a:solidFill>
            <a:prstDash val="solid"/>
            <a:round/>
            <a:headEnd len="med" w="med" type="none"/>
            <a:tailEnd len="med" w="med" type="none"/>
          </a:ln>
        </p:spPr>
      </p:cxnSp>
      <p:cxnSp>
        <p:nvCxnSpPr>
          <p:cNvPr id="7604" name="Google Shape;7604;p72"/>
          <p:cNvCxnSpPr>
            <a:stCxn id="7579" idx="0"/>
            <a:endCxn id="7591" idx="0"/>
          </p:cNvCxnSpPr>
          <p:nvPr/>
        </p:nvCxnSpPr>
        <p:spPr>
          <a:xfrm rot="5400000">
            <a:off x="1561465" y="371058"/>
            <a:ext cx="478200" cy="2497500"/>
          </a:xfrm>
          <a:prstGeom prst="bentConnector3">
            <a:avLst>
              <a:gd fmla="val -33802" name="adj1"/>
            </a:avLst>
          </a:prstGeom>
          <a:noFill/>
          <a:ln cap="flat" cmpd="sng" w="9525">
            <a:solidFill>
              <a:schemeClr val="dk2"/>
            </a:solidFill>
            <a:prstDash val="solid"/>
            <a:round/>
            <a:headEnd len="med" w="med" type="none"/>
            <a:tailEnd len="med" w="med" type="none"/>
          </a:ln>
        </p:spPr>
      </p:cxnSp>
      <p:cxnSp>
        <p:nvCxnSpPr>
          <p:cNvPr id="7605" name="Google Shape;7605;p72"/>
          <p:cNvCxnSpPr>
            <a:stCxn id="7583" idx="0"/>
            <a:endCxn id="7591" idx="0"/>
          </p:cNvCxnSpPr>
          <p:nvPr/>
        </p:nvCxnSpPr>
        <p:spPr>
          <a:xfrm rot="5400000">
            <a:off x="1786465" y="139054"/>
            <a:ext cx="485400" cy="2954700"/>
          </a:xfrm>
          <a:prstGeom prst="bentConnector3">
            <a:avLst>
              <a:gd fmla="val -25902" name="adj1"/>
            </a:avLst>
          </a:prstGeom>
          <a:noFill/>
          <a:ln cap="flat" cmpd="sng" w="9525">
            <a:solidFill>
              <a:schemeClr val="dk2"/>
            </a:solidFill>
            <a:prstDash val="solid"/>
            <a:round/>
            <a:headEnd len="med" w="med" type="none"/>
            <a:tailEnd len="med" w="med" type="none"/>
          </a:ln>
        </p:spPr>
      </p:cxnSp>
      <p:cxnSp>
        <p:nvCxnSpPr>
          <p:cNvPr id="7606" name="Google Shape;7606;p72"/>
          <p:cNvCxnSpPr>
            <a:stCxn id="7587" idx="0"/>
            <a:endCxn id="7591" idx="0"/>
          </p:cNvCxnSpPr>
          <p:nvPr/>
        </p:nvCxnSpPr>
        <p:spPr>
          <a:xfrm rot="5400000">
            <a:off x="2015065" y="-89546"/>
            <a:ext cx="485400" cy="3411900"/>
          </a:xfrm>
          <a:prstGeom prst="bentConnector3">
            <a:avLst>
              <a:gd fmla="val -18009" name="adj1"/>
            </a:avLst>
          </a:prstGeom>
          <a:noFill/>
          <a:ln cap="flat" cmpd="sng" w="9525">
            <a:solidFill>
              <a:schemeClr val="dk2"/>
            </a:solidFill>
            <a:prstDash val="solid"/>
            <a:round/>
            <a:headEnd len="med" w="med" type="none"/>
            <a:tailEnd len="med" w="med" type="none"/>
          </a:ln>
        </p:spPr>
      </p:cxnSp>
      <p:cxnSp>
        <p:nvCxnSpPr>
          <p:cNvPr id="7607" name="Google Shape;7607;p72"/>
          <p:cNvCxnSpPr>
            <a:stCxn id="7595" idx="0"/>
          </p:cNvCxnSpPr>
          <p:nvPr/>
        </p:nvCxnSpPr>
        <p:spPr>
          <a:xfrm rot="10800000">
            <a:off x="1009052" y="1218196"/>
            <a:ext cx="0" cy="640800"/>
          </a:xfrm>
          <a:prstGeom prst="straightConnector1">
            <a:avLst/>
          </a:prstGeom>
          <a:noFill/>
          <a:ln cap="flat" cmpd="sng" w="9525">
            <a:solidFill>
              <a:schemeClr val="dk2"/>
            </a:solidFill>
            <a:prstDash val="solid"/>
            <a:round/>
            <a:headEnd len="med" w="med" type="none"/>
            <a:tailEnd len="med" w="med" type="none"/>
          </a:ln>
        </p:spPr>
      </p:cxnSp>
      <p:cxnSp>
        <p:nvCxnSpPr>
          <p:cNvPr id="7608" name="Google Shape;7608;p72"/>
          <p:cNvCxnSpPr>
            <a:stCxn id="7599" idx="0"/>
          </p:cNvCxnSpPr>
          <p:nvPr/>
        </p:nvCxnSpPr>
        <p:spPr>
          <a:xfrm rot="10800000">
            <a:off x="1466252" y="1221796"/>
            <a:ext cx="0" cy="637200"/>
          </a:xfrm>
          <a:prstGeom prst="straightConnector1">
            <a:avLst/>
          </a:prstGeom>
          <a:noFill/>
          <a:ln cap="flat" cmpd="sng" w="9525">
            <a:solidFill>
              <a:schemeClr val="dk2"/>
            </a:solidFill>
            <a:prstDash val="solid"/>
            <a:round/>
            <a:headEnd len="med" w="med" type="none"/>
            <a:tailEnd len="med" w="med" type="none"/>
          </a:ln>
        </p:spPr>
      </p:cxnSp>
      <p:grpSp>
        <p:nvGrpSpPr>
          <p:cNvPr id="7609" name="Google Shape;7609;p72"/>
          <p:cNvGrpSpPr/>
          <p:nvPr/>
        </p:nvGrpSpPr>
        <p:grpSpPr>
          <a:xfrm rot="-5400000">
            <a:off x="939981" y="2771949"/>
            <a:ext cx="109798" cy="26302"/>
            <a:chOff x="4885225" y="945750"/>
            <a:chExt cx="311926" cy="74700"/>
          </a:xfrm>
        </p:grpSpPr>
        <p:sp>
          <p:nvSpPr>
            <p:cNvPr id="7610" name="Google Shape;7610;p72"/>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611" name="Google Shape;7611;p72"/>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612" name="Google Shape;7612;p72"/>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7613" name="Google Shape;7613;p72"/>
          <p:cNvGrpSpPr/>
          <p:nvPr/>
        </p:nvGrpSpPr>
        <p:grpSpPr>
          <a:xfrm>
            <a:off x="2896103" y="722118"/>
            <a:ext cx="313273" cy="74585"/>
            <a:chOff x="3655625" y="914400"/>
            <a:chExt cx="2743200" cy="690600"/>
          </a:xfrm>
        </p:grpSpPr>
        <p:sp>
          <p:nvSpPr>
            <p:cNvPr id="7614" name="Google Shape;7614;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15" name="Google Shape;7615;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16" name="Google Shape;7616;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617" name="Google Shape;7617;p72"/>
          <p:cNvGrpSpPr/>
          <p:nvPr/>
        </p:nvGrpSpPr>
        <p:grpSpPr>
          <a:xfrm>
            <a:off x="3353303" y="722118"/>
            <a:ext cx="313273" cy="74585"/>
            <a:chOff x="3655625" y="914400"/>
            <a:chExt cx="2743200" cy="690600"/>
          </a:xfrm>
        </p:grpSpPr>
        <p:sp>
          <p:nvSpPr>
            <p:cNvPr id="7618" name="Google Shape;7618;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19" name="Google Shape;7619;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20" name="Google Shape;7620;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621" name="Google Shape;7621;p72"/>
          <p:cNvGrpSpPr/>
          <p:nvPr/>
        </p:nvGrpSpPr>
        <p:grpSpPr>
          <a:xfrm>
            <a:off x="3810503" y="722118"/>
            <a:ext cx="313273" cy="74585"/>
            <a:chOff x="3655625" y="914400"/>
            <a:chExt cx="2743200" cy="690600"/>
          </a:xfrm>
        </p:grpSpPr>
        <p:sp>
          <p:nvSpPr>
            <p:cNvPr id="7622" name="Google Shape;7622;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23" name="Google Shape;7623;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24" name="Google Shape;7624;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625" name="Google Shape;7625;p72"/>
          <p:cNvSpPr txBox="1"/>
          <p:nvPr/>
        </p:nvSpPr>
        <p:spPr>
          <a:xfrm>
            <a:off x="2814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7626" name="Google Shape;7626;p72"/>
          <p:cNvSpPr txBox="1"/>
          <p:nvPr/>
        </p:nvSpPr>
        <p:spPr>
          <a:xfrm>
            <a:off x="3339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7627" name="Google Shape;7627;p72"/>
          <p:cNvSpPr txBox="1"/>
          <p:nvPr/>
        </p:nvSpPr>
        <p:spPr>
          <a:xfrm>
            <a:off x="3754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7628" name="Google Shape;7628;p72"/>
          <p:cNvGrpSpPr/>
          <p:nvPr/>
        </p:nvGrpSpPr>
        <p:grpSpPr>
          <a:xfrm>
            <a:off x="4264403" y="3955308"/>
            <a:ext cx="313273" cy="74585"/>
            <a:chOff x="3655625" y="914400"/>
            <a:chExt cx="2743200" cy="690600"/>
          </a:xfrm>
        </p:grpSpPr>
        <p:sp>
          <p:nvSpPr>
            <p:cNvPr id="7629" name="Google Shape;7629;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30" name="Google Shape;7630;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31" name="Google Shape;7631;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632" name="Google Shape;7632;p72"/>
          <p:cNvGrpSpPr/>
          <p:nvPr/>
        </p:nvGrpSpPr>
        <p:grpSpPr>
          <a:xfrm>
            <a:off x="4264403" y="3498108"/>
            <a:ext cx="313273" cy="74585"/>
            <a:chOff x="3655625" y="914400"/>
            <a:chExt cx="2743200" cy="690600"/>
          </a:xfrm>
        </p:grpSpPr>
        <p:sp>
          <p:nvSpPr>
            <p:cNvPr id="7633" name="Google Shape;7633;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34" name="Google Shape;7634;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35" name="Google Shape;7635;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636" name="Google Shape;7636;p72"/>
          <p:cNvCxnSpPr>
            <a:stCxn id="7538" idx="0"/>
            <a:endCxn id="7633" idx="2"/>
          </p:cNvCxnSpPr>
          <p:nvPr/>
        </p:nvCxnSpPr>
        <p:spPr>
          <a:xfrm flipH="1" rot="10800000">
            <a:off x="3049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7637" name="Google Shape;7637;p72"/>
          <p:cNvCxnSpPr>
            <a:stCxn id="7543" idx="0"/>
            <a:endCxn id="7633" idx="2"/>
          </p:cNvCxnSpPr>
          <p:nvPr/>
        </p:nvCxnSpPr>
        <p:spPr>
          <a:xfrm flipH="1" rot="10800000">
            <a:off x="3506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638" name="Google Shape;7638;p72"/>
          <p:cNvCxnSpPr>
            <a:stCxn id="7548" idx="0"/>
            <a:endCxn id="7633" idx="2"/>
          </p:cNvCxnSpPr>
          <p:nvPr/>
        </p:nvCxnSpPr>
        <p:spPr>
          <a:xfrm flipH="1" rot="10800000">
            <a:off x="3963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639" name="Google Shape;7639;p72"/>
          <p:cNvCxnSpPr>
            <a:stCxn id="7629" idx="0"/>
            <a:endCxn id="7633" idx="2"/>
          </p:cNvCxnSpPr>
          <p:nvPr/>
        </p:nvCxnSpPr>
        <p:spPr>
          <a:xfrm rot="10800000">
            <a:off x="4421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7640" name="Google Shape;7640;p72"/>
          <p:cNvSpPr/>
          <p:nvPr/>
        </p:nvSpPr>
        <p:spPr>
          <a:xfrm>
            <a:off x="2839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7641" name="Google Shape;7641;p72"/>
          <p:cNvGrpSpPr/>
          <p:nvPr/>
        </p:nvGrpSpPr>
        <p:grpSpPr>
          <a:xfrm>
            <a:off x="2896103" y="2801514"/>
            <a:ext cx="313273" cy="74585"/>
            <a:chOff x="3655625" y="914400"/>
            <a:chExt cx="2743200" cy="690600"/>
          </a:xfrm>
        </p:grpSpPr>
        <p:sp>
          <p:nvSpPr>
            <p:cNvPr id="7642" name="Google Shape;7642;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43" name="Google Shape;7643;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44" name="Google Shape;7644;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645" name="Google Shape;7645;p72"/>
          <p:cNvGrpSpPr/>
          <p:nvPr/>
        </p:nvGrpSpPr>
        <p:grpSpPr>
          <a:xfrm>
            <a:off x="3353303" y="2801514"/>
            <a:ext cx="313273" cy="74585"/>
            <a:chOff x="3655625" y="914400"/>
            <a:chExt cx="2743200" cy="690600"/>
          </a:xfrm>
        </p:grpSpPr>
        <p:sp>
          <p:nvSpPr>
            <p:cNvPr id="7646" name="Google Shape;7646;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47" name="Google Shape;7647;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48" name="Google Shape;7648;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649" name="Google Shape;7649;p72"/>
          <p:cNvGrpSpPr/>
          <p:nvPr/>
        </p:nvGrpSpPr>
        <p:grpSpPr>
          <a:xfrm>
            <a:off x="3810503" y="2801514"/>
            <a:ext cx="313273" cy="74585"/>
            <a:chOff x="3655625" y="914400"/>
            <a:chExt cx="2743200" cy="690600"/>
          </a:xfrm>
        </p:grpSpPr>
        <p:sp>
          <p:nvSpPr>
            <p:cNvPr id="7650" name="Google Shape;7650;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51" name="Google Shape;7651;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52" name="Google Shape;7652;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653" name="Google Shape;7653;p72"/>
          <p:cNvGrpSpPr/>
          <p:nvPr/>
        </p:nvGrpSpPr>
        <p:grpSpPr>
          <a:xfrm>
            <a:off x="2896103" y="2580063"/>
            <a:ext cx="313273" cy="74585"/>
            <a:chOff x="3655625" y="914400"/>
            <a:chExt cx="2743200" cy="690600"/>
          </a:xfrm>
        </p:grpSpPr>
        <p:sp>
          <p:nvSpPr>
            <p:cNvPr id="7654" name="Google Shape;7654;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55" name="Google Shape;7655;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56" name="Google Shape;7656;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657" name="Google Shape;7657;p72"/>
          <p:cNvGrpSpPr/>
          <p:nvPr/>
        </p:nvGrpSpPr>
        <p:grpSpPr>
          <a:xfrm>
            <a:off x="3353303" y="2580063"/>
            <a:ext cx="313273" cy="74585"/>
            <a:chOff x="3655625" y="914400"/>
            <a:chExt cx="2743200" cy="690600"/>
          </a:xfrm>
        </p:grpSpPr>
        <p:sp>
          <p:nvSpPr>
            <p:cNvPr id="7658" name="Google Shape;7658;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59" name="Google Shape;7659;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60" name="Google Shape;7660;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661" name="Google Shape;7661;p72"/>
          <p:cNvGrpSpPr/>
          <p:nvPr/>
        </p:nvGrpSpPr>
        <p:grpSpPr>
          <a:xfrm>
            <a:off x="3810503" y="2580063"/>
            <a:ext cx="313273" cy="74585"/>
            <a:chOff x="3655625" y="914400"/>
            <a:chExt cx="2743200" cy="690600"/>
          </a:xfrm>
        </p:grpSpPr>
        <p:sp>
          <p:nvSpPr>
            <p:cNvPr id="7662" name="Google Shape;7662;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63" name="Google Shape;7663;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64" name="Google Shape;7664;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665" name="Google Shape;7665;p72"/>
          <p:cNvCxnSpPr>
            <a:stCxn id="7642" idx="0"/>
            <a:endCxn id="7654" idx="2"/>
          </p:cNvCxnSpPr>
          <p:nvPr/>
        </p:nvCxnSpPr>
        <p:spPr>
          <a:xfrm rot="10800000">
            <a:off x="3052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7666" name="Google Shape;7666;p72"/>
          <p:cNvCxnSpPr>
            <a:stCxn id="7650" idx="0"/>
            <a:endCxn id="7662" idx="2"/>
          </p:cNvCxnSpPr>
          <p:nvPr/>
        </p:nvCxnSpPr>
        <p:spPr>
          <a:xfrm rot="10800000">
            <a:off x="3967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7667" name="Google Shape;7667;p72"/>
          <p:cNvCxnSpPr>
            <a:stCxn id="7646" idx="0"/>
            <a:endCxn id="7658" idx="2"/>
          </p:cNvCxnSpPr>
          <p:nvPr/>
        </p:nvCxnSpPr>
        <p:spPr>
          <a:xfrm rot="10800000">
            <a:off x="3509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7668" name="Google Shape;7668;p72"/>
          <p:cNvGrpSpPr/>
          <p:nvPr/>
        </p:nvGrpSpPr>
        <p:grpSpPr>
          <a:xfrm>
            <a:off x="4267703" y="2804397"/>
            <a:ext cx="313273" cy="74585"/>
            <a:chOff x="3655625" y="914400"/>
            <a:chExt cx="2743200" cy="690600"/>
          </a:xfrm>
        </p:grpSpPr>
        <p:sp>
          <p:nvSpPr>
            <p:cNvPr id="7669" name="Google Shape;7669;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70" name="Google Shape;7670;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71" name="Google Shape;7671;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672" name="Google Shape;7672;p72"/>
          <p:cNvGrpSpPr/>
          <p:nvPr/>
        </p:nvGrpSpPr>
        <p:grpSpPr>
          <a:xfrm>
            <a:off x="4267703" y="2576499"/>
            <a:ext cx="313273" cy="74585"/>
            <a:chOff x="3655625" y="914400"/>
            <a:chExt cx="2743200" cy="690600"/>
          </a:xfrm>
        </p:grpSpPr>
        <p:sp>
          <p:nvSpPr>
            <p:cNvPr id="7673" name="Google Shape;7673;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74" name="Google Shape;7674;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75" name="Google Shape;7675;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676" name="Google Shape;7676;p72"/>
          <p:cNvCxnSpPr>
            <a:stCxn id="7669" idx="0"/>
            <a:endCxn id="7673" idx="2"/>
          </p:cNvCxnSpPr>
          <p:nvPr/>
        </p:nvCxnSpPr>
        <p:spPr>
          <a:xfrm rot="10800000">
            <a:off x="4424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7677" name="Google Shape;7677;p72"/>
          <p:cNvSpPr txBox="1"/>
          <p:nvPr/>
        </p:nvSpPr>
        <p:spPr>
          <a:xfrm>
            <a:off x="2753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7678" name="Google Shape;7678;p72"/>
          <p:cNvGrpSpPr/>
          <p:nvPr/>
        </p:nvGrpSpPr>
        <p:grpSpPr>
          <a:xfrm>
            <a:off x="4264266" y="722118"/>
            <a:ext cx="313273" cy="74585"/>
            <a:chOff x="3655625" y="914400"/>
            <a:chExt cx="2743200" cy="690600"/>
          </a:xfrm>
        </p:grpSpPr>
        <p:sp>
          <p:nvSpPr>
            <p:cNvPr id="7679" name="Google Shape;7679;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80" name="Google Shape;7680;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81" name="Google Shape;7681;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682" name="Google Shape;7682;p72"/>
          <p:cNvSpPr txBox="1"/>
          <p:nvPr/>
        </p:nvSpPr>
        <p:spPr>
          <a:xfrm>
            <a:off x="4179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7683" name="Google Shape;7683;p72"/>
          <p:cNvGrpSpPr/>
          <p:nvPr/>
        </p:nvGrpSpPr>
        <p:grpSpPr>
          <a:xfrm>
            <a:off x="4264278" y="1373704"/>
            <a:ext cx="313273" cy="74585"/>
            <a:chOff x="3655625" y="914400"/>
            <a:chExt cx="2743200" cy="690600"/>
          </a:xfrm>
        </p:grpSpPr>
        <p:sp>
          <p:nvSpPr>
            <p:cNvPr id="7684" name="Google Shape;7684;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85" name="Google Shape;7685;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86" name="Google Shape;7686;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687" name="Google Shape;7687;p72"/>
          <p:cNvCxnSpPr>
            <a:stCxn id="7684" idx="0"/>
            <a:endCxn id="7591" idx="0"/>
          </p:cNvCxnSpPr>
          <p:nvPr/>
        </p:nvCxnSpPr>
        <p:spPr>
          <a:xfrm rot="5400000">
            <a:off x="2243665" y="-318146"/>
            <a:ext cx="485400" cy="3869100"/>
          </a:xfrm>
          <a:prstGeom prst="bentConnector3">
            <a:avLst>
              <a:gd fmla="val -11875" name="adj1"/>
            </a:avLst>
          </a:prstGeom>
          <a:noFill/>
          <a:ln cap="flat" cmpd="sng" w="9525">
            <a:solidFill>
              <a:schemeClr val="dk2"/>
            </a:solidFill>
            <a:prstDash val="solid"/>
            <a:round/>
            <a:headEnd len="med" w="med" type="none"/>
            <a:tailEnd len="med" w="med" type="none"/>
          </a:ln>
        </p:spPr>
      </p:cxnSp>
      <p:sp>
        <p:nvSpPr>
          <p:cNvPr id="7688" name="Google Shape;7688;p72"/>
          <p:cNvSpPr/>
          <p:nvPr/>
        </p:nvSpPr>
        <p:spPr>
          <a:xfrm>
            <a:off x="2856897" y="3189900"/>
            <a:ext cx="1798200" cy="1917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7689" name="Google Shape;7689;p72"/>
          <p:cNvGrpSpPr/>
          <p:nvPr/>
        </p:nvGrpSpPr>
        <p:grpSpPr>
          <a:xfrm>
            <a:off x="3363678" y="3253799"/>
            <a:ext cx="313273" cy="74585"/>
            <a:chOff x="3655625" y="914400"/>
            <a:chExt cx="2743200" cy="690600"/>
          </a:xfrm>
        </p:grpSpPr>
        <p:sp>
          <p:nvSpPr>
            <p:cNvPr id="7690" name="Google Shape;7690;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91" name="Google Shape;7691;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92" name="Google Shape;7692;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693" name="Google Shape;7693;p72"/>
          <p:cNvGrpSpPr/>
          <p:nvPr/>
        </p:nvGrpSpPr>
        <p:grpSpPr>
          <a:xfrm>
            <a:off x="3820878" y="3253799"/>
            <a:ext cx="313273" cy="74585"/>
            <a:chOff x="3655625" y="914400"/>
            <a:chExt cx="2743200" cy="690600"/>
          </a:xfrm>
        </p:grpSpPr>
        <p:sp>
          <p:nvSpPr>
            <p:cNvPr id="7694" name="Google Shape;7694;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95" name="Google Shape;7695;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696" name="Google Shape;7696;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697" name="Google Shape;7697;p72"/>
          <p:cNvGrpSpPr/>
          <p:nvPr/>
        </p:nvGrpSpPr>
        <p:grpSpPr>
          <a:xfrm>
            <a:off x="4278078" y="3253799"/>
            <a:ext cx="313273" cy="74585"/>
            <a:chOff x="3655625" y="914400"/>
            <a:chExt cx="2743200" cy="690600"/>
          </a:xfrm>
        </p:grpSpPr>
        <p:sp>
          <p:nvSpPr>
            <p:cNvPr id="7698" name="Google Shape;7698;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99" name="Google Shape;7699;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00" name="Google Shape;7700;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701" name="Google Shape;7701;p72"/>
          <p:cNvGrpSpPr/>
          <p:nvPr/>
        </p:nvGrpSpPr>
        <p:grpSpPr>
          <a:xfrm>
            <a:off x="2906478" y="3253799"/>
            <a:ext cx="313200" cy="74700"/>
            <a:chOff x="5335131" y="2757062"/>
            <a:chExt cx="313200" cy="74700"/>
          </a:xfrm>
        </p:grpSpPr>
        <p:sp>
          <p:nvSpPr>
            <p:cNvPr id="7702" name="Google Shape;7702;p72"/>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03" name="Google Shape;7703;p72"/>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7704" name="Google Shape;7704;p72"/>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sp>
        <p:nvSpPr>
          <p:cNvPr id="7705" name="Google Shape;7705;p72"/>
          <p:cNvSpPr/>
          <p:nvPr/>
        </p:nvSpPr>
        <p:spPr>
          <a:xfrm>
            <a:off x="556297" y="1763100"/>
            <a:ext cx="2516450" cy="1483863"/>
          </a:xfrm>
          <a:custGeom>
            <a:rect b="b" l="l" r="r" t="t"/>
            <a:pathLst>
              <a:path extrusionOk="0" h="51407" w="100658">
                <a:moveTo>
                  <a:pt x="100658" y="51407"/>
                </a:moveTo>
                <a:lnTo>
                  <a:pt x="100658" y="47065"/>
                </a:lnTo>
                <a:lnTo>
                  <a:pt x="57655" y="47065"/>
                </a:lnTo>
                <a:lnTo>
                  <a:pt x="57655" y="0"/>
                </a:lnTo>
                <a:lnTo>
                  <a:pt x="0" y="0"/>
                </a:lnTo>
                <a:lnTo>
                  <a:pt x="0" y="4007"/>
                </a:lnTo>
              </a:path>
            </a:pathLst>
          </a:custGeom>
          <a:noFill/>
          <a:ln cap="flat" cmpd="sng" w="9525">
            <a:solidFill>
              <a:schemeClr val="dk2"/>
            </a:solidFill>
            <a:prstDash val="solid"/>
            <a:round/>
            <a:headEnd len="med" w="med" type="none"/>
            <a:tailEnd len="med" w="med" type="none"/>
          </a:ln>
        </p:spPr>
      </p:sp>
      <p:sp>
        <p:nvSpPr>
          <p:cNvPr id="7706" name="Google Shape;7706;p72"/>
          <p:cNvSpPr/>
          <p:nvPr/>
        </p:nvSpPr>
        <p:spPr>
          <a:xfrm>
            <a:off x="558447" y="1700775"/>
            <a:ext cx="2974125" cy="1553012"/>
          </a:xfrm>
          <a:custGeom>
            <a:rect b="b" l="l" r="r" t="t"/>
            <a:pathLst>
              <a:path extrusionOk="0" h="53910" w="118965">
                <a:moveTo>
                  <a:pt x="118965" y="53910"/>
                </a:moveTo>
                <a:lnTo>
                  <a:pt x="118965" y="47430"/>
                </a:lnTo>
                <a:lnTo>
                  <a:pt x="60130" y="47430"/>
                </a:lnTo>
                <a:lnTo>
                  <a:pt x="60130" y="0"/>
                </a:lnTo>
                <a:lnTo>
                  <a:pt x="0" y="0"/>
                </a:lnTo>
              </a:path>
            </a:pathLst>
          </a:custGeom>
          <a:noFill/>
          <a:ln cap="flat" cmpd="sng" w="9525">
            <a:solidFill>
              <a:schemeClr val="dk2"/>
            </a:solidFill>
            <a:prstDash val="solid"/>
            <a:round/>
            <a:headEnd len="med" w="med" type="none"/>
            <a:tailEnd len="med" w="med" type="none"/>
          </a:ln>
        </p:spPr>
      </p:sp>
      <p:sp>
        <p:nvSpPr>
          <p:cNvPr id="7707" name="Google Shape;7707;p72"/>
          <p:cNvSpPr/>
          <p:nvPr/>
        </p:nvSpPr>
        <p:spPr>
          <a:xfrm>
            <a:off x="564922" y="1629500"/>
            <a:ext cx="3421225" cy="1624358"/>
          </a:xfrm>
          <a:custGeom>
            <a:rect b="b" l="l" r="r" t="t"/>
            <a:pathLst>
              <a:path extrusionOk="0" h="56761" w="136849">
                <a:moveTo>
                  <a:pt x="136849" y="56761"/>
                </a:moveTo>
                <a:lnTo>
                  <a:pt x="136849" y="48726"/>
                </a:lnTo>
                <a:lnTo>
                  <a:pt x="62204" y="48726"/>
                </a:lnTo>
                <a:lnTo>
                  <a:pt x="62204" y="0"/>
                </a:lnTo>
                <a:lnTo>
                  <a:pt x="0" y="0"/>
                </a:lnTo>
              </a:path>
            </a:pathLst>
          </a:custGeom>
          <a:noFill/>
          <a:ln cap="flat" cmpd="sng" w="9525">
            <a:solidFill>
              <a:schemeClr val="dk2"/>
            </a:solidFill>
            <a:prstDash val="solid"/>
            <a:round/>
            <a:headEnd len="med" w="med" type="none"/>
            <a:tailEnd len="med" w="med" type="none"/>
          </a:ln>
        </p:spPr>
      </p:sp>
      <p:sp>
        <p:nvSpPr>
          <p:cNvPr id="7708" name="Google Shape;7708;p72"/>
          <p:cNvSpPr/>
          <p:nvPr/>
        </p:nvSpPr>
        <p:spPr>
          <a:xfrm>
            <a:off x="558447" y="1564700"/>
            <a:ext cx="3887750" cy="1682212"/>
          </a:xfrm>
          <a:custGeom>
            <a:rect b="b" l="l" r="r" t="t"/>
            <a:pathLst>
              <a:path extrusionOk="0" h="59353" w="155510">
                <a:moveTo>
                  <a:pt x="155510" y="59353"/>
                </a:moveTo>
                <a:lnTo>
                  <a:pt x="155510" y="50281"/>
                </a:lnTo>
                <a:lnTo>
                  <a:pt x="64536" y="50281"/>
                </a:lnTo>
                <a:lnTo>
                  <a:pt x="64536" y="0"/>
                </a:lnTo>
                <a:lnTo>
                  <a:pt x="0" y="0"/>
                </a:lnTo>
              </a:path>
            </a:pathLst>
          </a:custGeom>
          <a:noFill/>
          <a:ln cap="flat" cmpd="sng" w="9525">
            <a:solidFill>
              <a:schemeClr val="dk2"/>
            </a:solidFill>
            <a:prstDash val="solid"/>
            <a:round/>
            <a:headEnd len="med" w="med" type="none"/>
            <a:tailEnd len="med" w="med" type="none"/>
          </a:ln>
        </p:spPr>
      </p:sp>
      <p:cxnSp>
        <p:nvCxnSpPr>
          <p:cNvPr id="7709" name="Google Shape;7709;p72"/>
          <p:cNvCxnSpPr/>
          <p:nvPr/>
        </p:nvCxnSpPr>
        <p:spPr>
          <a:xfrm>
            <a:off x="5202125" y="-10475"/>
            <a:ext cx="0" cy="5181300"/>
          </a:xfrm>
          <a:prstGeom prst="straightConnector1">
            <a:avLst/>
          </a:prstGeom>
          <a:noFill/>
          <a:ln cap="flat" cmpd="sng" w="19050">
            <a:solidFill>
              <a:schemeClr val="dk2"/>
            </a:solidFill>
            <a:prstDash val="dash"/>
            <a:round/>
            <a:headEnd len="med" w="med" type="none"/>
            <a:tailEnd len="med" w="med" type="none"/>
          </a:ln>
        </p:spPr>
      </p:cxnSp>
      <p:sp>
        <p:nvSpPr>
          <p:cNvPr id="7710" name="Google Shape;7710;p72"/>
          <p:cNvSpPr/>
          <p:nvPr/>
        </p:nvSpPr>
        <p:spPr>
          <a:xfrm>
            <a:off x="5480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7711" name="Google Shape;7711;p72"/>
          <p:cNvSpPr txBox="1"/>
          <p:nvPr/>
        </p:nvSpPr>
        <p:spPr>
          <a:xfrm>
            <a:off x="6080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7712" name="Google Shape;7712;p72"/>
          <p:cNvSpPr txBox="1"/>
          <p:nvPr/>
        </p:nvSpPr>
        <p:spPr>
          <a:xfrm>
            <a:off x="6624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7713" name="Google Shape;7713;p72"/>
          <p:cNvSpPr txBox="1"/>
          <p:nvPr/>
        </p:nvSpPr>
        <p:spPr>
          <a:xfrm>
            <a:off x="6968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7714" name="Google Shape;7714;p72"/>
          <p:cNvSpPr/>
          <p:nvPr/>
        </p:nvSpPr>
        <p:spPr>
          <a:xfrm>
            <a:off x="5607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7715" name="Google Shape;7715;p72"/>
          <p:cNvSpPr/>
          <p:nvPr/>
        </p:nvSpPr>
        <p:spPr>
          <a:xfrm>
            <a:off x="5656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716" name="Google Shape;7716;p72"/>
          <p:cNvGrpSpPr/>
          <p:nvPr/>
        </p:nvGrpSpPr>
        <p:grpSpPr>
          <a:xfrm>
            <a:off x="7074056" y="3444952"/>
            <a:ext cx="313273" cy="74585"/>
            <a:chOff x="3655625" y="914400"/>
            <a:chExt cx="2743200" cy="690600"/>
          </a:xfrm>
        </p:grpSpPr>
        <p:sp>
          <p:nvSpPr>
            <p:cNvPr id="7717" name="Google Shape;7717;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18" name="Google Shape;7718;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19" name="Google Shape;7719;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720" name="Google Shape;7720;p72"/>
          <p:cNvSpPr txBox="1"/>
          <p:nvPr/>
        </p:nvSpPr>
        <p:spPr>
          <a:xfrm>
            <a:off x="7463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7721" name="Google Shape;7721;p72"/>
          <p:cNvGrpSpPr/>
          <p:nvPr/>
        </p:nvGrpSpPr>
        <p:grpSpPr>
          <a:xfrm>
            <a:off x="7531256" y="3444952"/>
            <a:ext cx="313273" cy="74585"/>
            <a:chOff x="3655625" y="914400"/>
            <a:chExt cx="2743200" cy="690600"/>
          </a:xfrm>
        </p:grpSpPr>
        <p:sp>
          <p:nvSpPr>
            <p:cNvPr id="7722" name="Google Shape;7722;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23" name="Google Shape;7723;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24" name="Google Shape;7724;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725" name="Google Shape;7725;p72"/>
          <p:cNvSpPr txBox="1"/>
          <p:nvPr/>
        </p:nvSpPr>
        <p:spPr>
          <a:xfrm>
            <a:off x="7967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7726" name="Google Shape;7726;p72"/>
          <p:cNvGrpSpPr/>
          <p:nvPr/>
        </p:nvGrpSpPr>
        <p:grpSpPr>
          <a:xfrm>
            <a:off x="7988456" y="3444952"/>
            <a:ext cx="313273" cy="74585"/>
            <a:chOff x="3655625" y="914400"/>
            <a:chExt cx="2743200" cy="690600"/>
          </a:xfrm>
        </p:grpSpPr>
        <p:sp>
          <p:nvSpPr>
            <p:cNvPr id="7727" name="Google Shape;7727;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28" name="Google Shape;7728;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29" name="Google Shape;7729;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730" name="Google Shape;7730;p72"/>
          <p:cNvSpPr txBox="1"/>
          <p:nvPr/>
        </p:nvSpPr>
        <p:spPr>
          <a:xfrm>
            <a:off x="8393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7731" name="Google Shape;7731;p72"/>
          <p:cNvGrpSpPr/>
          <p:nvPr/>
        </p:nvGrpSpPr>
        <p:grpSpPr>
          <a:xfrm>
            <a:off x="7074056" y="2987752"/>
            <a:ext cx="313273" cy="74585"/>
            <a:chOff x="3655625" y="914400"/>
            <a:chExt cx="2743200" cy="690600"/>
          </a:xfrm>
        </p:grpSpPr>
        <p:sp>
          <p:nvSpPr>
            <p:cNvPr id="7732" name="Google Shape;7732;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33" name="Google Shape;7733;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34" name="Google Shape;7734;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735" name="Google Shape;7735;p72"/>
          <p:cNvGrpSpPr/>
          <p:nvPr/>
        </p:nvGrpSpPr>
        <p:grpSpPr>
          <a:xfrm>
            <a:off x="7531256" y="2987752"/>
            <a:ext cx="313273" cy="74585"/>
            <a:chOff x="3655625" y="914400"/>
            <a:chExt cx="2743200" cy="690600"/>
          </a:xfrm>
        </p:grpSpPr>
        <p:sp>
          <p:nvSpPr>
            <p:cNvPr id="7736" name="Google Shape;7736;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37" name="Google Shape;7737;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38" name="Google Shape;7738;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739" name="Google Shape;7739;p72"/>
          <p:cNvGrpSpPr/>
          <p:nvPr/>
        </p:nvGrpSpPr>
        <p:grpSpPr>
          <a:xfrm>
            <a:off x="7988456" y="2987752"/>
            <a:ext cx="313273" cy="74585"/>
            <a:chOff x="3655625" y="914400"/>
            <a:chExt cx="2743200" cy="690600"/>
          </a:xfrm>
        </p:grpSpPr>
        <p:sp>
          <p:nvSpPr>
            <p:cNvPr id="7740" name="Google Shape;7740;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41" name="Google Shape;7741;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42" name="Google Shape;7742;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743" name="Google Shape;7743;p72"/>
          <p:cNvCxnSpPr>
            <a:stCxn id="7717" idx="0"/>
          </p:cNvCxnSpPr>
          <p:nvPr/>
        </p:nvCxnSpPr>
        <p:spPr>
          <a:xfrm rot="10800000">
            <a:off x="7230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744" name="Google Shape;7744;p72"/>
          <p:cNvCxnSpPr>
            <a:stCxn id="7717" idx="0"/>
            <a:endCxn id="7736" idx="2"/>
          </p:cNvCxnSpPr>
          <p:nvPr/>
        </p:nvCxnSpPr>
        <p:spPr>
          <a:xfrm flipH="1" rot="10800000">
            <a:off x="7230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745" name="Google Shape;7745;p72"/>
          <p:cNvCxnSpPr>
            <a:stCxn id="7717" idx="0"/>
            <a:endCxn id="7740" idx="2"/>
          </p:cNvCxnSpPr>
          <p:nvPr/>
        </p:nvCxnSpPr>
        <p:spPr>
          <a:xfrm flipH="1" rot="10800000">
            <a:off x="7230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746" name="Google Shape;7746;p72"/>
          <p:cNvCxnSpPr>
            <a:stCxn id="7722" idx="0"/>
            <a:endCxn id="7736" idx="2"/>
          </p:cNvCxnSpPr>
          <p:nvPr/>
        </p:nvCxnSpPr>
        <p:spPr>
          <a:xfrm rot="10800000">
            <a:off x="7687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747" name="Google Shape;7747;p72"/>
          <p:cNvCxnSpPr>
            <a:stCxn id="7727" idx="0"/>
            <a:endCxn id="7740" idx="2"/>
          </p:cNvCxnSpPr>
          <p:nvPr/>
        </p:nvCxnSpPr>
        <p:spPr>
          <a:xfrm rot="10800000">
            <a:off x="8145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748" name="Google Shape;7748;p72"/>
          <p:cNvCxnSpPr>
            <a:stCxn id="7722" idx="0"/>
            <a:endCxn id="7740" idx="2"/>
          </p:cNvCxnSpPr>
          <p:nvPr/>
        </p:nvCxnSpPr>
        <p:spPr>
          <a:xfrm flipH="1" rot="10800000">
            <a:off x="7687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7749" name="Google Shape;7749;p72"/>
          <p:cNvGrpSpPr/>
          <p:nvPr/>
        </p:nvGrpSpPr>
        <p:grpSpPr>
          <a:xfrm rot="-5400000">
            <a:off x="7179088" y="2142702"/>
            <a:ext cx="109798" cy="26302"/>
            <a:chOff x="4885225" y="945750"/>
            <a:chExt cx="311926" cy="74700"/>
          </a:xfrm>
        </p:grpSpPr>
        <p:sp>
          <p:nvSpPr>
            <p:cNvPr id="7750" name="Google Shape;7750;p72"/>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751" name="Google Shape;7751;p72"/>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752" name="Google Shape;7752;p72"/>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753" name="Google Shape;7753;p72"/>
          <p:cNvSpPr/>
          <p:nvPr/>
        </p:nvSpPr>
        <p:spPr>
          <a:xfrm>
            <a:off x="5607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7754" name="Google Shape;7754;p72"/>
          <p:cNvSpPr/>
          <p:nvPr/>
        </p:nvSpPr>
        <p:spPr>
          <a:xfrm>
            <a:off x="5655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7755" name="Google Shape;7755;p72"/>
          <p:cNvSpPr/>
          <p:nvPr/>
        </p:nvSpPr>
        <p:spPr>
          <a:xfrm>
            <a:off x="5656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7756" name="Google Shape;7756;p72"/>
          <p:cNvSpPr/>
          <p:nvPr/>
        </p:nvSpPr>
        <p:spPr>
          <a:xfrm>
            <a:off x="5656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7757" name="Google Shape;7757;p72"/>
          <p:cNvGrpSpPr/>
          <p:nvPr/>
        </p:nvGrpSpPr>
        <p:grpSpPr>
          <a:xfrm>
            <a:off x="7077356" y="2758466"/>
            <a:ext cx="313273" cy="74585"/>
            <a:chOff x="3655625" y="914400"/>
            <a:chExt cx="2743200" cy="690600"/>
          </a:xfrm>
        </p:grpSpPr>
        <p:sp>
          <p:nvSpPr>
            <p:cNvPr id="7758" name="Google Shape;7758;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59" name="Google Shape;7759;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60" name="Google Shape;7760;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761" name="Google Shape;7761;p72"/>
          <p:cNvGrpSpPr/>
          <p:nvPr/>
        </p:nvGrpSpPr>
        <p:grpSpPr>
          <a:xfrm>
            <a:off x="7534556" y="2758466"/>
            <a:ext cx="313273" cy="74585"/>
            <a:chOff x="3655625" y="914400"/>
            <a:chExt cx="2743200" cy="690600"/>
          </a:xfrm>
        </p:grpSpPr>
        <p:sp>
          <p:nvSpPr>
            <p:cNvPr id="7762" name="Google Shape;7762;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63" name="Google Shape;7763;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64" name="Google Shape;7764;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765" name="Google Shape;7765;p72"/>
          <p:cNvGrpSpPr/>
          <p:nvPr/>
        </p:nvGrpSpPr>
        <p:grpSpPr>
          <a:xfrm>
            <a:off x="7991756" y="2758466"/>
            <a:ext cx="313273" cy="74585"/>
            <a:chOff x="3655625" y="914400"/>
            <a:chExt cx="2743200" cy="690600"/>
          </a:xfrm>
        </p:grpSpPr>
        <p:sp>
          <p:nvSpPr>
            <p:cNvPr id="7766" name="Google Shape;7766;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67" name="Google Shape;7767;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68" name="Google Shape;7768;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769" name="Google Shape;7769;p72"/>
          <p:cNvGrpSpPr/>
          <p:nvPr/>
        </p:nvGrpSpPr>
        <p:grpSpPr>
          <a:xfrm>
            <a:off x="7077356" y="2537014"/>
            <a:ext cx="313273" cy="74585"/>
            <a:chOff x="3655625" y="914400"/>
            <a:chExt cx="2743200" cy="690600"/>
          </a:xfrm>
        </p:grpSpPr>
        <p:sp>
          <p:nvSpPr>
            <p:cNvPr id="7770" name="Google Shape;7770;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71" name="Google Shape;7771;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72" name="Google Shape;7772;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773" name="Google Shape;7773;p72"/>
          <p:cNvGrpSpPr/>
          <p:nvPr/>
        </p:nvGrpSpPr>
        <p:grpSpPr>
          <a:xfrm>
            <a:off x="7534556" y="2537014"/>
            <a:ext cx="313273" cy="74585"/>
            <a:chOff x="3655625" y="914400"/>
            <a:chExt cx="2743200" cy="690600"/>
          </a:xfrm>
        </p:grpSpPr>
        <p:sp>
          <p:nvSpPr>
            <p:cNvPr id="7774" name="Google Shape;7774;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75" name="Google Shape;7775;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76" name="Google Shape;7776;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777" name="Google Shape;7777;p72"/>
          <p:cNvGrpSpPr/>
          <p:nvPr/>
        </p:nvGrpSpPr>
        <p:grpSpPr>
          <a:xfrm>
            <a:off x="7991756" y="2537014"/>
            <a:ext cx="313273" cy="74585"/>
            <a:chOff x="3655625" y="914400"/>
            <a:chExt cx="2743200" cy="690600"/>
          </a:xfrm>
        </p:grpSpPr>
        <p:sp>
          <p:nvSpPr>
            <p:cNvPr id="7778" name="Google Shape;7778;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79" name="Google Shape;7779;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80" name="Google Shape;7780;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781" name="Google Shape;7781;p72"/>
          <p:cNvCxnSpPr>
            <a:stCxn id="7758" idx="0"/>
            <a:endCxn id="7770" idx="2"/>
          </p:cNvCxnSpPr>
          <p:nvPr/>
        </p:nvCxnSpPr>
        <p:spPr>
          <a:xfrm rot="10800000">
            <a:off x="7233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7782" name="Google Shape;7782;p72"/>
          <p:cNvCxnSpPr>
            <a:stCxn id="7766" idx="0"/>
            <a:endCxn id="7778" idx="2"/>
          </p:cNvCxnSpPr>
          <p:nvPr/>
        </p:nvCxnSpPr>
        <p:spPr>
          <a:xfrm rot="10800000">
            <a:off x="8148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7783" name="Google Shape;7783;p72"/>
          <p:cNvCxnSpPr>
            <a:stCxn id="7762" idx="0"/>
            <a:endCxn id="7774" idx="2"/>
          </p:cNvCxnSpPr>
          <p:nvPr/>
        </p:nvCxnSpPr>
        <p:spPr>
          <a:xfrm rot="10800000">
            <a:off x="7691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7784" name="Google Shape;7784;p72"/>
          <p:cNvGrpSpPr/>
          <p:nvPr/>
        </p:nvGrpSpPr>
        <p:grpSpPr>
          <a:xfrm>
            <a:off x="7077356" y="807303"/>
            <a:ext cx="313273" cy="74585"/>
            <a:chOff x="3655625" y="914400"/>
            <a:chExt cx="2743200" cy="690600"/>
          </a:xfrm>
        </p:grpSpPr>
        <p:sp>
          <p:nvSpPr>
            <p:cNvPr id="7785" name="Google Shape;7785;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86" name="Google Shape;7786;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87" name="Google Shape;7787;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788" name="Google Shape;7788;p72"/>
          <p:cNvGrpSpPr/>
          <p:nvPr/>
        </p:nvGrpSpPr>
        <p:grpSpPr>
          <a:xfrm>
            <a:off x="7534556" y="807303"/>
            <a:ext cx="313273" cy="74585"/>
            <a:chOff x="3655625" y="914400"/>
            <a:chExt cx="2743200" cy="690600"/>
          </a:xfrm>
        </p:grpSpPr>
        <p:sp>
          <p:nvSpPr>
            <p:cNvPr id="7789" name="Google Shape;7789;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90" name="Google Shape;7790;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91" name="Google Shape;7791;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792" name="Google Shape;7792;p72"/>
          <p:cNvGrpSpPr/>
          <p:nvPr/>
        </p:nvGrpSpPr>
        <p:grpSpPr>
          <a:xfrm>
            <a:off x="7991756" y="807303"/>
            <a:ext cx="313273" cy="74585"/>
            <a:chOff x="3655625" y="914400"/>
            <a:chExt cx="2743200" cy="690600"/>
          </a:xfrm>
        </p:grpSpPr>
        <p:sp>
          <p:nvSpPr>
            <p:cNvPr id="7793" name="Google Shape;7793;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94" name="Google Shape;7794;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795" name="Google Shape;7795;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796" name="Google Shape;7796;p72"/>
          <p:cNvSpPr txBox="1"/>
          <p:nvPr/>
        </p:nvSpPr>
        <p:spPr>
          <a:xfrm>
            <a:off x="6995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7797" name="Google Shape;7797;p72"/>
          <p:cNvSpPr txBox="1"/>
          <p:nvPr/>
        </p:nvSpPr>
        <p:spPr>
          <a:xfrm>
            <a:off x="7521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7798" name="Google Shape;7798;p72"/>
          <p:cNvSpPr txBox="1"/>
          <p:nvPr/>
        </p:nvSpPr>
        <p:spPr>
          <a:xfrm>
            <a:off x="7936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7799" name="Google Shape;7799;p72"/>
          <p:cNvGrpSpPr/>
          <p:nvPr/>
        </p:nvGrpSpPr>
        <p:grpSpPr>
          <a:xfrm>
            <a:off x="8445656" y="3444952"/>
            <a:ext cx="313273" cy="74585"/>
            <a:chOff x="3655625" y="914400"/>
            <a:chExt cx="2743200" cy="690600"/>
          </a:xfrm>
        </p:grpSpPr>
        <p:sp>
          <p:nvSpPr>
            <p:cNvPr id="7800" name="Google Shape;7800;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01" name="Google Shape;7801;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02" name="Google Shape;7802;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803" name="Google Shape;7803;p72"/>
          <p:cNvGrpSpPr/>
          <p:nvPr/>
        </p:nvGrpSpPr>
        <p:grpSpPr>
          <a:xfrm>
            <a:off x="8445656" y="2987752"/>
            <a:ext cx="313273" cy="74585"/>
            <a:chOff x="3655625" y="914400"/>
            <a:chExt cx="2743200" cy="690600"/>
          </a:xfrm>
        </p:grpSpPr>
        <p:sp>
          <p:nvSpPr>
            <p:cNvPr id="7804" name="Google Shape;7804;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05" name="Google Shape;7805;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06" name="Google Shape;7806;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807" name="Google Shape;7807;p72"/>
          <p:cNvCxnSpPr>
            <a:stCxn id="7717" idx="0"/>
            <a:endCxn id="7804" idx="2"/>
          </p:cNvCxnSpPr>
          <p:nvPr/>
        </p:nvCxnSpPr>
        <p:spPr>
          <a:xfrm flipH="1" rot="10800000">
            <a:off x="7230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7808" name="Google Shape;7808;p72"/>
          <p:cNvCxnSpPr>
            <a:stCxn id="7722" idx="0"/>
            <a:endCxn id="7804" idx="2"/>
          </p:cNvCxnSpPr>
          <p:nvPr/>
        </p:nvCxnSpPr>
        <p:spPr>
          <a:xfrm flipH="1" rot="10800000">
            <a:off x="7687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809" name="Google Shape;7809;p72"/>
          <p:cNvCxnSpPr>
            <a:stCxn id="7727" idx="0"/>
            <a:endCxn id="7804" idx="2"/>
          </p:cNvCxnSpPr>
          <p:nvPr/>
        </p:nvCxnSpPr>
        <p:spPr>
          <a:xfrm flipH="1" rot="10800000">
            <a:off x="8145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810" name="Google Shape;7810;p72"/>
          <p:cNvCxnSpPr>
            <a:stCxn id="7800" idx="0"/>
            <a:endCxn id="7804" idx="2"/>
          </p:cNvCxnSpPr>
          <p:nvPr/>
        </p:nvCxnSpPr>
        <p:spPr>
          <a:xfrm rot="10800000">
            <a:off x="8602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7811" name="Google Shape;7811;p72"/>
          <p:cNvGrpSpPr/>
          <p:nvPr/>
        </p:nvGrpSpPr>
        <p:grpSpPr>
          <a:xfrm>
            <a:off x="8448956" y="2761349"/>
            <a:ext cx="313273" cy="74585"/>
            <a:chOff x="3655625" y="914400"/>
            <a:chExt cx="2743200" cy="690600"/>
          </a:xfrm>
        </p:grpSpPr>
        <p:sp>
          <p:nvSpPr>
            <p:cNvPr id="7812" name="Google Shape;7812;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13" name="Google Shape;7813;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14" name="Google Shape;7814;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815" name="Google Shape;7815;p72"/>
          <p:cNvGrpSpPr/>
          <p:nvPr/>
        </p:nvGrpSpPr>
        <p:grpSpPr>
          <a:xfrm>
            <a:off x="8448956" y="2533450"/>
            <a:ext cx="313273" cy="74585"/>
            <a:chOff x="3655625" y="914400"/>
            <a:chExt cx="2743200" cy="690600"/>
          </a:xfrm>
        </p:grpSpPr>
        <p:sp>
          <p:nvSpPr>
            <p:cNvPr id="7816" name="Google Shape;7816;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17" name="Google Shape;7817;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18" name="Google Shape;7818;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819" name="Google Shape;7819;p72"/>
          <p:cNvCxnSpPr>
            <a:stCxn id="7812" idx="0"/>
            <a:endCxn id="7816" idx="2"/>
          </p:cNvCxnSpPr>
          <p:nvPr/>
        </p:nvCxnSpPr>
        <p:spPr>
          <a:xfrm rot="10800000">
            <a:off x="8605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7820" name="Google Shape;7820;p72"/>
          <p:cNvGrpSpPr/>
          <p:nvPr/>
        </p:nvGrpSpPr>
        <p:grpSpPr>
          <a:xfrm>
            <a:off x="8445519" y="807303"/>
            <a:ext cx="313273" cy="74585"/>
            <a:chOff x="3655625" y="914400"/>
            <a:chExt cx="2743200" cy="690600"/>
          </a:xfrm>
        </p:grpSpPr>
        <p:sp>
          <p:nvSpPr>
            <p:cNvPr id="7821" name="Google Shape;7821;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22" name="Google Shape;7822;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23" name="Google Shape;7823;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824" name="Google Shape;7824;p72"/>
          <p:cNvSpPr txBox="1"/>
          <p:nvPr/>
        </p:nvSpPr>
        <p:spPr>
          <a:xfrm>
            <a:off x="8327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7825" name="Google Shape;7825;p72"/>
          <p:cNvGrpSpPr/>
          <p:nvPr/>
        </p:nvGrpSpPr>
        <p:grpSpPr>
          <a:xfrm>
            <a:off x="6616856" y="3444952"/>
            <a:ext cx="313273" cy="74585"/>
            <a:chOff x="3655625" y="914400"/>
            <a:chExt cx="2743200" cy="690600"/>
          </a:xfrm>
        </p:grpSpPr>
        <p:sp>
          <p:nvSpPr>
            <p:cNvPr id="7826" name="Google Shape;7826;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27" name="Google Shape;7827;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28" name="Google Shape;7828;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829" name="Google Shape;7829;p72"/>
          <p:cNvGrpSpPr/>
          <p:nvPr/>
        </p:nvGrpSpPr>
        <p:grpSpPr>
          <a:xfrm>
            <a:off x="6616856" y="2987752"/>
            <a:ext cx="313273" cy="74585"/>
            <a:chOff x="3655625" y="914400"/>
            <a:chExt cx="2743200" cy="690600"/>
          </a:xfrm>
        </p:grpSpPr>
        <p:sp>
          <p:nvSpPr>
            <p:cNvPr id="7830" name="Google Shape;7830;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31" name="Google Shape;7831;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32" name="Google Shape;7832;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833" name="Google Shape;7833;p72"/>
          <p:cNvGrpSpPr/>
          <p:nvPr/>
        </p:nvGrpSpPr>
        <p:grpSpPr>
          <a:xfrm>
            <a:off x="6159656" y="3444952"/>
            <a:ext cx="313273" cy="74585"/>
            <a:chOff x="3655625" y="914400"/>
            <a:chExt cx="2743200" cy="690600"/>
          </a:xfrm>
        </p:grpSpPr>
        <p:sp>
          <p:nvSpPr>
            <p:cNvPr id="7834" name="Google Shape;7834;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35" name="Google Shape;7835;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36" name="Google Shape;7836;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837" name="Google Shape;7837;p72"/>
          <p:cNvGrpSpPr/>
          <p:nvPr/>
        </p:nvGrpSpPr>
        <p:grpSpPr>
          <a:xfrm>
            <a:off x="6159656" y="2987752"/>
            <a:ext cx="313273" cy="74585"/>
            <a:chOff x="3655625" y="914400"/>
            <a:chExt cx="2743200" cy="690600"/>
          </a:xfrm>
        </p:grpSpPr>
        <p:sp>
          <p:nvSpPr>
            <p:cNvPr id="7838" name="Google Shape;7838;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39" name="Google Shape;7839;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40" name="Google Shape;7840;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841" name="Google Shape;7841;p72"/>
          <p:cNvGrpSpPr/>
          <p:nvPr/>
        </p:nvGrpSpPr>
        <p:grpSpPr>
          <a:xfrm>
            <a:off x="5702456" y="3444952"/>
            <a:ext cx="313273" cy="74585"/>
            <a:chOff x="3655625" y="914400"/>
            <a:chExt cx="2743200" cy="690600"/>
          </a:xfrm>
        </p:grpSpPr>
        <p:sp>
          <p:nvSpPr>
            <p:cNvPr id="7842" name="Google Shape;7842;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43" name="Google Shape;7843;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44" name="Google Shape;7844;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845" name="Google Shape;7845;p72"/>
          <p:cNvGrpSpPr/>
          <p:nvPr/>
        </p:nvGrpSpPr>
        <p:grpSpPr>
          <a:xfrm>
            <a:off x="5702456" y="2987752"/>
            <a:ext cx="313273" cy="74585"/>
            <a:chOff x="3655625" y="914400"/>
            <a:chExt cx="2743200" cy="690600"/>
          </a:xfrm>
        </p:grpSpPr>
        <p:sp>
          <p:nvSpPr>
            <p:cNvPr id="7846" name="Google Shape;7846;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47" name="Google Shape;7847;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48" name="Google Shape;7848;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849" name="Google Shape;7849;p72"/>
          <p:cNvSpPr txBox="1"/>
          <p:nvPr/>
        </p:nvSpPr>
        <p:spPr>
          <a:xfrm>
            <a:off x="5607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7850" name="Google Shape;7850;p72"/>
          <p:cNvCxnSpPr>
            <a:stCxn id="7826" idx="0"/>
            <a:endCxn id="7830" idx="2"/>
          </p:cNvCxnSpPr>
          <p:nvPr/>
        </p:nvCxnSpPr>
        <p:spPr>
          <a:xfrm rot="10800000">
            <a:off x="6773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851" name="Google Shape;7851;p72"/>
          <p:cNvCxnSpPr>
            <a:stCxn id="7834" idx="0"/>
            <a:endCxn id="7838"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852" name="Google Shape;7852;p72"/>
          <p:cNvCxnSpPr>
            <a:stCxn id="7842" idx="0"/>
            <a:endCxn id="7846"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853" name="Google Shape;7853;p72"/>
          <p:cNvCxnSpPr>
            <a:stCxn id="7842" idx="0"/>
            <a:endCxn id="7838"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854" name="Google Shape;7854;p72"/>
          <p:cNvCxnSpPr>
            <a:stCxn id="7842" idx="0"/>
            <a:endCxn id="7830" idx="2"/>
          </p:cNvCxnSpPr>
          <p:nvPr/>
        </p:nvCxnSpPr>
        <p:spPr>
          <a:xfrm flipH="1" rot="10800000">
            <a:off x="58590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855" name="Google Shape;7855;p72"/>
          <p:cNvCxnSpPr>
            <a:stCxn id="7842" idx="0"/>
            <a:endCxn id="7732" idx="2"/>
          </p:cNvCxnSpPr>
          <p:nvPr/>
        </p:nvCxnSpPr>
        <p:spPr>
          <a:xfrm flipH="1" rot="10800000">
            <a:off x="5859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7856" name="Google Shape;7856;p72"/>
          <p:cNvCxnSpPr>
            <a:stCxn id="7842" idx="0"/>
            <a:endCxn id="7736" idx="2"/>
          </p:cNvCxnSpPr>
          <p:nvPr/>
        </p:nvCxnSpPr>
        <p:spPr>
          <a:xfrm flipH="1" rot="10800000">
            <a:off x="5859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7857" name="Google Shape;7857;p72"/>
          <p:cNvCxnSpPr>
            <a:stCxn id="7842" idx="0"/>
            <a:endCxn id="7740" idx="2"/>
          </p:cNvCxnSpPr>
          <p:nvPr/>
        </p:nvCxnSpPr>
        <p:spPr>
          <a:xfrm flipH="1" rot="10800000">
            <a:off x="5859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7858" name="Google Shape;7858;p72"/>
          <p:cNvCxnSpPr>
            <a:stCxn id="7842" idx="0"/>
            <a:endCxn id="7804" idx="2"/>
          </p:cNvCxnSpPr>
          <p:nvPr/>
        </p:nvCxnSpPr>
        <p:spPr>
          <a:xfrm flipH="1" rot="10800000">
            <a:off x="5859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7859" name="Google Shape;7859;p72"/>
          <p:cNvCxnSpPr>
            <a:stCxn id="7834" idx="0"/>
            <a:endCxn id="7830" idx="2"/>
          </p:cNvCxnSpPr>
          <p:nvPr/>
        </p:nvCxnSpPr>
        <p:spPr>
          <a:xfrm flipH="1" rot="10800000">
            <a:off x="6316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860" name="Google Shape;7860;p72"/>
          <p:cNvCxnSpPr>
            <a:stCxn id="7834" idx="0"/>
            <a:endCxn id="7732" idx="2"/>
          </p:cNvCxnSpPr>
          <p:nvPr/>
        </p:nvCxnSpPr>
        <p:spPr>
          <a:xfrm flipH="1" rot="10800000">
            <a:off x="6316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861" name="Google Shape;7861;p72"/>
          <p:cNvCxnSpPr>
            <a:stCxn id="7834" idx="0"/>
            <a:endCxn id="7736" idx="2"/>
          </p:cNvCxnSpPr>
          <p:nvPr/>
        </p:nvCxnSpPr>
        <p:spPr>
          <a:xfrm flipH="1" rot="10800000">
            <a:off x="6316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7862" name="Google Shape;7862;p72"/>
          <p:cNvCxnSpPr>
            <a:stCxn id="7834" idx="0"/>
            <a:endCxn id="7740" idx="2"/>
          </p:cNvCxnSpPr>
          <p:nvPr/>
        </p:nvCxnSpPr>
        <p:spPr>
          <a:xfrm flipH="1" rot="10800000">
            <a:off x="6316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7863" name="Google Shape;7863;p72"/>
          <p:cNvCxnSpPr>
            <a:stCxn id="7834" idx="0"/>
            <a:endCxn id="7804" idx="2"/>
          </p:cNvCxnSpPr>
          <p:nvPr/>
        </p:nvCxnSpPr>
        <p:spPr>
          <a:xfrm flipH="1" rot="10800000">
            <a:off x="63162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7864" name="Google Shape;7864;p72"/>
          <p:cNvCxnSpPr>
            <a:stCxn id="7826" idx="0"/>
            <a:endCxn id="7732" idx="2"/>
          </p:cNvCxnSpPr>
          <p:nvPr/>
        </p:nvCxnSpPr>
        <p:spPr>
          <a:xfrm flipH="1" rot="10800000">
            <a:off x="6773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865" name="Google Shape;7865;p72"/>
          <p:cNvCxnSpPr>
            <a:stCxn id="7826" idx="0"/>
            <a:endCxn id="7736" idx="2"/>
          </p:cNvCxnSpPr>
          <p:nvPr/>
        </p:nvCxnSpPr>
        <p:spPr>
          <a:xfrm flipH="1" rot="10800000">
            <a:off x="6773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866" name="Google Shape;7866;p72"/>
          <p:cNvCxnSpPr>
            <a:stCxn id="7826" idx="0"/>
            <a:endCxn id="7740" idx="2"/>
          </p:cNvCxnSpPr>
          <p:nvPr/>
        </p:nvCxnSpPr>
        <p:spPr>
          <a:xfrm flipH="1" rot="10800000">
            <a:off x="6773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7867" name="Google Shape;7867;p72"/>
          <p:cNvCxnSpPr>
            <a:stCxn id="7826" idx="0"/>
            <a:endCxn id="7804" idx="2"/>
          </p:cNvCxnSpPr>
          <p:nvPr/>
        </p:nvCxnSpPr>
        <p:spPr>
          <a:xfrm flipH="1" rot="10800000">
            <a:off x="6773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7868" name="Google Shape;7868;p72"/>
          <p:cNvGrpSpPr/>
          <p:nvPr/>
        </p:nvGrpSpPr>
        <p:grpSpPr>
          <a:xfrm>
            <a:off x="6620156" y="2758466"/>
            <a:ext cx="313273" cy="74585"/>
            <a:chOff x="3655625" y="914400"/>
            <a:chExt cx="2743200" cy="690600"/>
          </a:xfrm>
        </p:grpSpPr>
        <p:sp>
          <p:nvSpPr>
            <p:cNvPr id="7869" name="Google Shape;7869;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70" name="Google Shape;7870;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71" name="Google Shape;7871;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872" name="Google Shape;7872;p72"/>
          <p:cNvGrpSpPr/>
          <p:nvPr/>
        </p:nvGrpSpPr>
        <p:grpSpPr>
          <a:xfrm>
            <a:off x="6620156" y="2537014"/>
            <a:ext cx="313273" cy="74585"/>
            <a:chOff x="3655625" y="914400"/>
            <a:chExt cx="2743200" cy="690600"/>
          </a:xfrm>
        </p:grpSpPr>
        <p:sp>
          <p:nvSpPr>
            <p:cNvPr id="7873" name="Google Shape;7873;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74" name="Google Shape;7874;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75" name="Google Shape;7875;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876" name="Google Shape;7876;p72"/>
          <p:cNvCxnSpPr>
            <a:stCxn id="7869" idx="0"/>
            <a:endCxn id="7873" idx="2"/>
          </p:cNvCxnSpPr>
          <p:nvPr/>
        </p:nvCxnSpPr>
        <p:spPr>
          <a:xfrm rot="10800000">
            <a:off x="6776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7877" name="Google Shape;7877;p72"/>
          <p:cNvGrpSpPr/>
          <p:nvPr/>
        </p:nvGrpSpPr>
        <p:grpSpPr>
          <a:xfrm>
            <a:off x="6162956" y="2758466"/>
            <a:ext cx="313273" cy="74585"/>
            <a:chOff x="3655625" y="914400"/>
            <a:chExt cx="2743200" cy="690600"/>
          </a:xfrm>
        </p:grpSpPr>
        <p:sp>
          <p:nvSpPr>
            <p:cNvPr id="7878" name="Google Shape;7878;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79" name="Google Shape;7879;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80" name="Google Shape;7880;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881" name="Google Shape;7881;p72"/>
          <p:cNvGrpSpPr/>
          <p:nvPr/>
        </p:nvGrpSpPr>
        <p:grpSpPr>
          <a:xfrm>
            <a:off x="6162956" y="2537014"/>
            <a:ext cx="313273" cy="74585"/>
            <a:chOff x="3655625" y="914400"/>
            <a:chExt cx="2743200" cy="690600"/>
          </a:xfrm>
        </p:grpSpPr>
        <p:sp>
          <p:nvSpPr>
            <p:cNvPr id="7882" name="Google Shape;7882;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83" name="Google Shape;7883;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84" name="Google Shape;7884;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885" name="Google Shape;7885;p72"/>
          <p:cNvCxnSpPr>
            <a:stCxn id="7878" idx="0"/>
            <a:endCxn id="7882" idx="2"/>
          </p:cNvCxnSpPr>
          <p:nvPr/>
        </p:nvCxnSpPr>
        <p:spPr>
          <a:xfrm rot="10800000">
            <a:off x="6319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7886" name="Google Shape;7886;p72"/>
          <p:cNvGrpSpPr/>
          <p:nvPr/>
        </p:nvGrpSpPr>
        <p:grpSpPr>
          <a:xfrm>
            <a:off x="5705756" y="2758466"/>
            <a:ext cx="313273" cy="74585"/>
            <a:chOff x="3655625" y="914400"/>
            <a:chExt cx="2743200" cy="690600"/>
          </a:xfrm>
        </p:grpSpPr>
        <p:sp>
          <p:nvSpPr>
            <p:cNvPr id="7887" name="Google Shape;7887;p72"/>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88" name="Google Shape;7888;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89" name="Google Shape;7889;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890" name="Google Shape;7890;p72"/>
          <p:cNvGrpSpPr/>
          <p:nvPr/>
        </p:nvGrpSpPr>
        <p:grpSpPr>
          <a:xfrm>
            <a:off x="5705756" y="2537014"/>
            <a:ext cx="313273" cy="74585"/>
            <a:chOff x="3655625" y="914400"/>
            <a:chExt cx="2743200" cy="690600"/>
          </a:xfrm>
        </p:grpSpPr>
        <p:sp>
          <p:nvSpPr>
            <p:cNvPr id="7891" name="Google Shape;7891;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92" name="Google Shape;7892;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93" name="Google Shape;7893;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894" name="Google Shape;7894;p72"/>
          <p:cNvCxnSpPr>
            <a:stCxn id="7887" idx="0"/>
            <a:endCxn id="7891"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7895" name="Google Shape;7895;p72"/>
          <p:cNvGrpSpPr/>
          <p:nvPr/>
        </p:nvGrpSpPr>
        <p:grpSpPr>
          <a:xfrm>
            <a:off x="5705756" y="807303"/>
            <a:ext cx="313273" cy="74585"/>
            <a:chOff x="3655625" y="914400"/>
            <a:chExt cx="2743200" cy="690600"/>
          </a:xfrm>
        </p:grpSpPr>
        <p:sp>
          <p:nvSpPr>
            <p:cNvPr id="7896" name="Google Shape;7896;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897" name="Google Shape;7897;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898" name="Google Shape;7898;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899" name="Google Shape;7899;p72"/>
          <p:cNvGrpSpPr/>
          <p:nvPr/>
        </p:nvGrpSpPr>
        <p:grpSpPr>
          <a:xfrm>
            <a:off x="6162956" y="807303"/>
            <a:ext cx="313273" cy="74585"/>
            <a:chOff x="3655625" y="914400"/>
            <a:chExt cx="2743200" cy="690600"/>
          </a:xfrm>
        </p:grpSpPr>
        <p:sp>
          <p:nvSpPr>
            <p:cNvPr id="7900" name="Google Shape;7900;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01" name="Google Shape;7901;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02" name="Google Shape;7902;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903" name="Google Shape;7903;p72"/>
          <p:cNvGrpSpPr/>
          <p:nvPr/>
        </p:nvGrpSpPr>
        <p:grpSpPr>
          <a:xfrm>
            <a:off x="6620156" y="807303"/>
            <a:ext cx="313273" cy="74585"/>
            <a:chOff x="3655625" y="914400"/>
            <a:chExt cx="2743200" cy="690600"/>
          </a:xfrm>
        </p:grpSpPr>
        <p:sp>
          <p:nvSpPr>
            <p:cNvPr id="7904" name="Google Shape;7904;p72"/>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05" name="Google Shape;7905;p72"/>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06" name="Google Shape;7906;p72"/>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907" name="Google Shape;7907;p72"/>
          <p:cNvSpPr txBox="1"/>
          <p:nvPr/>
        </p:nvSpPr>
        <p:spPr>
          <a:xfrm>
            <a:off x="5618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7908" name="Google Shape;7908;p72"/>
          <p:cNvSpPr txBox="1"/>
          <p:nvPr/>
        </p:nvSpPr>
        <p:spPr>
          <a:xfrm>
            <a:off x="6162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7909" name="Google Shape;7909;p72"/>
          <p:cNvSpPr txBox="1"/>
          <p:nvPr/>
        </p:nvSpPr>
        <p:spPr>
          <a:xfrm>
            <a:off x="6512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7910" name="Google Shape;7910;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11" name="Google Shape;7911;p72"/>
          <p:cNvSpPr txBox="1"/>
          <p:nvPr/>
        </p:nvSpPr>
        <p:spPr>
          <a:xfrm>
            <a:off x="152397" y="156765"/>
            <a:ext cx="2592900" cy="5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A61C00"/>
                </a:solidFill>
                <a:latin typeface="Roboto"/>
                <a:ea typeface="Roboto"/>
                <a:cs typeface="Roboto"/>
                <a:sym typeface="Roboto"/>
              </a:rPr>
              <a:t>Cross attention only attends to the final layer activation</a:t>
            </a:r>
            <a:endParaRPr i="1">
              <a:solidFill>
                <a:srgbClr val="A61C00"/>
              </a:solidFill>
              <a:latin typeface="Roboto"/>
              <a:ea typeface="Roboto"/>
              <a:cs typeface="Roboto"/>
              <a:sym typeface="Roboto"/>
            </a:endParaRPr>
          </a:p>
        </p:txBody>
      </p:sp>
      <p:cxnSp>
        <p:nvCxnSpPr>
          <p:cNvPr id="7912" name="Google Shape;7912;p72"/>
          <p:cNvCxnSpPr>
            <a:stCxn id="7911" idx="2"/>
          </p:cNvCxnSpPr>
          <p:nvPr/>
        </p:nvCxnSpPr>
        <p:spPr>
          <a:xfrm flipH="1">
            <a:off x="1377147" y="674565"/>
            <a:ext cx="71700" cy="501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6" name="Shape 7916"/>
        <p:cNvGrpSpPr/>
        <p:nvPr/>
      </p:nvGrpSpPr>
      <p:grpSpPr>
        <a:xfrm>
          <a:off x="0" y="0"/>
          <a:ext cx="0" cy="0"/>
          <a:chOff x="0" y="0"/>
          <a:chExt cx="0" cy="0"/>
        </a:xfrm>
      </p:grpSpPr>
      <p:sp>
        <p:nvSpPr>
          <p:cNvPr id="7917" name="Google Shape;7917;p73"/>
          <p:cNvSpPr txBox="1"/>
          <p:nvPr>
            <p:ph idx="1" type="body"/>
          </p:nvPr>
        </p:nvSpPr>
        <p:spPr>
          <a:xfrm>
            <a:off x="311700" y="685925"/>
            <a:ext cx="8520600" cy="388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deep neural networks, the bottom and top layers encode information at a different level of granularity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For example, in computer vision, the bottom layers learn to encode edges and the top layers learn higher level features (e.g. cat face)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Can decoder only attending to the final layer of encoder be an </a:t>
            </a:r>
            <a:r>
              <a:rPr i="1" lang="en"/>
              <a:t>information bottleneck</a:t>
            </a:r>
            <a:r>
              <a:rPr lang="en"/>
              <a:t> if encoder is sufficiently deep? </a:t>
            </a:r>
            <a:r>
              <a:rPr lang="en"/>
              <a:t>🤔</a:t>
            </a:r>
            <a:endParaRPr/>
          </a:p>
        </p:txBody>
      </p:sp>
      <p:sp>
        <p:nvSpPr>
          <p:cNvPr id="7918" name="Google Shape;7918;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2" name="Shape 7922"/>
        <p:cNvGrpSpPr/>
        <p:nvPr/>
      </p:nvGrpSpPr>
      <p:grpSpPr>
        <a:xfrm>
          <a:off x="0" y="0"/>
          <a:ext cx="0" cy="0"/>
          <a:chOff x="0" y="0"/>
          <a:chExt cx="0" cy="0"/>
        </a:xfrm>
      </p:grpSpPr>
      <p:sp>
        <p:nvSpPr>
          <p:cNvPr id="7923" name="Google Shape;7923;p74"/>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t>Additional</a:t>
            </a:r>
            <a:r>
              <a:rPr lang="en"/>
              <a:t> structures in encoder-decoder compared to decoder-only</a:t>
            </a:r>
            <a:endParaRPr/>
          </a:p>
        </p:txBody>
      </p:sp>
      <p:sp>
        <p:nvSpPr>
          <p:cNvPr id="7924" name="Google Shape;7924;p74"/>
          <p:cNvSpPr txBox="1"/>
          <p:nvPr>
            <p:ph idx="1" type="body"/>
          </p:nvPr>
        </p:nvSpPr>
        <p:spPr>
          <a:xfrm>
            <a:off x="311700" y="685925"/>
            <a:ext cx="8520600" cy="3882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Input and target sequences are sufficiently different that using separate parameters can be effective</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The target element can attend to the fully encoded representation of the input</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When encoding the input sequence, all-to-all interaction among the sequence elements is preferred</a:t>
            </a:r>
            <a:endParaRPr/>
          </a:p>
        </p:txBody>
      </p:sp>
      <p:sp>
        <p:nvSpPr>
          <p:cNvPr id="7925" name="Google Shape;7925;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26" name="Google Shape;7926;p74"/>
          <p:cNvSpPr/>
          <p:nvPr/>
        </p:nvSpPr>
        <p:spPr>
          <a:xfrm>
            <a:off x="320750" y="2861000"/>
            <a:ext cx="8562900" cy="864900"/>
          </a:xfrm>
          <a:prstGeom prst="rect">
            <a:avLst/>
          </a:prstGeom>
          <a:no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0" name="Shape 7930"/>
        <p:cNvGrpSpPr/>
        <p:nvPr/>
      </p:nvGrpSpPr>
      <p:grpSpPr>
        <a:xfrm>
          <a:off x="0" y="0"/>
          <a:ext cx="0" cy="0"/>
          <a:chOff x="0" y="0"/>
          <a:chExt cx="0" cy="0"/>
        </a:xfrm>
      </p:grpSpPr>
      <p:sp>
        <p:nvSpPr>
          <p:cNvPr id="7931" name="Google Shape;7931;p75"/>
          <p:cNvSpPr/>
          <p:nvPr/>
        </p:nvSpPr>
        <p:spPr>
          <a:xfrm>
            <a:off x="2728622" y="847300"/>
            <a:ext cx="2079300" cy="37506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7932" name="Google Shape;7932;p75"/>
          <p:cNvSpPr/>
          <p:nvPr/>
        </p:nvSpPr>
        <p:spPr>
          <a:xfrm>
            <a:off x="158272" y="1948750"/>
            <a:ext cx="1676100" cy="2649300"/>
          </a:xfrm>
          <a:prstGeom prst="rect">
            <a:avLst/>
          </a:prstGeom>
          <a:solidFill>
            <a:srgbClr val="FCE5CD"/>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Encoder</a:t>
            </a:r>
            <a:endParaRPr sz="1000" u="sng">
              <a:latin typeface="Roboto"/>
              <a:ea typeface="Roboto"/>
              <a:cs typeface="Roboto"/>
              <a:sym typeface="Roboto"/>
            </a:endParaRPr>
          </a:p>
        </p:txBody>
      </p:sp>
      <p:sp>
        <p:nvSpPr>
          <p:cNvPr id="7933" name="Google Shape;7933;p75"/>
          <p:cNvSpPr/>
          <p:nvPr/>
        </p:nvSpPr>
        <p:spPr>
          <a:xfrm>
            <a:off x="254947" y="2876200"/>
            <a:ext cx="1464000" cy="1443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7934" name="Google Shape;7934;p75"/>
          <p:cNvSpPr/>
          <p:nvPr/>
        </p:nvSpPr>
        <p:spPr>
          <a:xfrm>
            <a:off x="321997" y="2930640"/>
            <a:ext cx="1333500" cy="4026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sp>
        <p:nvSpPr>
          <p:cNvPr id="7935" name="Google Shape;7935;p75"/>
          <p:cNvSpPr/>
          <p:nvPr/>
        </p:nvSpPr>
        <p:spPr>
          <a:xfrm>
            <a:off x="342297" y="3389499"/>
            <a:ext cx="13335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936" name="Google Shape;7936;p75"/>
          <p:cNvGrpSpPr/>
          <p:nvPr/>
        </p:nvGrpSpPr>
        <p:grpSpPr>
          <a:xfrm>
            <a:off x="378203" y="3903853"/>
            <a:ext cx="313273" cy="74585"/>
            <a:chOff x="3655625" y="914400"/>
            <a:chExt cx="2743200" cy="690600"/>
          </a:xfrm>
        </p:grpSpPr>
        <p:sp>
          <p:nvSpPr>
            <p:cNvPr id="7937" name="Google Shape;7937;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38" name="Google Shape;7938;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39" name="Google Shape;7939;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940" name="Google Shape;7940;p75"/>
          <p:cNvSpPr txBox="1"/>
          <p:nvPr/>
        </p:nvSpPr>
        <p:spPr>
          <a:xfrm>
            <a:off x="299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grpSp>
        <p:nvGrpSpPr>
          <p:cNvPr id="7941" name="Google Shape;7941;p75"/>
          <p:cNvGrpSpPr/>
          <p:nvPr/>
        </p:nvGrpSpPr>
        <p:grpSpPr>
          <a:xfrm>
            <a:off x="835403" y="3903853"/>
            <a:ext cx="313273" cy="74585"/>
            <a:chOff x="3655625" y="914400"/>
            <a:chExt cx="2743200" cy="690600"/>
          </a:xfrm>
        </p:grpSpPr>
        <p:sp>
          <p:nvSpPr>
            <p:cNvPr id="7942" name="Google Shape;7942;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43" name="Google Shape;7943;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44" name="Google Shape;7944;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945" name="Google Shape;7945;p75"/>
          <p:cNvSpPr txBox="1"/>
          <p:nvPr/>
        </p:nvSpPr>
        <p:spPr>
          <a:xfrm>
            <a:off x="832822" y="4526870"/>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grpSp>
        <p:nvGrpSpPr>
          <p:cNvPr id="7946" name="Google Shape;7946;p75"/>
          <p:cNvGrpSpPr/>
          <p:nvPr/>
        </p:nvGrpSpPr>
        <p:grpSpPr>
          <a:xfrm>
            <a:off x="1292603" y="3903853"/>
            <a:ext cx="313273" cy="74585"/>
            <a:chOff x="3655625" y="914400"/>
            <a:chExt cx="2743200" cy="690600"/>
          </a:xfrm>
        </p:grpSpPr>
        <p:sp>
          <p:nvSpPr>
            <p:cNvPr id="7947" name="Google Shape;7947;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48" name="Google Shape;7948;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49" name="Google Shape;7949;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7950" name="Google Shape;7950;p75"/>
          <p:cNvSpPr txBox="1"/>
          <p:nvPr/>
        </p:nvSpPr>
        <p:spPr>
          <a:xfrm>
            <a:off x="1208422" y="452687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grpSp>
        <p:nvGrpSpPr>
          <p:cNvPr id="7951" name="Google Shape;7951;p75"/>
          <p:cNvGrpSpPr/>
          <p:nvPr/>
        </p:nvGrpSpPr>
        <p:grpSpPr>
          <a:xfrm>
            <a:off x="378203" y="3446653"/>
            <a:ext cx="313273" cy="74585"/>
            <a:chOff x="3655625" y="914400"/>
            <a:chExt cx="2743200" cy="690600"/>
          </a:xfrm>
        </p:grpSpPr>
        <p:sp>
          <p:nvSpPr>
            <p:cNvPr id="7952" name="Google Shape;7952;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53" name="Google Shape;7953;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54" name="Google Shape;7954;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955" name="Google Shape;7955;p75"/>
          <p:cNvGrpSpPr/>
          <p:nvPr/>
        </p:nvGrpSpPr>
        <p:grpSpPr>
          <a:xfrm>
            <a:off x="835403" y="3446653"/>
            <a:ext cx="313273" cy="74585"/>
            <a:chOff x="3655625" y="914400"/>
            <a:chExt cx="2743200" cy="690600"/>
          </a:xfrm>
        </p:grpSpPr>
        <p:sp>
          <p:nvSpPr>
            <p:cNvPr id="7956" name="Google Shape;7956;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57" name="Google Shape;7957;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58" name="Google Shape;7958;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959" name="Google Shape;7959;p75"/>
          <p:cNvGrpSpPr/>
          <p:nvPr/>
        </p:nvGrpSpPr>
        <p:grpSpPr>
          <a:xfrm>
            <a:off x="1292603" y="3446653"/>
            <a:ext cx="313273" cy="74585"/>
            <a:chOff x="3655625" y="914400"/>
            <a:chExt cx="2743200" cy="690600"/>
          </a:xfrm>
        </p:grpSpPr>
        <p:sp>
          <p:nvSpPr>
            <p:cNvPr id="7960" name="Google Shape;7960;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61" name="Google Shape;7961;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62" name="Google Shape;7962;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963" name="Google Shape;7963;p75"/>
          <p:cNvCxnSpPr>
            <a:stCxn id="7942" idx="0"/>
            <a:endCxn id="7952" idx="2"/>
          </p:cNvCxnSpPr>
          <p:nvPr/>
        </p:nvCxnSpPr>
        <p:spPr>
          <a:xfrm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964" name="Google Shape;7964;p75"/>
          <p:cNvCxnSpPr>
            <a:stCxn id="7947" idx="0"/>
          </p:cNvCxnSpPr>
          <p:nvPr/>
        </p:nvCxnSpPr>
        <p:spPr>
          <a:xfrm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965" name="Google Shape;7965;p75"/>
          <p:cNvCxnSpPr>
            <a:stCxn id="7937" idx="0"/>
          </p:cNvCxnSpPr>
          <p:nvPr/>
        </p:nvCxnSpPr>
        <p:spPr>
          <a:xfrm rot="10800000">
            <a:off x="5348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966" name="Google Shape;7966;p75"/>
          <p:cNvCxnSpPr>
            <a:stCxn id="7937" idx="0"/>
            <a:endCxn id="7956" idx="2"/>
          </p:cNvCxnSpPr>
          <p:nvPr/>
        </p:nvCxnSpPr>
        <p:spPr>
          <a:xfrm flipH="1" rot="10800000">
            <a:off x="5348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967" name="Google Shape;7967;p75"/>
          <p:cNvCxnSpPr>
            <a:stCxn id="7937" idx="0"/>
            <a:endCxn id="7960" idx="2"/>
          </p:cNvCxnSpPr>
          <p:nvPr/>
        </p:nvCxnSpPr>
        <p:spPr>
          <a:xfrm flipH="1" rot="10800000">
            <a:off x="534840" y="352075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7968" name="Google Shape;7968;p75"/>
          <p:cNvCxnSpPr>
            <a:stCxn id="7942" idx="0"/>
            <a:endCxn id="7956" idx="2"/>
          </p:cNvCxnSpPr>
          <p:nvPr/>
        </p:nvCxnSpPr>
        <p:spPr>
          <a:xfrm rot="10800000">
            <a:off x="9920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969" name="Google Shape;7969;p75"/>
          <p:cNvCxnSpPr>
            <a:stCxn id="7947" idx="0"/>
            <a:endCxn id="7960" idx="2"/>
          </p:cNvCxnSpPr>
          <p:nvPr/>
        </p:nvCxnSpPr>
        <p:spPr>
          <a:xfrm rot="10800000">
            <a:off x="1449240" y="352075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7970" name="Google Shape;7970;p75"/>
          <p:cNvCxnSpPr>
            <a:stCxn id="7947" idx="0"/>
            <a:endCxn id="7956" idx="2"/>
          </p:cNvCxnSpPr>
          <p:nvPr/>
        </p:nvCxnSpPr>
        <p:spPr>
          <a:xfrm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7971" name="Google Shape;7971;p75"/>
          <p:cNvCxnSpPr>
            <a:stCxn id="7942" idx="0"/>
            <a:endCxn id="7960" idx="2"/>
          </p:cNvCxnSpPr>
          <p:nvPr/>
        </p:nvCxnSpPr>
        <p:spPr>
          <a:xfrm flipH="1" rot="10800000">
            <a:off x="992040" y="3520753"/>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7972" name="Google Shape;7972;p75"/>
          <p:cNvGrpSpPr/>
          <p:nvPr/>
        </p:nvGrpSpPr>
        <p:grpSpPr>
          <a:xfrm>
            <a:off x="378203" y="3201599"/>
            <a:ext cx="313273" cy="74585"/>
            <a:chOff x="3655625" y="914400"/>
            <a:chExt cx="2743200" cy="690600"/>
          </a:xfrm>
        </p:grpSpPr>
        <p:sp>
          <p:nvSpPr>
            <p:cNvPr id="7973" name="Google Shape;7973;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74" name="Google Shape;7974;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75" name="Google Shape;7975;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976" name="Google Shape;7976;p75"/>
          <p:cNvGrpSpPr/>
          <p:nvPr/>
        </p:nvGrpSpPr>
        <p:grpSpPr>
          <a:xfrm>
            <a:off x="835403" y="3201599"/>
            <a:ext cx="313273" cy="74585"/>
            <a:chOff x="3655625" y="914400"/>
            <a:chExt cx="2743200" cy="690600"/>
          </a:xfrm>
        </p:grpSpPr>
        <p:sp>
          <p:nvSpPr>
            <p:cNvPr id="7977" name="Google Shape;7977;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78" name="Google Shape;7978;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79" name="Google Shape;7979;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980" name="Google Shape;7980;p75"/>
          <p:cNvGrpSpPr/>
          <p:nvPr/>
        </p:nvGrpSpPr>
        <p:grpSpPr>
          <a:xfrm>
            <a:off x="1292603" y="3201599"/>
            <a:ext cx="313273" cy="74585"/>
            <a:chOff x="3655625" y="914400"/>
            <a:chExt cx="2743200" cy="690600"/>
          </a:xfrm>
        </p:grpSpPr>
        <p:sp>
          <p:nvSpPr>
            <p:cNvPr id="7981" name="Google Shape;7981;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82" name="Google Shape;7982;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83" name="Google Shape;7983;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984" name="Google Shape;7984;p75"/>
          <p:cNvGrpSpPr/>
          <p:nvPr/>
        </p:nvGrpSpPr>
        <p:grpSpPr>
          <a:xfrm>
            <a:off x="378203" y="2980147"/>
            <a:ext cx="313273" cy="74585"/>
            <a:chOff x="3655625" y="914400"/>
            <a:chExt cx="2743200" cy="690600"/>
          </a:xfrm>
        </p:grpSpPr>
        <p:sp>
          <p:nvSpPr>
            <p:cNvPr id="7985" name="Google Shape;7985;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86" name="Google Shape;7986;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87" name="Google Shape;7987;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988" name="Google Shape;7988;p75"/>
          <p:cNvGrpSpPr/>
          <p:nvPr/>
        </p:nvGrpSpPr>
        <p:grpSpPr>
          <a:xfrm>
            <a:off x="835403" y="2980147"/>
            <a:ext cx="313273" cy="74585"/>
            <a:chOff x="3655625" y="914400"/>
            <a:chExt cx="2743200" cy="690600"/>
          </a:xfrm>
        </p:grpSpPr>
        <p:sp>
          <p:nvSpPr>
            <p:cNvPr id="7989" name="Google Shape;7989;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90" name="Google Shape;7990;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91" name="Google Shape;7991;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7992" name="Google Shape;7992;p75"/>
          <p:cNvGrpSpPr/>
          <p:nvPr/>
        </p:nvGrpSpPr>
        <p:grpSpPr>
          <a:xfrm>
            <a:off x="1292603" y="2980147"/>
            <a:ext cx="313273" cy="74585"/>
            <a:chOff x="3655625" y="914400"/>
            <a:chExt cx="2743200" cy="690600"/>
          </a:xfrm>
        </p:grpSpPr>
        <p:sp>
          <p:nvSpPr>
            <p:cNvPr id="7993" name="Google Shape;7993;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994" name="Google Shape;7994;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7995" name="Google Shape;7995;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7996" name="Google Shape;7996;p75"/>
          <p:cNvCxnSpPr>
            <a:stCxn id="7973" idx="0"/>
            <a:endCxn id="7985" idx="2"/>
          </p:cNvCxnSpPr>
          <p:nvPr/>
        </p:nvCxnSpPr>
        <p:spPr>
          <a:xfrm rot="10800000">
            <a:off x="5348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7997" name="Google Shape;7997;p75"/>
          <p:cNvCxnSpPr>
            <a:stCxn id="7981" idx="0"/>
            <a:endCxn id="7993" idx="2"/>
          </p:cNvCxnSpPr>
          <p:nvPr/>
        </p:nvCxnSpPr>
        <p:spPr>
          <a:xfrm rot="10800000">
            <a:off x="1449240" y="3054299"/>
            <a:ext cx="0" cy="147300"/>
          </a:xfrm>
          <a:prstGeom prst="straightConnector1">
            <a:avLst/>
          </a:prstGeom>
          <a:noFill/>
          <a:ln cap="flat" cmpd="sng" w="9525">
            <a:solidFill>
              <a:schemeClr val="dk2"/>
            </a:solidFill>
            <a:prstDash val="solid"/>
            <a:round/>
            <a:headEnd len="med" w="med" type="none"/>
            <a:tailEnd len="med" w="med" type="none"/>
          </a:ln>
        </p:spPr>
      </p:cxnSp>
      <p:cxnSp>
        <p:nvCxnSpPr>
          <p:cNvPr id="7998" name="Google Shape;7998;p75"/>
          <p:cNvCxnSpPr>
            <a:stCxn id="7977" idx="0"/>
            <a:endCxn id="7989" idx="2"/>
          </p:cNvCxnSpPr>
          <p:nvPr/>
        </p:nvCxnSpPr>
        <p:spPr>
          <a:xfrm rot="10800000">
            <a:off x="992040" y="3054299"/>
            <a:ext cx="0" cy="147300"/>
          </a:xfrm>
          <a:prstGeom prst="straightConnector1">
            <a:avLst/>
          </a:prstGeom>
          <a:noFill/>
          <a:ln cap="flat" cmpd="sng" w="9525">
            <a:solidFill>
              <a:schemeClr val="dk2"/>
            </a:solidFill>
            <a:prstDash val="solid"/>
            <a:round/>
            <a:headEnd len="med" w="med" type="none"/>
            <a:tailEnd len="med" w="med" type="none"/>
          </a:ln>
        </p:spPr>
      </p:cxnSp>
      <p:sp>
        <p:nvSpPr>
          <p:cNvPr id="7999" name="Google Shape;7999;p75"/>
          <p:cNvSpPr/>
          <p:nvPr/>
        </p:nvSpPr>
        <p:spPr>
          <a:xfrm>
            <a:off x="301747" y="1960800"/>
            <a:ext cx="1374000" cy="7389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8000" name="Google Shape;8000;p75"/>
          <p:cNvSpPr/>
          <p:nvPr/>
        </p:nvSpPr>
        <p:spPr>
          <a:xfrm>
            <a:off x="404192" y="1998807"/>
            <a:ext cx="11691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8001" name="Google Shape;8001;p75"/>
          <p:cNvSpPr/>
          <p:nvPr/>
        </p:nvSpPr>
        <p:spPr>
          <a:xfrm>
            <a:off x="404192" y="2223337"/>
            <a:ext cx="11691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8002" name="Google Shape;8002;p75"/>
          <p:cNvSpPr/>
          <p:nvPr/>
        </p:nvSpPr>
        <p:spPr>
          <a:xfrm>
            <a:off x="2816347" y="2490325"/>
            <a:ext cx="1888200" cy="18492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8003" name="Google Shape;8003;p75"/>
          <p:cNvSpPr/>
          <p:nvPr/>
        </p:nvSpPr>
        <p:spPr>
          <a:xfrm>
            <a:off x="2856897" y="3440954"/>
            <a:ext cx="17982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004" name="Google Shape;8004;p75"/>
          <p:cNvGrpSpPr/>
          <p:nvPr/>
        </p:nvGrpSpPr>
        <p:grpSpPr>
          <a:xfrm>
            <a:off x="2892803" y="3955308"/>
            <a:ext cx="313273" cy="74585"/>
            <a:chOff x="3655625" y="914400"/>
            <a:chExt cx="2743200" cy="690600"/>
          </a:xfrm>
        </p:grpSpPr>
        <p:sp>
          <p:nvSpPr>
            <p:cNvPr id="8005" name="Google Shape;8005;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06" name="Google Shape;8006;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07" name="Google Shape;8007;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008" name="Google Shape;8008;p75"/>
          <p:cNvSpPr txBox="1"/>
          <p:nvPr/>
        </p:nvSpPr>
        <p:spPr>
          <a:xfrm>
            <a:off x="32712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8009" name="Google Shape;8009;p75"/>
          <p:cNvGrpSpPr/>
          <p:nvPr/>
        </p:nvGrpSpPr>
        <p:grpSpPr>
          <a:xfrm>
            <a:off x="3350003" y="3955308"/>
            <a:ext cx="313273" cy="74585"/>
            <a:chOff x="3655625" y="914400"/>
            <a:chExt cx="2743200" cy="690600"/>
          </a:xfrm>
        </p:grpSpPr>
        <p:sp>
          <p:nvSpPr>
            <p:cNvPr id="8010" name="Google Shape;8010;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11" name="Google Shape;8011;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12" name="Google Shape;8012;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013" name="Google Shape;8013;p75"/>
          <p:cNvSpPr txBox="1"/>
          <p:nvPr/>
        </p:nvSpPr>
        <p:spPr>
          <a:xfrm>
            <a:off x="3797047" y="4517136"/>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8014" name="Google Shape;8014;p75"/>
          <p:cNvGrpSpPr/>
          <p:nvPr/>
        </p:nvGrpSpPr>
        <p:grpSpPr>
          <a:xfrm>
            <a:off x="3807203" y="3955308"/>
            <a:ext cx="313273" cy="74585"/>
            <a:chOff x="3655625" y="914400"/>
            <a:chExt cx="2743200" cy="690600"/>
          </a:xfrm>
        </p:grpSpPr>
        <p:sp>
          <p:nvSpPr>
            <p:cNvPr id="8015" name="Google Shape;8015;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16" name="Google Shape;8016;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17" name="Google Shape;8017;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018" name="Google Shape;8018;p75"/>
          <p:cNvSpPr txBox="1"/>
          <p:nvPr/>
        </p:nvSpPr>
        <p:spPr>
          <a:xfrm>
            <a:off x="421197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8019" name="Google Shape;8019;p75"/>
          <p:cNvGrpSpPr/>
          <p:nvPr/>
        </p:nvGrpSpPr>
        <p:grpSpPr>
          <a:xfrm>
            <a:off x="2892803" y="3498108"/>
            <a:ext cx="313273" cy="74585"/>
            <a:chOff x="3655625" y="914400"/>
            <a:chExt cx="2743200" cy="690600"/>
          </a:xfrm>
        </p:grpSpPr>
        <p:sp>
          <p:nvSpPr>
            <p:cNvPr id="8020" name="Google Shape;8020;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21" name="Google Shape;8021;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22" name="Google Shape;8022;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023" name="Google Shape;8023;p75"/>
          <p:cNvGrpSpPr/>
          <p:nvPr/>
        </p:nvGrpSpPr>
        <p:grpSpPr>
          <a:xfrm>
            <a:off x="3350003" y="3498108"/>
            <a:ext cx="313273" cy="74585"/>
            <a:chOff x="3655625" y="914400"/>
            <a:chExt cx="2743200" cy="690600"/>
          </a:xfrm>
        </p:grpSpPr>
        <p:sp>
          <p:nvSpPr>
            <p:cNvPr id="8024" name="Google Shape;8024;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25" name="Google Shape;8025;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26" name="Google Shape;8026;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027" name="Google Shape;8027;p75"/>
          <p:cNvGrpSpPr/>
          <p:nvPr/>
        </p:nvGrpSpPr>
        <p:grpSpPr>
          <a:xfrm>
            <a:off x="3807203" y="3498108"/>
            <a:ext cx="313273" cy="74585"/>
            <a:chOff x="3655625" y="914400"/>
            <a:chExt cx="2743200" cy="690600"/>
          </a:xfrm>
        </p:grpSpPr>
        <p:sp>
          <p:nvSpPr>
            <p:cNvPr id="8028" name="Google Shape;8028;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29" name="Google Shape;8029;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30" name="Google Shape;8030;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031" name="Google Shape;8031;p75"/>
          <p:cNvCxnSpPr>
            <a:stCxn id="8005" idx="0"/>
          </p:cNvCxnSpPr>
          <p:nvPr/>
        </p:nvCxnSpPr>
        <p:spPr>
          <a:xfrm rot="10800000">
            <a:off x="30494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032" name="Google Shape;8032;p75"/>
          <p:cNvCxnSpPr>
            <a:stCxn id="8005" idx="0"/>
            <a:endCxn id="8024" idx="2"/>
          </p:cNvCxnSpPr>
          <p:nvPr/>
        </p:nvCxnSpPr>
        <p:spPr>
          <a:xfrm flipH="1" rot="10800000">
            <a:off x="30494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033" name="Google Shape;8033;p75"/>
          <p:cNvCxnSpPr>
            <a:stCxn id="8005" idx="0"/>
            <a:endCxn id="8028" idx="2"/>
          </p:cNvCxnSpPr>
          <p:nvPr/>
        </p:nvCxnSpPr>
        <p:spPr>
          <a:xfrm flipH="1" rot="10800000">
            <a:off x="30494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034" name="Google Shape;8034;p75"/>
          <p:cNvCxnSpPr>
            <a:stCxn id="8010" idx="0"/>
            <a:endCxn id="8024" idx="2"/>
          </p:cNvCxnSpPr>
          <p:nvPr/>
        </p:nvCxnSpPr>
        <p:spPr>
          <a:xfrm rot="10800000">
            <a:off x="35066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035" name="Google Shape;8035;p75"/>
          <p:cNvCxnSpPr>
            <a:stCxn id="8015" idx="0"/>
            <a:endCxn id="8028" idx="2"/>
          </p:cNvCxnSpPr>
          <p:nvPr/>
        </p:nvCxnSpPr>
        <p:spPr>
          <a:xfrm rot="10800000">
            <a:off x="3963840" y="3572208"/>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036" name="Google Shape;8036;p75"/>
          <p:cNvCxnSpPr>
            <a:stCxn id="8010" idx="0"/>
            <a:endCxn id="8028" idx="2"/>
          </p:cNvCxnSpPr>
          <p:nvPr/>
        </p:nvCxnSpPr>
        <p:spPr>
          <a:xfrm flipH="1" rot="10800000">
            <a:off x="3506640" y="3572208"/>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8037" name="Google Shape;8037;p75"/>
          <p:cNvGrpSpPr/>
          <p:nvPr/>
        </p:nvGrpSpPr>
        <p:grpSpPr>
          <a:xfrm rot="-5400000">
            <a:off x="3724796" y="2328825"/>
            <a:ext cx="109798" cy="26302"/>
            <a:chOff x="4885225" y="945750"/>
            <a:chExt cx="311926" cy="74700"/>
          </a:xfrm>
        </p:grpSpPr>
        <p:sp>
          <p:nvSpPr>
            <p:cNvPr id="8038" name="Google Shape;8038;p75"/>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039" name="Google Shape;8039;p75"/>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040" name="Google Shape;8040;p75"/>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8041" name="Google Shape;8041;p75"/>
          <p:cNvSpPr/>
          <p:nvPr/>
        </p:nvSpPr>
        <p:spPr>
          <a:xfrm>
            <a:off x="2816225" y="910000"/>
            <a:ext cx="1888200" cy="12717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8042" name="Google Shape;8042;p75"/>
          <p:cNvSpPr/>
          <p:nvPr/>
        </p:nvSpPr>
        <p:spPr>
          <a:xfrm>
            <a:off x="2856872" y="1204438"/>
            <a:ext cx="1798200" cy="4650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a:p>
            <a:pPr indent="0" lvl="0" marL="0" rtl="0" algn="ctr">
              <a:spcBef>
                <a:spcPts val="0"/>
              </a:spcBef>
              <a:spcAft>
                <a:spcPts val="0"/>
              </a:spcAft>
              <a:buNone/>
            </a:pPr>
            <a:r>
              <a:rPr lang="en" sz="1200">
                <a:latin typeface="Roboto"/>
                <a:ea typeface="Roboto"/>
                <a:cs typeface="Roboto"/>
                <a:sym typeface="Roboto"/>
              </a:rPr>
              <a:t>cross attention</a:t>
            </a:r>
            <a:endParaRPr sz="1200">
              <a:latin typeface="Roboto"/>
              <a:ea typeface="Roboto"/>
              <a:cs typeface="Roboto"/>
              <a:sym typeface="Roboto"/>
            </a:endParaRPr>
          </a:p>
        </p:txBody>
      </p:sp>
      <p:sp>
        <p:nvSpPr>
          <p:cNvPr id="8043" name="Google Shape;8043;p75"/>
          <p:cNvSpPr/>
          <p:nvPr/>
        </p:nvSpPr>
        <p:spPr>
          <a:xfrm>
            <a:off x="2870946" y="969412"/>
            <a:ext cx="17286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8044" name="Google Shape;8044;p75"/>
          <p:cNvSpPr/>
          <p:nvPr/>
        </p:nvSpPr>
        <p:spPr>
          <a:xfrm>
            <a:off x="2856872" y="1723356"/>
            <a:ext cx="17982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grpSp>
        <p:nvGrpSpPr>
          <p:cNvPr id="8045" name="Google Shape;8045;p75"/>
          <p:cNvGrpSpPr/>
          <p:nvPr/>
        </p:nvGrpSpPr>
        <p:grpSpPr>
          <a:xfrm>
            <a:off x="2892678" y="1380708"/>
            <a:ext cx="313273" cy="74585"/>
            <a:chOff x="3655625" y="914400"/>
            <a:chExt cx="2743200" cy="690600"/>
          </a:xfrm>
        </p:grpSpPr>
        <p:sp>
          <p:nvSpPr>
            <p:cNvPr id="8046" name="Google Shape;8046;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47" name="Google Shape;8047;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48" name="Google Shape;8048;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049" name="Google Shape;8049;p75"/>
          <p:cNvGrpSpPr/>
          <p:nvPr/>
        </p:nvGrpSpPr>
        <p:grpSpPr>
          <a:xfrm>
            <a:off x="3349878" y="1373704"/>
            <a:ext cx="313273" cy="74585"/>
            <a:chOff x="3655625" y="914400"/>
            <a:chExt cx="2743200" cy="690600"/>
          </a:xfrm>
        </p:grpSpPr>
        <p:sp>
          <p:nvSpPr>
            <p:cNvPr id="8050" name="Google Shape;8050;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51" name="Google Shape;8051;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52" name="Google Shape;8052;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053" name="Google Shape;8053;p75"/>
          <p:cNvGrpSpPr/>
          <p:nvPr/>
        </p:nvGrpSpPr>
        <p:grpSpPr>
          <a:xfrm>
            <a:off x="3807078" y="1373704"/>
            <a:ext cx="313273" cy="74585"/>
            <a:chOff x="3655625" y="914400"/>
            <a:chExt cx="2743200" cy="690600"/>
          </a:xfrm>
        </p:grpSpPr>
        <p:sp>
          <p:nvSpPr>
            <p:cNvPr id="8054" name="Google Shape;8054;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55" name="Google Shape;8055;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56" name="Google Shape;8056;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057" name="Google Shape;8057;p75"/>
          <p:cNvGrpSpPr/>
          <p:nvPr/>
        </p:nvGrpSpPr>
        <p:grpSpPr>
          <a:xfrm>
            <a:off x="395215" y="1858996"/>
            <a:ext cx="313273" cy="74585"/>
            <a:chOff x="3655625" y="914400"/>
            <a:chExt cx="2743200" cy="690600"/>
          </a:xfrm>
        </p:grpSpPr>
        <p:sp>
          <p:nvSpPr>
            <p:cNvPr id="8058" name="Google Shape;8058;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59" name="Google Shape;8059;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60" name="Google Shape;8060;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061" name="Google Shape;8061;p75"/>
          <p:cNvGrpSpPr/>
          <p:nvPr/>
        </p:nvGrpSpPr>
        <p:grpSpPr>
          <a:xfrm>
            <a:off x="852415" y="1858996"/>
            <a:ext cx="313273" cy="74585"/>
            <a:chOff x="3655625" y="914400"/>
            <a:chExt cx="2743200" cy="690600"/>
          </a:xfrm>
        </p:grpSpPr>
        <p:sp>
          <p:nvSpPr>
            <p:cNvPr id="8062" name="Google Shape;8062;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63" name="Google Shape;8063;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64" name="Google Shape;8064;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065" name="Google Shape;8065;p75"/>
          <p:cNvGrpSpPr/>
          <p:nvPr/>
        </p:nvGrpSpPr>
        <p:grpSpPr>
          <a:xfrm>
            <a:off x="1309615" y="1858996"/>
            <a:ext cx="313273" cy="74585"/>
            <a:chOff x="3655625" y="914400"/>
            <a:chExt cx="2743200" cy="690600"/>
          </a:xfrm>
        </p:grpSpPr>
        <p:sp>
          <p:nvSpPr>
            <p:cNvPr id="8066" name="Google Shape;8066;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67" name="Google Shape;8067;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68" name="Google Shape;8068;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069" name="Google Shape;8069;p75"/>
          <p:cNvGrpSpPr/>
          <p:nvPr/>
        </p:nvGrpSpPr>
        <p:grpSpPr>
          <a:xfrm rot="-5400000">
            <a:off x="939981" y="2771949"/>
            <a:ext cx="109798" cy="26302"/>
            <a:chOff x="4885225" y="945750"/>
            <a:chExt cx="311926" cy="74700"/>
          </a:xfrm>
        </p:grpSpPr>
        <p:sp>
          <p:nvSpPr>
            <p:cNvPr id="8070" name="Google Shape;8070;p75"/>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071" name="Google Shape;8071;p75"/>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072" name="Google Shape;8072;p75"/>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8073" name="Google Shape;8073;p75"/>
          <p:cNvGrpSpPr/>
          <p:nvPr/>
        </p:nvGrpSpPr>
        <p:grpSpPr>
          <a:xfrm>
            <a:off x="2896103" y="722118"/>
            <a:ext cx="313273" cy="74585"/>
            <a:chOff x="3655625" y="914400"/>
            <a:chExt cx="2743200" cy="690600"/>
          </a:xfrm>
        </p:grpSpPr>
        <p:sp>
          <p:nvSpPr>
            <p:cNvPr id="8074" name="Google Shape;8074;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75" name="Google Shape;8075;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76" name="Google Shape;8076;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077" name="Google Shape;8077;p75"/>
          <p:cNvGrpSpPr/>
          <p:nvPr/>
        </p:nvGrpSpPr>
        <p:grpSpPr>
          <a:xfrm>
            <a:off x="3353303" y="722118"/>
            <a:ext cx="313273" cy="74585"/>
            <a:chOff x="3655625" y="914400"/>
            <a:chExt cx="2743200" cy="690600"/>
          </a:xfrm>
        </p:grpSpPr>
        <p:sp>
          <p:nvSpPr>
            <p:cNvPr id="8078" name="Google Shape;8078;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79" name="Google Shape;8079;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80" name="Google Shape;8080;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081" name="Google Shape;8081;p75"/>
          <p:cNvGrpSpPr/>
          <p:nvPr/>
        </p:nvGrpSpPr>
        <p:grpSpPr>
          <a:xfrm>
            <a:off x="3810503" y="722118"/>
            <a:ext cx="313273" cy="74585"/>
            <a:chOff x="3655625" y="914400"/>
            <a:chExt cx="2743200" cy="690600"/>
          </a:xfrm>
        </p:grpSpPr>
        <p:sp>
          <p:nvSpPr>
            <p:cNvPr id="8082" name="Google Shape;8082;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83" name="Google Shape;8083;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84" name="Google Shape;8084;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085" name="Google Shape;8085;p75"/>
          <p:cNvSpPr txBox="1"/>
          <p:nvPr/>
        </p:nvSpPr>
        <p:spPr>
          <a:xfrm>
            <a:off x="281402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8086" name="Google Shape;8086;p75"/>
          <p:cNvSpPr txBox="1"/>
          <p:nvPr/>
        </p:nvSpPr>
        <p:spPr>
          <a:xfrm>
            <a:off x="3339847" y="392575"/>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8087" name="Google Shape;8087;p75"/>
          <p:cNvSpPr txBox="1"/>
          <p:nvPr/>
        </p:nvSpPr>
        <p:spPr>
          <a:xfrm>
            <a:off x="3754772"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8088" name="Google Shape;8088;p75"/>
          <p:cNvGrpSpPr/>
          <p:nvPr/>
        </p:nvGrpSpPr>
        <p:grpSpPr>
          <a:xfrm>
            <a:off x="4264403" y="3955308"/>
            <a:ext cx="313273" cy="74585"/>
            <a:chOff x="3655625" y="914400"/>
            <a:chExt cx="2743200" cy="690600"/>
          </a:xfrm>
        </p:grpSpPr>
        <p:sp>
          <p:nvSpPr>
            <p:cNvPr id="8089" name="Google Shape;8089;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90" name="Google Shape;8090;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91" name="Google Shape;8091;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092" name="Google Shape;8092;p75"/>
          <p:cNvGrpSpPr/>
          <p:nvPr/>
        </p:nvGrpSpPr>
        <p:grpSpPr>
          <a:xfrm>
            <a:off x="4264403" y="3498108"/>
            <a:ext cx="313273" cy="74585"/>
            <a:chOff x="3655625" y="914400"/>
            <a:chExt cx="2743200" cy="690600"/>
          </a:xfrm>
        </p:grpSpPr>
        <p:sp>
          <p:nvSpPr>
            <p:cNvPr id="8093" name="Google Shape;8093;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094" name="Google Shape;8094;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095" name="Google Shape;8095;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096" name="Google Shape;8096;p75"/>
          <p:cNvCxnSpPr>
            <a:stCxn id="8005" idx="0"/>
            <a:endCxn id="8093" idx="2"/>
          </p:cNvCxnSpPr>
          <p:nvPr/>
        </p:nvCxnSpPr>
        <p:spPr>
          <a:xfrm flipH="1" rot="10800000">
            <a:off x="3049440" y="3572208"/>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8097" name="Google Shape;8097;p75"/>
          <p:cNvCxnSpPr>
            <a:stCxn id="8010" idx="0"/>
            <a:endCxn id="8093" idx="2"/>
          </p:cNvCxnSpPr>
          <p:nvPr/>
        </p:nvCxnSpPr>
        <p:spPr>
          <a:xfrm flipH="1" rot="10800000">
            <a:off x="3506640" y="3572208"/>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098" name="Google Shape;8098;p75"/>
          <p:cNvCxnSpPr>
            <a:stCxn id="8015" idx="0"/>
            <a:endCxn id="8093" idx="2"/>
          </p:cNvCxnSpPr>
          <p:nvPr/>
        </p:nvCxnSpPr>
        <p:spPr>
          <a:xfrm flipH="1" rot="10800000">
            <a:off x="3963840" y="3572208"/>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099" name="Google Shape;8099;p75"/>
          <p:cNvCxnSpPr>
            <a:stCxn id="8089" idx="0"/>
            <a:endCxn id="8093" idx="2"/>
          </p:cNvCxnSpPr>
          <p:nvPr/>
        </p:nvCxnSpPr>
        <p:spPr>
          <a:xfrm rot="10800000">
            <a:off x="4421040" y="3572208"/>
            <a:ext cx="0" cy="383100"/>
          </a:xfrm>
          <a:prstGeom prst="straightConnector1">
            <a:avLst/>
          </a:prstGeom>
          <a:noFill/>
          <a:ln cap="flat" cmpd="sng" w="9525">
            <a:solidFill>
              <a:schemeClr val="dk2"/>
            </a:solidFill>
            <a:prstDash val="solid"/>
            <a:round/>
            <a:headEnd len="med" w="med" type="none"/>
            <a:tailEnd len="med" w="med" type="none"/>
          </a:ln>
        </p:spPr>
      </p:cxnSp>
      <p:sp>
        <p:nvSpPr>
          <p:cNvPr id="8100" name="Google Shape;8100;p75"/>
          <p:cNvSpPr/>
          <p:nvPr/>
        </p:nvSpPr>
        <p:spPr>
          <a:xfrm>
            <a:off x="2839897" y="2538823"/>
            <a:ext cx="1815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8101" name="Google Shape;8101;p75"/>
          <p:cNvGrpSpPr/>
          <p:nvPr/>
        </p:nvGrpSpPr>
        <p:grpSpPr>
          <a:xfrm>
            <a:off x="2896103" y="2801514"/>
            <a:ext cx="313273" cy="74585"/>
            <a:chOff x="3655625" y="914400"/>
            <a:chExt cx="2743200" cy="690600"/>
          </a:xfrm>
        </p:grpSpPr>
        <p:sp>
          <p:nvSpPr>
            <p:cNvPr id="8102" name="Google Shape;8102;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03" name="Google Shape;8103;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04" name="Google Shape;8104;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105" name="Google Shape;8105;p75"/>
          <p:cNvGrpSpPr/>
          <p:nvPr/>
        </p:nvGrpSpPr>
        <p:grpSpPr>
          <a:xfrm>
            <a:off x="3353303" y="2801514"/>
            <a:ext cx="313273" cy="74585"/>
            <a:chOff x="3655625" y="914400"/>
            <a:chExt cx="2743200" cy="690600"/>
          </a:xfrm>
        </p:grpSpPr>
        <p:sp>
          <p:nvSpPr>
            <p:cNvPr id="8106" name="Google Shape;8106;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07" name="Google Shape;8107;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08" name="Google Shape;8108;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109" name="Google Shape;8109;p75"/>
          <p:cNvGrpSpPr/>
          <p:nvPr/>
        </p:nvGrpSpPr>
        <p:grpSpPr>
          <a:xfrm>
            <a:off x="3810503" y="2801514"/>
            <a:ext cx="313273" cy="74585"/>
            <a:chOff x="3655625" y="914400"/>
            <a:chExt cx="2743200" cy="690600"/>
          </a:xfrm>
        </p:grpSpPr>
        <p:sp>
          <p:nvSpPr>
            <p:cNvPr id="8110" name="Google Shape;8110;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11" name="Google Shape;8111;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12" name="Google Shape;8112;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113" name="Google Shape;8113;p75"/>
          <p:cNvGrpSpPr/>
          <p:nvPr/>
        </p:nvGrpSpPr>
        <p:grpSpPr>
          <a:xfrm>
            <a:off x="2896103" y="2580063"/>
            <a:ext cx="313273" cy="74585"/>
            <a:chOff x="3655625" y="914400"/>
            <a:chExt cx="2743200" cy="690600"/>
          </a:xfrm>
        </p:grpSpPr>
        <p:sp>
          <p:nvSpPr>
            <p:cNvPr id="8114" name="Google Shape;8114;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15" name="Google Shape;8115;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16" name="Google Shape;8116;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117" name="Google Shape;8117;p75"/>
          <p:cNvGrpSpPr/>
          <p:nvPr/>
        </p:nvGrpSpPr>
        <p:grpSpPr>
          <a:xfrm>
            <a:off x="3353303" y="2580063"/>
            <a:ext cx="313273" cy="74585"/>
            <a:chOff x="3655625" y="914400"/>
            <a:chExt cx="2743200" cy="690600"/>
          </a:xfrm>
        </p:grpSpPr>
        <p:sp>
          <p:nvSpPr>
            <p:cNvPr id="8118" name="Google Shape;8118;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19" name="Google Shape;8119;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20" name="Google Shape;8120;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121" name="Google Shape;8121;p75"/>
          <p:cNvGrpSpPr/>
          <p:nvPr/>
        </p:nvGrpSpPr>
        <p:grpSpPr>
          <a:xfrm>
            <a:off x="3810503" y="2580063"/>
            <a:ext cx="313273" cy="74585"/>
            <a:chOff x="3655625" y="914400"/>
            <a:chExt cx="2743200" cy="690600"/>
          </a:xfrm>
        </p:grpSpPr>
        <p:sp>
          <p:nvSpPr>
            <p:cNvPr id="8122" name="Google Shape;8122;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23" name="Google Shape;8123;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24" name="Google Shape;8124;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125" name="Google Shape;8125;p75"/>
          <p:cNvCxnSpPr>
            <a:stCxn id="8102" idx="0"/>
            <a:endCxn id="8114" idx="2"/>
          </p:cNvCxnSpPr>
          <p:nvPr/>
        </p:nvCxnSpPr>
        <p:spPr>
          <a:xfrm rot="10800000">
            <a:off x="30527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8126" name="Google Shape;8126;p75"/>
          <p:cNvCxnSpPr>
            <a:stCxn id="8110" idx="0"/>
            <a:endCxn id="8122" idx="2"/>
          </p:cNvCxnSpPr>
          <p:nvPr/>
        </p:nvCxnSpPr>
        <p:spPr>
          <a:xfrm rot="10800000">
            <a:off x="3967140" y="2654214"/>
            <a:ext cx="0" cy="147300"/>
          </a:xfrm>
          <a:prstGeom prst="straightConnector1">
            <a:avLst/>
          </a:prstGeom>
          <a:noFill/>
          <a:ln cap="flat" cmpd="sng" w="9525">
            <a:solidFill>
              <a:schemeClr val="dk2"/>
            </a:solidFill>
            <a:prstDash val="solid"/>
            <a:round/>
            <a:headEnd len="med" w="med" type="none"/>
            <a:tailEnd len="med" w="med" type="none"/>
          </a:ln>
        </p:spPr>
      </p:cxnSp>
      <p:cxnSp>
        <p:nvCxnSpPr>
          <p:cNvPr id="8127" name="Google Shape;8127;p75"/>
          <p:cNvCxnSpPr>
            <a:stCxn id="8106" idx="0"/>
            <a:endCxn id="8118" idx="2"/>
          </p:cNvCxnSpPr>
          <p:nvPr/>
        </p:nvCxnSpPr>
        <p:spPr>
          <a:xfrm rot="10800000">
            <a:off x="3509940" y="2654214"/>
            <a:ext cx="0" cy="147300"/>
          </a:xfrm>
          <a:prstGeom prst="straightConnector1">
            <a:avLst/>
          </a:prstGeom>
          <a:noFill/>
          <a:ln cap="flat" cmpd="sng" w="9525">
            <a:solidFill>
              <a:schemeClr val="dk2"/>
            </a:solidFill>
            <a:prstDash val="solid"/>
            <a:round/>
            <a:headEnd len="med" w="med" type="none"/>
            <a:tailEnd len="med" w="med" type="none"/>
          </a:ln>
        </p:spPr>
      </p:cxnSp>
      <p:grpSp>
        <p:nvGrpSpPr>
          <p:cNvPr id="8128" name="Google Shape;8128;p75"/>
          <p:cNvGrpSpPr/>
          <p:nvPr/>
        </p:nvGrpSpPr>
        <p:grpSpPr>
          <a:xfrm>
            <a:off x="4267703" y="2804397"/>
            <a:ext cx="313273" cy="74585"/>
            <a:chOff x="3655625" y="914400"/>
            <a:chExt cx="2743200" cy="690600"/>
          </a:xfrm>
        </p:grpSpPr>
        <p:sp>
          <p:nvSpPr>
            <p:cNvPr id="8129" name="Google Shape;8129;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30" name="Google Shape;8130;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31" name="Google Shape;8131;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132" name="Google Shape;8132;p75"/>
          <p:cNvGrpSpPr/>
          <p:nvPr/>
        </p:nvGrpSpPr>
        <p:grpSpPr>
          <a:xfrm>
            <a:off x="4267703" y="2576499"/>
            <a:ext cx="313273" cy="74585"/>
            <a:chOff x="3655625" y="914400"/>
            <a:chExt cx="2743200" cy="690600"/>
          </a:xfrm>
        </p:grpSpPr>
        <p:sp>
          <p:nvSpPr>
            <p:cNvPr id="8133" name="Google Shape;8133;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34" name="Google Shape;8134;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35" name="Google Shape;8135;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136" name="Google Shape;8136;p75"/>
          <p:cNvCxnSpPr>
            <a:stCxn id="8129" idx="0"/>
            <a:endCxn id="8133" idx="2"/>
          </p:cNvCxnSpPr>
          <p:nvPr/>
        </p:nvCxnSpPr>
        <p:spPr>
          <a:xfrm rot="10800000">
            <a:off x="4424340" y="2650497"/>
            <a:ext cx="0" cy="153900"/>
          </a:xfrm>
          <a:prstGeom prst="straightConnector1">
            <a:avLst/>
          </a:prstGeom>
          <a:noFill/>
          <a:ln cap="flat" cmpd="sng" w="9525">
            <a:solidFill>
              <a:schemeClr val="dk2"/>
            </a:solidFill>
            <a:prstDash val="solid"/>
            <a:round/>
            <a:headEnd len="med" w="med" type="none"/>
            <a:tailEnd len="med" w="med" type="none"/>
          </a:ln>
        </p:spPr>
      </p:cxnSp>
      <p:sp>
        <p:nvSpPr>
          <p:cNvPr id="8137" name="Google Shape;8137;p75"/>
          <p:cNvSpPr txBox="1"/>
          <p:nvPr/>
        </p:nvSpPr>
        <p:spPr>
          <a:xfrm>
            <a:off x="2753522" y="451713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grpSp>
        <p:nvGrpSpPr>
          <p:cNvPr id="8138" name="Google Shape;8138;p75"/>
          <p:cNvGrpSpPr/>
          <p:nvPr/>
        </p:nvGrpSpPr>
        <p:grpSpPr>
          <a:xfrm>
            <a:off x="4264266" y="722118"/>
            <a:ext cx="313273" cy="74585"/>
            <a:chOff x="3655625" y="914400"/>
            <a:chExt cx="2743200" cy="690600"/>
          </a:xfrm>
        </p:grpSpPr>
        <p:sp>
          <p:nvSpPr>
            <p:cNvPr id="8139" name="Google Shape;8139;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40" name="Google Shape;8140;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41" name="Google Shape;8141;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142" name="Google Shape;8142;p75"/>
          <p:cNvSpPr txBox="1"/>
          <p:nvPr/>
        </p:nvSpPr>
        <p:spPr>
          <a:xfrm>
            <a:off x="4179955" y="39257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8143" name="Google Shape;8143;p75"/>
          <p:cNvGrpSpPr/>
          <p:nvPr/>
        </p:nvGrpSpPr>
        <p:grpSpPr>
          <a:xfrm>
            <a:off x="4264278" y="1373704"/>
            <a:ext cx="313273" cy="74585"/>
            <a:chOff x="3655625" y="914400"/>
            <a:chExt cx="2743200" cy="690600"/>
          </a:xfrm>
        </p:grpSpPr>
        <p:sp>
          <p:nvSpPr>
            <p:cNvPr id="8144" name="Google Shape;8144;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45" name="Google Shape;8145;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46" name="Google Shape;8146;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147" name="Google Shape;8147;p75"/>
          <p:cNvSpPr/>
          <p:nvPr/>
        </p:nvSpPr>
        <p:spPr>
          <a:xfrm>
            <a:off x="2856897" y="3189900"/>
            <a:ext cx="1798200" cy="1917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8148" name="Google Shape;8148;p75"/>
          <p:cNvGrpSpPr/>
          <p:nvPr/>
        </p:nvGrpSpPr>
        <p:grpSpPr>
          <a:xfrm>
            <a:off x="3363678" y="3253799"/>
            <a:ext cx="313273" cy="74585"/>
            <a:chOff x="3655625" y="914400"/>
            <a:chExt cx="2743200" cy="690600"/>
          </a:xfrm>
        </p:grpSpPr>
        <p:sp>
          <p:nvSpPr>
            <p:cNvPr id="8149" name="Google Shape;8149;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50" name="Google Shape;8150;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51" name="Google Shape;8151;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152" name="Google Shape;8152;p75"/>
          <p:cNvGrpSpPr/>
          <p:nvPr/>
        </p:nvGrpSpPr>
        <p:grpSpPr>
          <a:xfrm>
            <a:off x="3820878" y="3253799"/>
            <a:ext cx="313273" cy="74585"/>
            <a:chOff x="3655625" y="914400"/>
            <a:chExt cx="2743200" cy="690600"/>
          </a:xfrm>
        </p:grpSpPr>
        <p:sp>
          <p:nvSpPr>
            <p:cNvPr id="8153" name="Google Shape;8153;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54" name="Google Shape;8154;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55" name="Google Shape;8155;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156" name="Google Shape;8156;p75"/>
          <p:cNvGrpSpPr/>
          <p:nvPr/>
        </p:nvGrpSpPr>
        <p:grpSpPr>
          <a:xfrm>
            <a:off x="4278078" y="3253799"/>
            <a:ext cx="313273" cy="74585"/>
            <a:chOff x="3655625" y="914400"/>
            <a:chExt cx="2743200" cy="690600"/>
          </a:xfrm>
        </p:grpSpPr>
        <p:sp>
          <p:nvSpPr>
            <p:cNvPr id="8157" name="Google Shape;8157;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58" name="Google Shape;8158;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59" name="Google Shape;8159;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160" name="Google Shape;8160;p75"/>
          <p:cNvGrpSpPr/>
          <p:nvPr/>
        </p:nvGrpSpPr>
        <p:grpSpPr>
          <a:xfrm>
            <a:off x="2906478" y="3253799"/>
            <a:ext cx="313200" cy="74700"/>
            <a:chOff x="5335131" y="2757062"/>
            <a:chExt cx="313200" cy="74700"/>
          </a:xfrm>
        </p:grpSpPr>
        <p:sp>
          <p:nvSpPr>
            <p:cNvPr id="8161" name="Google Shape;8161;p75"/>
            <p:cNvSpPr/>
            <p:nvPr/>
          </p:nvSpPr>
          <p:spPr>
            <a:xfrm>
              <a:off x="5335131" y="2757062"/>
              <a:ext cx="313200" cy="74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62" name="Google Shape;8162;p75"/>
            <p:cNvCxnSpPr/>
            <p:nvPr/>
          </p:nvCxnSpPr>
          <p:spPr>
            <a:xfrm>
              <a:off x="5439781" y="2757062"/>
              <a:ext cx="0" cy="74700"/>
            </a:xfrm>
            <a:prstGeom prst="straightConnector1">
              <a:avLst/>
            </a:prstGeom>
            <a:noFill/>
            <a:ln cap="flat" cmpd="sng" w="9525">
              <a:solidFill>
                <a:schemeClr val="dk2"/>
              </a:solidFill>
              <a:prstDash val="solid"/>
              <a:round/>
              <a:headEnd len="med" w="med" type="none"/>
              <a:tailEnd len="med" w="med" type="none"/>
            </a:ln>
          </p:spPr>
        </p:cxnSp>
        <p:cxnSp>
          <p:nvCxnSpPr>
            <p:cNvPr id="8163" name="Google Shape;8163;p75"/>
            <p:cNvCxnSpPr/>
            <p:nvPr/>
          </p:nvCxnSpPr>
          <p:spPr>
            <a:xfrm>
              <a:off x="5544206" y="2757062"/>
              <a:ext cx="0" cy="74700"/>
            </a:xfrm>
            <a:prstGeom prst="straightConnector1">
              <a:avLst/>
            </a:prstGeom>
            <a:noFill/>
            <a:ln cap="flat" cmpd="sng" w="9525">
              <a:solidFill>
                <a:schemeClr val="dk2"/>
              </a:solidFill>
              <a:prstDash val="solid"/>
              <a:round/>
              <a:headEnd len="med" w="med" type="none"/>
              <a:tailEnd len="med" w="med" type="none"/>
            </a:ln>
          </p:spPr>
        </p:cxnSp>
      </p:grpSp>
      <p:cxnSp>
        <p:nvCxnSpPr>
          <p:cNvPr id="8164" name="Google Shape;8164;p75"/>
          <p:cNvCxnSpPr/>
          <p:nvPr/>
        </p:nvCxnSpPr>
        <p:spPr>
          <a:xfrm>
            <a:off x="5202125" y="-10475"/>
            <a:ext cx="0" cy="5181300"/>
          </a:xfrm>
          <a:prstGeom prst="straightConnector1">
            <a:avLst/>
          </a:prstGeom>
          <a:noFill/>
          <a:ln cap="flat" cmpd="sng" w="19050">
            <a:solidFill>
              <a:schemeClr val="dk2"/>
            </a:solidFill>
            <a:prstDash val="dash"/>
            <a:round/>
            <a:headEnd len="med" w="med" type="none"/>
            <a:tailEnd len="med" w="med" type="none"/>
          </a:ln>
        </p:spPr>
      </p:cxnSp>
      <p:sp>
        <p:nvSpPr>
          <p:cNvPr id="8165" name="Google Shape;8165;p75"/>
          <p:cNvSpPr/>
          <p:nvPr/>
        </p:nvSpPr>
        <p:spPr>
          <a:xfrm>
            <a:off x="5480300" y="945450"/>
            <a:ext cx="3518700" cy="3229200"/>
          </a:xfrm>
          <a:prstGeom prst="rect">
            <a:avLst/>
          </a:prstGeom>
          <a:solidFill>
            <a:srgbClr val="D0E0E3"/>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Decoder</a:t>
            </a:r>
            <a:endParaRPr sz="1000" u="sng">
              <a:latin typeface="Roboto"/>
              <a:ea typeface="Roboto"/>
              <a:cs typeface="Roboto"/>
              <a:sym typeface="Roboto"/>
            </a:endParaRPr>
          </a:p>
        </p:txBody>
      </p:sp>
      <p:sp>
        <p:nvSpPr>
          <p:cNvPr id="8166" name="Google Shape;8166;p75"/>
          <p:cNvSpPr txBox="1"/>
          <p:nvPr/>
        </p:nvSpPr>
        <p:spPr>
          <a:xfrm>
            <a:off x="6080875"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8167" name="Google Shape;8167;p75"/>
          <p:cNvSpPr txBox="1"/>
          <p:nvPr/>
        </p:nvSpPr>
        <p:spPr>
          <a:xfrm>
            <a:off x="6624977" y="4211603"/>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8168" name="Google Shape;8168;p75"/>
          <p:cNvSpPr txBox="1"/>
          <p:nvPr/>
        </p:nvSpPr>
        <p:spPr>
          <a:xfrm>
            <a:off x="6968471"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8169" name="Google Shape;8169;p75"/>
          <p:cNvSpPr/>
          <p:nvPr/>
        </p:nvSpPr>
        <p:spPr>
          <a:xfrm>
            <a:off x="5607700" y="2419350"/>
            <a:ext cx="3278100" cy="14706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1</a:t>
            </a:r>
            <a:endParaRPr sz="1000" u="sng">
              <a:latin typeface="Roboto"/>
              <a:ea typeface="Roboto"/>
              <a:cs typeface="Roboto"/>
              <a:sym typeface="Roboto"/>
            </a:endParaRPr>
          </a:p>
        </p:txBody>
      </p:sp>
      <p:sp>
        <p:nvSpPr>
          <p:cNvPr id="8170" name="Google Shape;8170;p75"/>
          <p:cNvSpPr/>
          <p:nvPr/>
        </p:nvSpPr>
        <p:spPr>
          <a:xfrm>
            <a:off x="5656050" y="2930600"/>
            <a:ext cx="3180300" cy="6450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171" name="Google Shape;8171;p75"/>
          <p:cNvGrpSpPr/>
          <p:nvPr/>
        </p:nvGrpSpPr>
        <p:grpSpPr>
          <a:xfrm>
            <a:off x="7074056" y="3444952"/>
            <a:ext cx="313273" cy="74585"/>
            <a:chOff x="3655625" y="914400"/>
            <a:chExt cx="2743200" cy="690600"/>
          </a:xfrm>
        </p:grpSpPr>
        <p:sp>
          <p:nvSpPr>
            <p:cNvPr id="8172" name="Google Shape;8172;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73" name="Google Shape;8173;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74" name="Google Shape;8174;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175" name="Google Shape;8175;p75"/>
          <p:cNvSpPr txBox="1"/>
          <p:nvPr/>
        </p:nvSpPr>
        <p:spPr>
          <a:xfrm>
            <a:off x="7463177"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grpSp>
        <p:nvGrpSpPr>
          <p:cNvPr id="8176" name="Google Shape;8176;p75"/>
          <p:cNvGrpSpPr/>
          <p:nvPr/>
        </p:nvGrpSpPr>
        <p:grpSpPr>
          <a:xfrm>
            <a:off x="7531256" y="3444952"/>
            <a:ext cx="313273" cy="74585"/>
            <a:chOff x="3655625" y="914400"/>
            <a:chExt cx="2743200" cy="690600"/>
          </a:xfrm>
        </p:grpSpPr>
        <p:sp>
          <p:nvSpPr>
            <p:cNvPr id="8177" name="Google Shape;8177;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78" name="Google Shape;8178;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79" name="Google Shape;8179;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180" name="Google Shape;8180;p75"/>
          <p:cNvSpPr txBox="1"/>
          <p:nvPr/>
        </p:nvSpPr>
        <p:spPr>
          <a:xfrm>
            <a:off x="7967598" y="4201869"/>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grpSp>
        <p:nvGrpSpPr>
          <p:cNvPr id="8181" name="Google Shape;8181;p75"/>
          <p:cNvGrpSpPr/>
          <p:nvPr/>
        </p:nvGrpSpPr>
        <p:grpSpPr>
          <a:xfrm>
            <a:off x="7988456" y="3444952"/>
            <a:ext cx="313273" cy="74585"/>
            <a:chOff x="3655625" y="914400"/>
            <a:chExt cx="2743200" cy="690600"/>
          </a:xfrm>
        </p:grpSpPr>
        <p:sp>
          <p:nvSpPr>
            <p:cNvPr id="8182" name="Google Shape;8182;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83" name="Google Shape;8183;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84" name="Google Shape;8184;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185" name="Google Shape;8185;p75"/>
          <p:cNvSpPr txBox="1"/>
          <p:nvPr/>
        </p:nvSpPr>
        <p:spPr>
          <a:xfrm>
            <a:off x="8393225" y="4201869"/>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8186" name="Google Shape;8186;p75"/>
          <p:cNvGrpSpPr/>
          <p:nvPr/>
        </p:nvGrpSpPr>
        <p:grpSpPr>
          <a:xfrm>
            <a:off x="7074056" y="2987752"/>
            <a:ext cx="313273" cy="74585"/>
            <a:chOff x="3655625" y="914400"/>
            <a:chExt cx="2743200" cy="690600"/>
          </a:xfrm>
        </p:grpSpPr>
        <p:sp>
          <p:nvSpPr>
            <p:cNvPr id="8187" name="Google Shape;8187;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88" name="Google Shape;8188;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89" name="Google Shape;8189;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190" name="Google Shape;8190;p75"/>
          <p:cNvGrpSpPr/>
          <p:nvPr/>
        </p:nvGrpSpPr>
        <p:grpSpPr>
          <a:xfrm>
            <a:off x="7531256" y="2987752"/>
            <a:ext cx="313273" cy="74585"/>
            <a:chOff x="3655625" y="914400"/>
            <a:chExt cx="2743200" cy="690600"/>
          </a:xfrm>
        </p:grpSpPr>
        <p:sp>
          <p:nvSpPr>
            <p:cNvPr id="8191" name="Google Shape;8191;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92" name="Google Shape;8192;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93" name="Google Shape;8193;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194" name="Google Shape;8194;p75"/>
          <p:cNvGrpSpPr/>
          <p:nvPr/>
        </p:nvGrpSpPr>
        <p:grpSpPr>
          <a:xfrm>
            <a:off x="7988456" y="2987752"/>
            <a:ext cx="313273" cy="74585"/>
            <a:chOff x="3655625" y="914400"/>
            <a:chExt cx="2743200" cy="690600"/>
          </a:xfrm>
        </p:grpSpPr>
        <p:sp>
          <p:nvSpPr>
            <p:cNvPr id="8195" name="Google Shape;8195;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96" name="Google Shape;8196;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197" name="Google Shape;8197;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198" name="Google Shape;8198;p75"/>
          <p:cNvCxnSpPr>
            <a:stCxn id="8172" idx="0"/>
          </p:cNvCxnSpPr>
          <p:nvPr/>
        </p:nvCxnSpPr>
        <p:spPr>
          <a:xfrm rot="10800000">
            <a:off x="72306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199" name="Google Shape;8199;p75"/>
          <p:cNvCxnSpPr>
            <a:stCxn id="8172" idx="0"/>
            <a:endCxn id="8191" idx="2"/>
          </p:cNvCxnSpPr>
          <p:nvPr/>
        </p:nvCxnSpPr>
        <p:spPr>
          <a:xfrm flipH="1" rot="10800000">
            <a:off x="72306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200" name="Google Shape;8200;p75"/>
          <p:cNvCxnSpPr>
            <a:stCxn id="8172" idx="0"/>
            <a:endCxn id="8195" idx="2"/>
          </p:cNvCxnSpPr>
          <p:nvPr/>
        </p:nvCxnSpPr>
        <p:spPr>
          <a:xfrm flipH="1" rot="10800000">
            <a:off x="72306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201" name="Google Shape;8201;p75"/>
          <p:cNvCxnSpPr>
            <a:stCxn id="8177" idx="0"/>
            <a:endCxn id="8191" idx="2"/>
          </p:cNvCxnSpPr>
          <p:nvPr/>
        </p:nvCxnSpPr>
        <p:spPr>
          <a:xfrm rot="10800000">
            <a:off x="76878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202" name="Google Shape;8202;p75"/>
          <p:cNvCxnSpPr>
            <a:stCxn id="8182" idx="0"/>
            <a:endCxn id="8195" idx="2"/>
          </p:cNvCxnSpPr>
          <p:nvPr/>
        </p:nvCxnSpPr>
        <p:spPr>
          <a:xfrm rot="10800000">
            <a:off x="8145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203" name="Google Shape;8203;p75"/>
          <p:cNvCxnSpPr>
            <a:stCxn id="8177" idx="0"/>
            <a:endCxn id="8195" idx="2"/>
          </p:cNvCxnSpPr>
          <p:nvPr/>
        </p:nvCxnSpPr>
        <p:spPr>
          <a:xfrm flipH="1" rot="10800000">
            <a:off x="7687893" y="3061852"/>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8204" name="Google Shape;8204;p75"/>
          <p:cNvGrpSpPr/>
          <p:nvPr/>
        </p:nvGrpSpPr>
        <p:grpSpPr>
          <a:xfrm rot="-5400000">
            <a:off x="7179088" y="2142702"/>
            <a:ext cx="109798" cy="26302"/>
            <a:chOff x="4885225" y="945750"/>
            <a:chExt cx="311926" cy="74700"/>
          </a:xfrm>
        </p:grpSpPr>
        <p:sp>
          <p:nvSpPr>
            <p:cNvPr id="8205" name="Google Shape;8205;p75"/>
            <p:cNvSpPr/>
            <p:nvPr/>
          </p:nvSpPr>
          <p:spPr>
            <a:xfrm>
              <a:off x="4885225"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206" name="Google Shape;8206;p75"/>
            <p:cNvSpPr/>
            <p:nvPr/>
          </p:nvSpPr>
          <p:spPr>
            <a:xfrm>
              <a:off x="5003838"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207" name="Google Shape;8207;p75"/>
            <p:cNvSpPr/>
            <p:nvPr/>
          </p:nvSpPr>
          <p:spPr>
            <a:xfrm>
              <a:off x="5122451" y="945750"/>
              <a:ext cx="74700" cy="74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8208" name="Google Shape;8208;p75"/>
          <p:cNvSpPr/>
          <p:nvPr/>
        </p:nvSpPr>
        <p:spPr>
          <a:xfrm>
            <a:off x="5607575" y="1002063"/>
            <a:ext cx="3278100" cy="857400"/>
          </a:xfrm>
          <a:prstGeom prst="rect">
            <a:avLst/>
          </a:prstGeom>
          <a:solidFill>
            <a:schemeClr val="lt2"/>
          </a:solid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u="sng">
                <a:latin typeface="Roboto"/>
                <a:ea typeface="Roboto"/>
                <a:cs typeface="Roboto"/>
                <a:sym typeface="Roboto"/>
              </a:rPr>
              <a:t>Layer N</a:t>
            </a:r>
            <a:endParaRPr sz="1000" u="sng">
              <a:latin typeface="Roboto"/>
              <a:ea typeface="Roboto"/>
              <a:cs typeface="Roboto"/>
              <a:sym typeface="Roboto"/>
            </a:endParaRPr>
          </a:p>
        </p:txBody>
      </p:sp>
      <p:sp>
        <p:nvSpPr>
          <p:cNvPr id="8209" name="Google Shape;8209;p75"/>
          <p:cNvSpPr/>
          <p:nvPr/>
        </p:nvSpPr>
        <p:spPr>
          <a:xfrm>
            <a:off x="5655950" y="1164675"/>
            <a:ext cx="3180300" cy="1917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MLP</a:t>
            </a:r>
            <a:endParaRPr sz="1200">
              <a:latin typeface="Roboto"/>
              <a:ea typeface="Roboto"/>
              <a:cs typeface="Roboto"/>
              <a:sym typeface="Roboto"/>
            </a:endParaRPr>
          </a:p>
        </p:txBody>
      </p:sp>
      <p:sp>
        <p:nvSpPr>
          <p:cNvPr id="8210" name="Google Shape;8210;p75"/>
          <p:cNvSpPr/>
          <p:nvPr/>
        </p:nvSpPr>
        <p:spPr>
          <a:xfrm>
            <a:off x="5656025" y="1423225"/>
            <a:ext cx="3180300" cy="191700"/>
          </a:xfrm>
          <a:prstGeom prst="roundRect">
            <a:avLst>
              <a:gd fmla="val 16667"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Self-attention</a:t>
            </a:r>
            <a:endParaRPr sz="1200">
              <a:latin typeface="Roboto"/>
              <a:ea typeface="Roboto"/>
              <a:cs typeface="Roboto"/>
              <a:sym typeface="Roboto"/>
            </a:endParaRPr>
          </a:p>
        </p:txBody>
      </p:sp>
      <p:sp>
        <p:nvSpPr>
          <p:cNvPr id="8211" name="Google Shape;8211;p75"/>
          <p:cNvSpPr/>
          <p:nvPr/>
        </p:nvSpPr>
        <p:spPr>
          <a:xfrm>
            <a:off x="5656150" y="2495775"/>
            <a:ext cx="3180300" cy="3831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Roboto"/>
              <a:ea typeface="Roboto"/>
              <a:cs typeface="Roboto"/>
              <a:sym typeface="Roboto"/>
            </a:endParaRPr>
          </a:p>
        </p:txBody>
      </p:sp>
      <p:grpSp>
        <p:nvGrpSpPr>
          <p:cNvPr id="8212" name="Google Shape;8212;p75"/>
          <p:cNvGrpSpPr/>
          <p:nvPr/>
        </p:nvGrpSpPr>
        <p:grpSpPr>
          <a:xfrm>
            <a:off x="7077356" y="2758466"/>
            <a:ext cx="313273" cy="74585"/>
            <a:chOff x="3655625" y="914400"/>
            <a:chExt cx="2743200" cy="690600"/>
          </a:xfrm>
        </p:grpSpPr>
        <p:sp>
          <p:nvSpPr>
            <p:cNvPr id="8213" name="Google Shape;8213;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14" name="Google Shape;8214;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15" name="Google Shape;8215;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16" name="Google Shape;8216;p75"/>
          <p:cNvGrpSpPr/>
          <p:nvPr/>
        </p:nvGrpSpPr>
        <p:grpSpPr>
          <a:xfrm>
            <a:off x="7534556" y="2758466"/>
            <a:ext cx="313273" cy="74585"/>
            <a:chOff x="3655625" y="914400"/>
            <a:chExt cx="2743200" cy="690600"/>
          </a:xfrm>
        </p:grpSpPr>
        <p:sp>
          <p:nvSpPr>
            <p:cNvPr id="8217" name="Google Shape;8217;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18" name="Google Shape;8218;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19" name="Google Shape;8219;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20" name="Google Shape;8220;p75"/>
          <p:cNvGrpSpPr/>
          <p:nvPr/>
        </p:nvGrpSpPr>
        <p:grpSpPr>
          <a:xfrm>
            <a:off x="7991756" y="2758466"/>
            <a:ext cx="313273" cy="74585"/>
            <a:chOff x="3655625" y="914400"/>
            <a:chExt cx="2743200" cy="690600"/>
          </a:xfrm>
        </p:grpSpPr>
        <p:sp>
          <p:nvSpPr>
            <p:cNvPr id="8221" name="Google Shape;8221;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22" name="Google Shape;8222;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23" name="Google Shape;8223;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24" name="Google Shape;8224;p75"/>
          <p:cNvGrpSpPr/>
          <p:nvPr/>
        </p:nvGrpSpPr>
        <p:grpSpPr>
          <a:xfrm>
            <a:off x="7077356" y="2537014"/>
            <a:ext cx="313273" cy="74585"/>
            <a:chOff x="3655625" y="914400"/>
            <a:chExt cx="2743200" cy="690600"/>
          </a:xfrm>
        </p:grpSpPr>
        <p:sp>
          <p:nvSpPr>
            <p:cNvPr id="8225" name="Google Shape;8225;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26" name="Google Shape;8226;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27" name="Google Shape;8227;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28" name="Google Shape;8228;p75"/>
          <p:cNvGrpSpPr/>
          <p:nvPr/>
        </p:nvGrpSpPr>
        <p:grpSpPr>
          <a:xfrm>
            <a:off x="7534556" y="2537014"/>
            <a:ext cx="313273" cy="74585"/>
            <a:chOff x="3655625" y="914400"/>
            <a:chExt cx="2743200" cy="690600"/>
          </a:xfrm>
        </p:grpSpPr>
        <p:sp>
          <p:nvSpPr>
            <p:cNvPr id="8229" name="Google Shape;8229;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30" name="Google Shape;8230;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31" name="Google Shape;8231;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32" name="Google Shape;8232;p75"/>
          <p:cNvGrpSpPr/>
          <p:nvPr/>
        </p:nvGrpSpPr>
        <p:grpSpPr>
          <a:xfrm>
            <a:off x="7991756" y="2537014"/>
            <a:ext cx="313273" cy="74585"/>
            <a:chOff x="3655625" y="914400"/>
            <a:chExt cx="2743200" cy="690600"/>
          </a:xfrm>
        </p:grpSpPr>
        <p:sp>
          <p:nvSpPr>
            <p:cNvPr id="8233" name="Google Shape;8233;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34" name="Google Shape;8234;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35" name="Google Shape;8235;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236" name="Google Shape;8236;p75"/>
          <p:cNvCxnSpPr>
            <a:stCxn id="8213" idx="0"/>
            <a:endCxn id="8225" idx="2"/>
          </p:cNvCxnSpPr>
          <p:nvPr/>
        </p:nvCxnSpPr>
        <p:spPr>
          <a:xfrm rot="10800000">
            <a:off x="72339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8237" name="Google Shape;8237;p75"/>
          <p:cNvCxnSpPr>
            <a:stCxn id="8221" idx="0"/>
            <a:endCxn id="8233" idx="2"/>
          </p:cNvCxnSpPr>
          <p:nvPr/>
        </p:nvCxnSpPr>
        <p:spPr>
          <a:xfrm rot="10800000">
            <a:off x="8148393" y="2611166"/>
            <a:ext cx="0" cy="147300"/>
          </a:xfrm>
          <a:prstGeom prst="straightConnector1">
            <a:avLst/>
          </a:prstGeom>
          <a:noFill/>
          <a:ln cap="flat" cmpd="sng" w="9525">
            <a:solidFill>
              <a:schemeClr val="dk2"/>
            </a:solidFill>
            <a:prstDash val="solid"/>
            <a:round/>
            <a:headEnd len="med" w="med" type="none"/>
            <a:tailEnd len="med" w="med" type="none"/>
          </a:ln>
        </p:spPr>
      </p:cxnSp>
      <p:cxnSp>
        <p:nvCxnSpPr>
          <p:cNvPr id="8238" name="Google Shape;8238;p75"/>
          <p:cNvCxnSpPr>
            <a:stCxn id="8217" idx="0"/>
            <a:endCxn id="8229" idx="2"/>
          </p:cNvCxnSpPr>
          <p:nvPr/>
        </p:nvCxnSpPr>
        <p:spPr>
          <a:xfrm rot="10800000">
            <a:off x="76911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8239" name="Google Shape;8239;p75"/>
          <p:cNvGrpSpPr/>
          <p:nvPr/>
        </p:nvGrpSpPr>
        <p:grpSpPr>
          <a:xfrm>
            <a:off x="7077356" y="807303"/>
            <a:ext cx="313273" cy="74585"/>
            <a:chOff x="3655625" y="914400"/>
            <a:chExt cx="2743200" cy="690600"/>
          </a:xfrm>
        </p:grpSpPr>
        <p:sp>
          <p:nvSpPr>
            <p:cNvPr id="8240" name="Google Shape;8240;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41" name="Google Shape;8241;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42" name="Google Shape;8242;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43" name="Google Shape;8243;p75"/>
          <p:cNvGrpSpPr/>
          <p:nvPr/>
        </p:nvGrpSpPr>
        <p:grpSpPr>
          <a:xfrm>
            <a:off x="7534556" y="807303"/>
            <a:ext cx="313273" cy="74585"/>
            <a:chOff x="3655625" y="914400"/>
            <a:chExt cx="2743200" cy="690600"/>
          </a:xfrm>
        </p:grpSpPr>
        <p:sp>
          <p:nvSpPr>
            <p:cNvPr id="8244" name="Google Shape;8244;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45" name="Google Shape;8245;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46" name="Google Shape;8246;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47" name="Google Shape;8247;p75"/>
          <p:cNvGrpSpPr/>
          <p:nvPr/>
        </p:nvGrpSpPr>
        <p:grpSpPr>
          <a:xfrm>
            <a:off x="7991756" y="807303"/>
            <a:ext cx="313273" cy="74585"/>
            <a:chOff x="3655625" y="914400"/>
            <a:chExt cx="2743200" cy="690600"/>
          </a:xfrm>
        </p:grpSpPr>
        <p:sp>
          <p:nvSpPr>
            <p:cNvPr id="8248" name="Google Shape;8248;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49" name="Google Shape;8249;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50" name="Google Shape;8250;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251" name="Google Shape;8251;p75"/>
          <p:cNvSpPr txBox="1"/>
          <p:nvPr/>
        </p:nvSpPr>
        <p:spPr>
          <a:xfrm>
            <a:off x="699527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Das</a:t>
            </a:r>
            <a:endParaRPr sz="1200">
              <a:solidFill>
                <a:schemeClr val="dk2"/>
              </a:solidFill>
              <a:latin typeface="Roboto"/>
              <a:ea typeface="Roboto"/>
              <a:cs typeface="Roboto"/>
              <a:sym typeface="Roboto"/>
            </a:endParaRPr>
          </a:p>
        </p:txBody>
      </p:sp>
      <p:sp>
        <p:nvSpPr>
          <p:cNvPr id="8252" name="Google Shape;8252;p75"/>
          <p:cNvSpPr txBox="1"/>
          <p:nvPr/>
        </p:nvSpPr>
        <p:spPr>
          <a:xfrm>
            <a:off x="7521100" y="477760"/>
            <a:ext cx="370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ist</a:t>
            </a:r>
            <a:endParaRPr sz="1200">
              <a:solidFill>
                <a:schemeClr val="dk2"/>
              </a:solidFill>
              <a:latin typeface="Roboto"/>
              <a:ea typeface="Roboto"/>
              <a:cs typeface="Roboto"/>
              <a:sym typeface="Roboto"/>
            </a:endParaRPr>
          </a:p>
        </p:txBody>
      </p:sp>
      <p:sp>
        <p:nvSpPr>
          <p:cNvPr id="8253" name="Google Shape;8253;p75"/>
          <p:cNvSpPr txBox="1"/>
          <p:nvPr/>
        </p:nvSpPr>
        <p:spPr>
          <a:xfrm>
            <a:off x="7936025"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gut</a:t>
            </a:r>
            <a:endParaRPr sz="1200">
              <a:solidFill>
                <a:schemeClr val="dk2"/>
              </a:solidFill>
              <a:latin typeface="Roboto"/>
              <a:ea typeface="Roboto"/>
              <a:cs typeface="Roboto"/>
              <a:sym typeface="Roboto"/>
            </a:endParaRPr>
          </a:p>
        </p:txBody>
      </p:sp>
      <p:grpSp>
        <p:nvGrpSpPr>
          <p:cNvPr id="8254" name="Google Shape;8254;p75"/>
          <p:cNvGrpSpPr/>
          <p:nvPr/>
        </p:nvGrpSpPr>
        <p:grpSpPr>
          <a:xfrm>
            <a:off x="8445656" y="3444952"/>
            <a:ext cx="313273" cy="74585"/>
            <a:chOff x="3655625" y="914400"/>
            <a:chExt cx="2743200" cy="690600"/>
          </a:xfrm>
        </p:grpSpPr>
        <p:sp>
          <p:nvSpPr>
            <p:cNvPr id="8255" name="Google Shape;8255;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56" name="Google Shape;8256;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57" name="Google Shape;8257;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58" name="Google Shape;8258;p75"/>
          <p:cNvGrpSpPr/>
          <p:nvPr/>
        </p:nvGrpSpPr>
        <p:grpSpPr>
          <a:xfrm>
            <a:off x="8445656" y="2987752"/>
            <a:ext cx="313273" cy="74585"/>
            <a:chOff x="3655625" y="914400"/>
            <a:chExt cx="2743200" cy="690600"/>
          </a:xfrm>
        </p:grpSpPr>
        <p:sp>
          <p:nvSpPr>
            <p:cNvPr id="8259" name="Google Shape;8259;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60" name="Google Shape;8260;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61" name="Google Shape;8261;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262" name="Google Shape;8262;p75"/>
          <p:cNvCxnSpPr>
            <a:stCxn id="8172" idx="0"/>
            <a:endCxn id="8259" idx="2"/>
          </p:cNvCxnSpPr>
          <p:nvPr/>
        </p:nvCxnSpPr>
        <p:spPr>
          <a:xfrm flipH="1" rot="10800000">
            <a:off x="72306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8263" name="Google Shape;8263;p75"/>
          <p:cNvCxnSpPr>
            <a:stCxn id="8177" idx="0"/>
            <a:endCxn id="8259" idx="2"/>
          </p:cNvCxnSpPr>
          <p:nvPr/>
        </p:nvCxnSpPr>
        <p:spPr>
          <a:xfrm flipH="1" rot="10800000">
            <a:off x="76878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264" name="Google Shape;8264;p75"/>
          <p:cNvCxnSpPr>
            <a:stCxn id="8182" idx="0"/>
            <a:endCxn id="8259" idx="2"/>
          </p:cNvCxnSpPr>
          <p:nvPr/>
        </p:nvCxnSpPr>
        <p:spPr>
          <a:xfrm flipH="1" rot="10800000">
            <a:off x="8145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265" name="Google Shape;8265;p75"/>
          <p:cNvCxnSpPr>
            <a:stCxn id="8255" idx="0"/>
            <a:endCxn id="8259" idx="2"/>
          </p:cNvCxnSpPr>
          <p:nvPr/>
        </p:nvCxnSpPr>
        <p:spPr>
          <a:xfrm rot="10800000">
            <a:off x="8602293" y="30618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8266" name="Google Shape;8266;p75"/>
          <p:cNvGrpSpPr/>
          <p:nvPr/>
        </p:nvGrpSpPr>
        <p:grpSpPr>
          <a:xfrm>
            <a:off x="8448956" y="2761349"/>
            <a:ext cx="313273" cy="74585"/>
            <a:chOff x="3655625" y="914400"/>
            <a:chExt cx="2743200" cy="690600"/>
          </a:xfrm>
        </p:grpSpPr>
        <p:sp>
          <p:nvSpPr>
            <p:cNvPr id="8267" name="Google Shape;8267;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68" name="Google Shape;8268;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69" name="Google Shape;8269;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70" name="Google Shape;8270;p75"/>
          <p:cNvGrpSpPr/>
          <p:nvPr/>
        </p:nvGrpSpPr>
        <p:grpSpPr>
          <a:xfrm>
            <a:off x="8448956" y="2533450"/>
            <a:ext cx="313273" cy="74585"/>
            <a:chOff x="3655625" y="914400"/>
            <a:chExt cx="2743200" cy="690600"/>
          </a:xfrm>
        </p:grpSpPr>
        <p:sp>
          <p:nvSpPr>
            <p:cNvPr id="8271" name="Google Shape;8271;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72" name="Google Shape;8272;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73" name="Google Shape;8273;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274" name="Google Shape;8274;p75"/>
          <p:cNvCxnSpPr>
            <a:stCxn id="8267" idx="0"/>
            <a:endCxn id="8271" idx="2"/>
          </p:cNvCxnSpPr>
          <p:nvPr/>
        </p:nvCxnSpPr>
        <p:spPr>
          <a:xfrm rot="10800000">
            <a:off x="8605593" y="2607449"/>
            <a:ext cx="0" cy="153900"/>
          </a:xfrm>
          <a:prstGeom prst="straightConnector1">
            <a:avLst/>
          </a:prstGeom>
          <a:noFill/>
          <a:ln cap="flat" cmpd="sng" w="9525">
            <a:solidFill>
              <a:schemeClr val="dk2"/>
            </a:solidFill>
            <a:prstDash val="solid"/>
            <a:round/>
            <a:headEnd len="med" w="med" type="none"/>
            <a:tailEnd len="med" w="med" type="none"/>
          </a:ln>
        </p:spPr>
      </p:cxnSp>
      <p:grpSp>
        <p:nvGrpSpPr>
          <p:cNvPr id="8275" name="Google Shape;8275;p75"/>
          <p:cNvGrpSpPr/>
          <p:nvPr/>
        </p:nvGrpSpPr>
        <p:grpSpPr>
          <a:xfrm>
            <a:off x="8445519" y="807303"/>
            <a:ext cx="313273" cy="74585"/>
            <a:chOff x="3655625" y="914400"/>
            <a:chExt cx="2743200" cy="690600"/>
          </a:xfrm>
        </p:grpSpPr>
        <p:sp>
          <p:nvSpPr>
            <p:cNvPr id="8276" name="Google Shape;8276;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77" name="Google Shape;8277;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78" name="Google Shape;8278;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279" name="Google Shape;8279;p75"/>
          <p:cNvSpPr txBox="1"/>
          <p:nvPr/>
        </p:nvSpPr>
        <p:spPr>
          <a:xfrm>
            <a:off x="8327817" y="477760"/>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[EOS]</a:t>
            </a:r>
            <a:endParaRPr sz="1200">
              <a:solidFill>
                <a:schemeClr val="dk2"/>
              </a:solidFill>
              <a:latin typeface="Roboto"/>
              <a:ea typeface="Roboto"/>
              <a:cs typeface="Roboto"/>
              <a:sym typeface="Roboto"/>
            </a:endParaRPr>
          </a:p>
        </p:txBody>
      </p:sp>
      <p:grpSp>
        <p:nvGrpSpPr>
          <p:cNvPr id="8280" name="Google Shape;8280;p75"/>
          <p:cNvGrpSpPr/>
          <p:nvPr/>
        </p:nvGrpSpPr>
        <p:grpSpPr>
          <a:xfrm>
            <a:off x="6616856" y="3444952"/>
            <a:ext cx="313273" cy="74585"/>
            <a:chOff x="3655625" y="914400"/>
            <a:chExt cx="2743200" cy="690600"/>
          </a:xfrm>
        </p:grpSpPr>
        <p:sp>
          <p:nvSpPr>
            <p:cNvPr id="8281" name="Google Shape;8281;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82" name="Google Shape;8282;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83" name="Google Shape;8283;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84" name="Google Shape;8284;p75"/>
          <p:cNvGrpSpPr/>
          <p:nvPr/>
        </p:nvGrpSpPr>
        <p:grpSpPr>
          <a:xfrm>
            <a:off x="6616856" y="2987752"/>
            <a:ext cx="313273" cy="74585"/>
            <a:chOff x="3655625" y="914400"/>
            <a:chExt cx="2743200" cy="690600"/>
          </a:xfrm>
        </p:grpSpPr>
        <p:sp>
          <p:nvSpPr>
            <p:cNvPr id="8285" name="Google Shape;8285;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86" name="Google Shape;8286;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87" name="Google Shape;8287;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88" name="Google Shape;8288;p75"/>
          <p:cNvGrpSpPr/>
          <p:nvPr/>
        </p:nvGrpSpPr>
        <p:grpSpPr>
          <a:xfrm>
            <a:off x="6159656" y="3444952"/>
            <a:ext cx="313273" cy="74585"/>
            <a:chOff x="3655625" y="914400"/>
            <a:chExt cx="2743200" cy="690600"/>
          </a:xfrm>
        </p:grpSpPr>
        <p:sp>
          <p:nvSpPr>
            <p:cNvPr id="8289" name="Google Shape;8289;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90" name="Google Shape;8290;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91" name="Google Shape;8291;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92" name="Google Shape;8292;p75"/>
          <p:cNvGrpSpPr/>
          <p:nvPr/>
        </p:nvGrpSpPr>
        <p:grpSpPr>
          <a:xfrm>
            <a:off x="6159656" y="2987752"/>
            <a:ext cx="313273" cy="74585"/>
            <a:chOff x="3655625" y="914400"/>
            <a:chExt cx="2743200" cy="690600"/>
          </a:xfrm>
        </p:grpSpPr>
        <p:sp>
          <p:nvSpPr>
            <p:cNvPr id="8293" name="Google Shape;8293;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94" name="Google Shape;8294;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95" name="Google Shape;8295;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296" name="Google Shape;8296;p75"/>
          <p:cNvGrpSpPr/>
          <p:nvPr/>
        </p:nvGrpSpPr>
        <p:grpSpPr>
          <a:xfrm>
            <a:off x="5702456" y="3444952"/>
            <a:ext cx="313273" cy="74585"/>
            <a:chOff x="3655625" y="914400"/>
            <a:chExt cx="2743200" cy="690600"/>
          </a:xfrm>
        </p:grpSpPr>
        <p:sp>
          <p:nvSpPr>
            <p:cNvPr id="8297" name="Google Shape;8297;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98" name="Google Shape;8298;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299" name="Google Shape;8299;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00" name="Google Shape;8300;p75"/>
          <p:cNvGrpSpPr/>
          <p:nvPr/>
        </p:nvGrpSpPr>
        <p:grpSpPr>
          <a:xfrm>
            <a:off x="5702456" y="2987752"/>
            <a:ext cx="313273" cy="74585"/>
            <a:chOff x="3655625" y="914400"/>
            <a:chExt cx="2743200" cy="690600"/>
          </a:xfrm>
        </p:grpSpPr>
        <p:sp>
          <p:nvSpPr>
            <p:cNvPr id="8301" name="Google Shape;8301;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02" name="Google Shape;8302;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03" name="Google Shape;8303;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304" name="Google Shape;8304;p75"/>
          <p:cNvSpPr txBox="1"/>
          <p:nvPr/>
        </p:nvSpPr>
        <p:spPr>
          <a:xfrm>
            <a:off x="5607693" y="4211603"/>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[BOS]</a:t>
            </a:r>
            <a:endParaRPr sz="1200">
              <a:solidFill>
                <a:schemeClr val="dk2"/>
              </a:solidFill>
              <a:latin typeface="Roboto"/>
              <a:ea typeface="Roboto"/>
              <a:cs typeface="Roboto"/>
              <a:sym typeface="Roboto"/>
            </a:endParaRPr>
          </a:p>
        </p:txBody>
      </p:sp>
      <p:cxnSp>
        <p:nvCxnSpPr>
          <p:cNvPr id="8305" name="Google Shape;8305;p75"/>
          <p:cNvCxnSpPr>
            <a:stCxn id="8281" idx="0"/>
            <a:endCxn id="8285" idx="2"/>
          </p:cNvCxnSpPr>
          <p:nvPr/>
        </p:nvCxnSpPr>
        <p:spPr>
          <a:xfrm rot="10800000">
            <a:off x="67734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306" name="Google Shape;8306;p75"/>
          <p:cNvCxnSpPr>
            <a:stCxn id="8289" idx="0"/>
            <a:endCxn id="8293" idx="2"/>
          </p:cNvCxnSpPr>
          <p:nvPr/>
        </p:nvCxnSpPr>
        <p:spPr>
          <a:xfrm rot="10800000">
            <a:off x="63162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307" name="Google Shape;8307;p75"/>
          <p:cNvCxnSpPr>
            <a:stCxn id="8297" idx="0"/>
            <a:endCxn id="8301" idx="2"/>
          </p:cNvCxnSpPr>
          <p:nvPr/>
        </p:nvCxnSpPr>
        <p:spPr>
          <a:xfrm rot="10800000">
            <a:off x="5859093" y="30618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308" name="Google Shape;8308;p75"/>
          <p:cNvCxnSpPr>
            <a:stCxn id="8297" idx="0"/>
            <a:endCxn id="8293" idx="2"/>
          </p:cNvCxnSpPr>
          <p:nvPr/>
        </p:nvCxnSpPr>
        <p:spPr>
          <a:xfrm flipH="1" rot="10800000">
            <a:off x="58590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309" name="Google Shape;8309;p75"/>
          <p:cNvCxnSpPr>
            <a:stCxn id="8297" idx="0"/>
            <a:endCxn id="8285" idx="2"/>
          </p:cNvCxnSpPr>
          <p:nvPr/>
        </p:nvCxnSpPr>
        <p:spPr>
          <a:xfrm flipH="1" rot="10800000">
            <a:off x="58590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310" name="Google Shape;8310;p75"/>
          <p:cNvCxnSpPr>
            <a:stCxn id="8297" idx="0"/>
            <a:endCxn id="8187" idx="2"/>
          </p:cNvCxnSpPr>
          <p:nvPr/>
        </p:nvCxnSpPr>
        <p:spPr>
          <a:xfrm flipH="1" rot="10800000">
            <a:off x="58590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8311" name="Google Shape;8311;p75"/>
          <p:cNvCxnSpPr>
            <a:stCxn id="8297" idx="0"/>
            <a:endCxn id="8191" idx="2"/>
          </p:cNvCxnSpPr>
          <p:nvPr/>
        </p:nvCxnSpPr>
        <p:spPr>
          <a:xfrm flipH="1" rot="10800000">
            <a:off x="58590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8312" name="Google Shape;8312;p75"/>
          <p:cNvCxnSpPr>
            <a:stCxn id="8297" idx="0"/>
            <a:endCxn id="8195" idx="2"/>
          </p:cNvCxnSpPr>
          <p:nvPr/>
        </p:nvCxnSpPr>
        <p:spPr>
          <a:xfrm flipH="1" rot="10800000">
            <a:off x="58590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8313" name="Google Shape;8313;p75"/>
          <p:cNvCxnSpPr>
            <a:stCxn id="8297" idx="0"/>
            <a:endCxn id="8259" idx="2"/>
          </p:cNvCxnSpPr>
          <p:nvPr/>
        </p:nvCxnSpPr>
        <p:spPr>
          <a:xfrm flipH="1" rot="10800000">
            <a:off x="5859093" y="3061852"/>
            <a:ext cx="2743200" cy="383100"/>
          </a:xfrm>
          <a:prstGeom prst="straightConnector1">
            <a:avLst/>
          </a:prstGeom>
          <a:noFill/>
          <a:ln cap="flat" cmpd="sng" w="9525">
            <a:solidFill>
              <a:schemeClr val="dk2"/>
            </a:solidFill>
            <a:prstDash val="solid"/>
            <a:round/>
            <a:headEnd len="med" w="med" type="none"/>
            <a:tailEnd len="med" w="med" type="none"/>
          </a:ln>
        </p:spPr>
      </p:cxnSp>
      <p:cxnSp>
        <p:nvCxnSpPr>
          <p:cNvPr id="8314" name="Google Shape;8314;p75"/>
          <p:cNvCxnSpPr>
            <a:stCxn id="8289" idx="0"/>
            <a:endCxn id="8285" idx="2"/>
          </p:cNvCxnSpPr>
          <p:nvPr/>
        </p:nvCxnSpPr>
        <p:spPr>
          <a:xfrm flipH="1" rot="10800000">
            <a:off x="63162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315" name="Google Shape;8315;p75"/>
          <p:cNvCxnSpPr>
            <a:stCxn id="8289" idx="0"/>
            <a:endCxn id="8187" idx="2"/>
          </p:cNvCxnSpPr>
          <p:nvPr/>
        </p:nvCxnSpPr>
        <p:spPr>
          <a:xfrm flipH="1" rot="10800000">
            <a:off x="63162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316" name="Google Shape;8316;p75"/>
          <p:cNvCxnSpPr>
            <a:stCxn id="8289" idx="0"/>
            <a:endCxn id="8191" idx="2"/>
          </p:cNvCxnSpPr>
          <p:nvPr/>
        </p:nvCxnSpPr>
        <p:spPr>
          <a:xfrm flipH="1" rot="10800000">
            <a:off x="63162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8317" name="Google Shape;8317;p75"/>
          <p:cNvCxnSpPr>
            <a:stCxn id="8289" idx="0"/>
            <a:endCxn id="8195" idx="2"/>
          </p:cNvCxnSpPr>
          <p:nvPr/>
        </p:nvCxnSpPr>
        <p:spPr>
          <a:xfrm flipH="1" rot="10800000">
            <a:off x="6316293" y="3061852"/>
            <a:ext cx="1828800" cy="383100"/>
          </a:xfrm>
          <a:prstGeom prst="straightConnector1">
            <a:avLst/>
          </a:prstGeom>
          <a:noFill/>
          <a:ln cap="flat" cmpd="sng" w="9525">
            <a:solidFill>
              <a:schemeClr val="dk2"/>
            </a:solidFill>
            <a:prstDash val="solid"/>
            <a:round/>
            <a:headEnd len="med" w="med" type="none"/>
            <a:tailEnd len="med" w="med" type="none"/>
          </a:ln>
        </p:spPr>
      </p:cxnSp>
      <p:cxnSp>
        <p:nvCxnSpPr>
          <p:cNvPr id="8318" name="Google Shape;8318;p75"/>
          <p:cNvCxnSpPr>
            <a:stCxn id="8289" idx="0"/>
            <a:endCxn id="8259" idx="2"/>
          </p:cNvCxnSpPr>
          <p:nvPr/>
        </p:nvCxnSpPr>
        <p:spPr>
          <a:xfrm flipH="1" rot="10800000">
            <a:off x="6316293" y="3061852"/>
            <a:ext cx="2286000" cy="383100"/>
          </a:xfrm>
          <a:prstGeom prst="straightConnector1">
            <a:avLst/>
          </a:prstGeom>
          <a:noFill/>
          <a:ln cap="flat" cmpd="sng" w="9525">
            <a:solidFill>
              <a:schemeClr val="dk2"/>
            </a:solidFill>
            <a:prstDash val="solid"/>
            <a:round/>
            <a:headEnd len="med" w="med" type="none"/>
            <a:tailEnd len="med" w="med" type="none"/>
          </a:ln>
        </p:spPr>
      </p:cxnSp>
      <p:cxnSp>
        <p:nvCxnSpPr>
          <p:cNvPr id="8319" name="Google Shape;8319;p75"/>
          <p:cNvCxnSpPr>
            <a:stCxn id="8281" idx="0"/>
            <a:endCxn id="8187" idx="2"/>
          </p:cNvCxnSpPr>
          <p:nvPr/>
        </p:nvCxnSpPr>
        <p:spPr>
          <a:xfrm flipH="1" rot="10800000">
            <a:off x="6773493" y="30618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320" name="Google Shape;8320;p75"/>
          <p:cNvCxnSpPr>
            <a:stCxn id="8281" idx="0"/>
            <a:endCxn id="8191" idx="2"/>
          </p:cNvCxnSpPr>
          <p:nvPr/>
        </p:nvCxnSpPr>
        <p:spPr>
          <a:xfrm flipH="1" rot="10800000">
            <a:off x="6773493" y="30618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321" name="Google Shape;8321;p75"/>
          <p:cNvCxnSpPr>
            <a:stCxn id="8281" idx="0"/>
            <a:endCxn id="8195" idx="2"/>
          </p:cNvCxnSpPr>
          <p:nvPr/>
        </p:nvCxnSpPr>
        <p:spPr>
          <a:xfrm flipH="1" rot="10800000">
            <a:off x="6773493" y="30618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8322" name="Google Shape;8322;p75"/>
          <p:cNvCxnSpPr>
            <a:stCxn id="8281" idx="0"/>
            <a:endCxn id="8259" idx="2"/>
          </p:cNvCxnSpPr>
          <p:nvPr/>
        </p:nvCxnSpPr>
        <p:spPr>
          <a:xfrm flipH="1" rot="10800000">
            <a:off x="6773493" y="3061852"/>
            <a:ext cx="1828800" cy="383100"/>
          </a:xfrm>
          <a:prstGeom prst="straightConnector1">
            <a:avLst/>
          </a:prstGeom>
          <a:noFill/>
          <a:ln cap="flat" cmpd="sng" w="9525">
            <a:solidFill>
              <a:schemeClr val="dk2"/>
            </a:solidFill>
            <a:prstDash val="solid"/>
            <a:round/>
            <a:headEnd len="med" w="med" type="none"/>
            <a:tailEnd len="med" w="med" type="none"/>
          </a:ln>
        </p:spPr>
      </p:cxnSp>
      <p:grpSp>
        <p:nvGrpSpPr>
          <p:cNvPr id="8323" name="Google Shape;8323;p75"/>
          <p:cNvGrpSpPr/>
          <p:nvPr/>
        </p:nvGrpSpPr>
        <p:grpSpPr>
          <a:xfrm>
            <a:off x="6620156" y="2758466"/>
            <a:ext cx="313273" cy="74585"/>
            <a:chOff x="3655625" y="914400"/>
            <a:chExt cx="2743200" cy="690600"/>
          </a:xfrm>
        </p:grpSpPr>
        <p:sp>
          <p:nvSpPr>
            <p:cNvPr id="8324" name="Google Shape;8324;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25" name="Google Shape;8325;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26" name="Google Shape;8326;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27" name="Google Shape;8327;p75"/>
          <p:cNvGrpSpPr/>
          <p:nvPr/>
        </p:nvGrpSpPr>
        <p:grpSpPr>
          <a:xfrm>
            <a:off x="6620156" y="2537014"/>
            <a:ext cx="313273" cy="74585"/>
            <a:chOff x="3655625" y="914400"/>
            <a:chExt cx="2743200" cy="690600"/>
          </a:xfrm>
        </p:grpSpPr>
        <p:sp>
          <p:nvSpPr>
            <p:cNvPr id="8328" name="Google Shape;8328;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29" name="Google Shape;8329;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30" name="Google Shape;8330;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331" name="Google Shape;8331;p75"/>
          <p:cNvCxnSpPr>
            <a:stCxn id="8324" idx="0"/>
            <a:endCxn id="8328" idx="2"/>
          </p:cNvCxnSpPr>
          <p:nvPr/>
        </p:nvCxnSpPr>
        <p:spPr>
          <a:xfrm rot="10800000">
            <a:off x="67767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8332" name="Google Shape;8332;p75"/>
          <p:cNvGrpSpPr/>
          <p:nvPr/>
        </p:nvGrpSpPr>
        <p:grpSpPr>
          <a:xfrm>
            <a:off x="6162956" y="2758466"/>
            <a:ext cx="313273" cy="74585"/>
            <a:chOff x="3655625" y="914400"/>
            <a:chExt cx="2743200" cy="690600"/>
          </a:xfrm>
        </p:grpSpPr>
        <p:sp>
          <p:nvSpPr>
            <p:cNvPr id="8333" name="Google Shape;8333;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34" name="Google Shape;8334;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35" name="Google Shape;8335;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36" name="Google Shape;8336;p75"/>
          <p:cNvGrpSpPr/>
          <p:nvPr/>
        </p:nvGrpSpPr>
        <p:grpSpPr>
          <a:xfrm>
            <a:off x="6162956" y="2537014"/>
            <a:ext cx="313273" cy="74585"/>
            <a:chOff x="3655625" y="914400"/>
            <a:chExt cx="2743200" cy="690600"/>
          </a:xfrm>
        </p:grpSpPr>
        <p:sp>
          <p:nvSpPr>
            <p:cNvPr id="8337" name="Google Shape;8337;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38" name="Google Shape;8338;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39" name="Google Shape;8339;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340" name="Google Shape;8340;p75"/>
          <p:cNvCxnSpPr>
            <a:stCxn id="8333" idx="0"/>
            <a:endCxn id="8337" idx="2"/>
          </p:cNvCxnSpPr>
          <p:nvPr/>
        </p:nvCxnSpPr>
        <p:spPr>
          <a:xfrm rot="10800000">
            <a:off x="63195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8341" name="Google Shape;8341;p75"/>
          <p:cNvGrpSpPr/>
          <p:nvPr/>
        </p:nvGrpSpPr>
        <p:grpSpPr>
          <a:xfrm>
            <a:off x="5705756" y="2758466"/>
            <a:ext cx="313273" cy="74585"/>
            <a:chOff x="3655625" y="914400"/>
            <a:chExt cx="2743200" cy="690600"/>
          </a:xfrm>
        </p:grpSpPr>
        <p:sp>
          <p:nvSpPr>
            <p:cNvPr id="8342" name="Google Shape;8342;p75"/>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43" name="Google Shape;8343;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44" name="Google Shape;8344;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45" name="Google Shape;8345;p75"/>
          <p:cNvGrpSpPr/>
          <p:nvPr/>
        </p:nvGrpSpPr>
        <p:grpSpPr>
          <a:xfrm>
            <a:off x="5705756" y="2537014"/>
            <a:ext cx="313273" cy="74585"/>
            <a:chOff x="3655625" y="914400"/>
            <a:chExt cx="2743200" cy="690600"/>
          </a:xfrm>
        </p:grpSpPr>
        <p:sp>
          <p:nvSpPr>
            <p:cNvPr id="8346" name="Google Shape;8346;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47" name="Google Shape;8347;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48" name="Google Shape;8348;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349" name="Google Shape;8349;p75"/>
          <p:cNvCxnSpPr>
            <a:stCxn id="8342" idx="0"/>
            <a:endCxn id="8346" idx="2"/>
          </p:cNvCxnSpPr>
          <p:nvPr/>
        </p:nvCxnSpPr>
        <p:spPr>
          <a:xfrm rot="10800000">
            <a:off x="5862393" y="2611166"/>
            <a:ext cx="0" cy="147300"/>
          </a:xfrm>
          <a:prstGeom prst="straightConnector1">
            <a:avLst/>
          </a:prstGeom>
          <a:noFill/>
          <a:ln cap="flat" cmpd="sng" w="9525">
            <a:solidFill>
              <a:schemeClr val="dk2"/>
            </a:solidFill>
            <a:prstDash val="solid"/>
            <a:round/>
            <a:headEnd len="med" w="med" type="none"/>
            <a:tailEnd len="med" w="med" type="none"/>
          </a:ln>
        </p:spPr>
      </p:cxnSp>
      <p:grpSp>
        <p:nvGrpSpPr>
          <p:cNvPr id="8350" name="Google Shape;8350;p75"/>
          <p:cNvGrpSpPr/>
          <p:nvPr/>
        </p:nvGrpSpPr>
        <p:grpSpPr>
          <a:xfrm>
            <a:off x="5705756" y="807303"/>
            <a:ext cx="313273" cy="74585"/>
            <a:chOff x="3655625" y="914400"/>
            <a:chExt cx="2743200" cy="690600"/>
          </a:xfrm>
        </p:grpSpPr>
        <p:sp>
          <p:nvSpPr>
            <p:cNvPr id="8351" name="Google Shape;8351;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52" name="Google Shape;8352;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53" name="Google Shape;8353;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54" name="Google Shape;8354;p75"/>
          <p:cNvGrpSpPr/>
          <p:nvPr/>
        </p:nvGrpSpPr>
        <p:grpSpPr>
          <a:xfrm>
            <a:off x="6162956" y="807303"/>
            <a:ext cx="313273" cy="74585"/>
            <a:chOff x="3655625" y="914400"/>
            <a:chExt cx="2743200" cy="690600"/>
          </a:xfrm>
        </p:grpSpPr>
        <p:sp>
          <p:nvSpPr>
            <p:cNvPr id="8355" name="Google Shape;8355;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56" name="Google Shape;8356;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57" name="Google Shape;8357;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58" name="Google Shape;8358;p75"/>
          <p:cNvGrpSpPr/>
          <p:nvPr/>
        </p:nvGrpSpPr>
        <p:grpSpPr>
          <a:xfrm>
            <a:off x="6620156" y="807303"/>
            <a:ext cx="313273" cy="74585"/>
            <a:chOff x="3655625" y="914400"/>
            <a:chExt cx="2743200" cy="690600"/>
          </a:xfrm>
        </p:grpSpPr>
        <p:sp>
          <p:nvSpPr>
            <p:cNvPr id="8359" name="Google Shape;8359;p75"/>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60" name="Google Shape;8360;p75"/>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61" name="Google Shape;8361;p75"/>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sp>
        <p:nvSpPr>
          <p:cNvPr id="8362" name="Google Shape;8362;p75"/>
          <p:cNvSpPr txBox="1"/>
          <p:nvPr/>
        </p:nvSpPr>
        <p:spPr>
          <a:xfrm>
            <a:off x="5618521"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That</a:t>
            </a:r>
            <a:endParaRPr sz="1200">
              <a:solidFill>
                <a:schemeClr val="dk2"/>
              </a:solidFill>
              <a:latin typeface="Roboto"/>
              <a:ea typeface="Roboto"/>
              <a:cs typeface="Roboto"/>
              <a:sym typeface="Roboto"/>
            </a:endParaRPr>
          </a:p>
        </p:txBody>
      </p:sp>
      <p:sp>
        <p:nvSpPr>
          <p:cNvPr id="8363" name="Google Shape;8363;p75"/>
          <p:cNvSpPr txBox="1"/>
          <p:nvPr/>
        </p:nvSpPr>
        <p:spPr>
          <a:xfrm>
            <a:off x="6162623" y="477756"/>
            <a:ext cx="313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is</a:t>
            </a:r>
            <a:endParaRPr sz="1200">
              <a:solidFill>
                <a:schemeClr val="dk2"/>
              </a:solidFill>
              <a:latin typeface="Roboto"/>
              <a:ea typeface="Roboto"/>
              <a:cs typeface="Roboto"/>
              <a:sym typeface="Roboto"/>
            </a:endParaRPr>
          </a:p>
        </p:txBody>
      </p:sp>
      <p:sp>
        <p:nvSpPr>
          <p:cNvPr id="8364" name="Google Shape;8364;p75"/>
          <p:cNvSpPr txBox="1"/>
          <p:nvPr/>
        </p:nvSpPr>
        <p:spPr>
          <a:xfrm>
            <a:off x="6512438" y="477756"/>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good</a:t>
            </a:r>
            <a:endParaRPr sz="1200">
              <a:solidFill>
                <a:schemeClr val="dk2"/>
              </a:solidFill>
              <a:latin typeface="Roboto"/>
              <a:ea typeface="Roboto"/>
              <a:cs typeface="Roboto"/>
              <a:sym typeface="Roboto"/>
            </a:endParaRPr>
          </a:p>
        </p:txBody>
      </p:sp>
      <p:sp>
        <p:nvSpPr>
          <p:cNvPr id="8365" name="Google Shape;8365;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8366" name="Google Shape;8366;p75"/>
          <p:cNvCxnSpPr>
            <a:endCxn id="7935" idx="3"/>
          </p:cNvCxnSpPr>
          <p:nvPr/>
        </p:nvCxnSpPr>
        <p:spPr>
          <a:xfrm rot="10800000">
            <a:off x="1675797" y="3711999"/>
            <a:ext cx="404100" cy="389700"/>
          </a:xfrm>
          <a:prstGeom prst="straightConnector1">
            <a:avLst/>
          </a:prstGeom>
          <a:noFill/>
          <a:ln cap="flat" cmpd="sng" w="9525">
            <a:solidFill>
              <a:schemeClr val="dk2"/>
            </a:solidFill>
            <a:prstDash val="solid"/>
            <a:round/>
            <a:headEnd len="med" w="med" type="none"/>
            <a:tailEnd len="med" w="med" type="triangle"/>
          </a:ln>
        </p:spPr>
      </p:cxnSp>
      <p:sp>
        <p:nvSpPr>
          <p:cNvPr id="8367" name="Google Shape;8367;p75"/>
          <p:cNvSpPr txBox="1"/>
          <p:nvPr/>
        </p:nvSpPr>
        <p:spPr>
          <a:xfrm>
            <a:off x="1752108" y="4045361"/>
            <a:ext cx="1169100" cy="5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A61C00"/>
                </a:solidFill>
                <a:latin typeface="Roboto"/>
                <a:ea typeface="Roboto"/>
                <a:cs typeface="Roboto"/>
                <a:sym typeface="Roboto"/>
              </a:rPr>
              <a:t>Bidirectional</a:t>
            </a:r>
            <a:endParaRPr i="1" sz="1200">
              <a:solidFill>
                <a:srgbClr val="A61C00"/>
              </a:solidFill>
              <a:latin typeface="Roboto"/>
              <a:ea typeface="Roboto"/>
              <a:cs typeface="Roboto"/>
              <a:sym typeface="Roboto"/>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1" name="Shape 8371"/>
        <p:cNvGrpSpPr/>
        <p:nvPr/>
      </p:nvGrpSpPr>
      <p:grpSpPr>
        <a:xfrm>
          <a:off x="0" y="0"/>
          <a:ext cx="0" cy="0"/>
          <a:chOff x="0" y="0"/>
          <a:chExt cx="0" cy="0"/>
        </a:xfrm>
      </p:grpSpPr>
      <p:sp>
        <p:nvSpPr>
          <p:cNvPr id="8372" name="Google Shape;8372;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373" name="Google Shape;8373;p76"/>
          <p:cNvSpPr txBox="1"/>
          <p:nvPr>
            <p:ph idx="1" type="body"/>
          </p:nvPr>
        </p:nvSpPr>
        <p:spPr>
          <a:xfrm>
            <a:off x="311700" y="685925"/>
            <a:ext cx="8601000" cy="388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(Highly anecdotal) At sufficient scale, bidirectionality doesn’t seem to matter much</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Bidirectionality brings in engineering challenges for multi-turn chat application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At every turn, the new input has to be encoded again; for unidirectional attention, only the newly added message needs to be encoded.</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7" name="Shape 8377"/>
        <p:cNvGrpSpPr/>
        <p:nvPr/>
      </p:nvGrpSpPr>
      <p:grpSpPr>
        <a:xfrm>
          <a:off x="0" y="0"/>
          <a:ext cx="0" cy="0"/>
          <a:chOff x="0" y="0"/>
          <a:chExt cx="0" cy="0"/>
        </a:xfrm>
      </p:grpSpPr>
      <p:sp>
        <p:nvSpPr>
          <p:cNvPr id="8378" name="Google Shape;8378;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8379" name="Google Shape;8379;p77"/>
          <p:cNvGrpSpPr/>
          <p:nvPr/>
        </p:nvGrpSpPr>
        <p:grpSpPr>
          <a:xfrm>
            <a:off x="3291672" y="1977003"/>
            <a:ext cx="313273" cy="74585"/>
            <a:chOff x="3655625" y="914400"/>
            <a:chExt cx="2743200" cy="690600"/>
          </a:xfrm>
        </p:grpSpPr>
        <p:sp>
          <p:nvSpPr>
            <p:cNvPr id="8380" name="Google Shape;8380;p7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81" name="Google Shape;8381;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82" name="Google Shape;8382;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83" name="Google Shape;8383;p77"/>
          <p:cNvGrpSpPr/>
          <p:nvPr/>
        </p:nvGrpSpPr>
        <p:grpSpPr>
          <a:xfrm>
            <a:off x="3748872" y="1977003"/>
            <a:ext cx="313273" cy="74585"/>
            <a:chOff x="3655625" y="914400"/>
            <a:chExt cx="2743200" cy="690600"/>
          </a:xfrm>
        </p:grpSpPr>
        <p:sp>
          <p:nvSpPr>
            <p:cNvPr id="8384" name="Google Shape;8384;p7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85" name="Google Shape;8385;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86" name="Google Shape;8386;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87" name="Google Shape;8387;p77"/>
          <p:cNvGrpSpPr/>
          <p:nvPr/>
        </p:nvGrpSpPr>
        <p:grpSpPr>
          <a:xfrm>
            <a:off x="4206072" y="1977003"/>
            <a:ext cx="313273" cy="74585"/>
            <a:chOff x="3655625" y="914400"/>
            <a:chExt cx="2743200" cy="690600"/>
          </a:xfrm>
        </p:grpSpPr>
        <p:sp>
          <p:nvSpPr>
            <p:cNvPr id="8388" name="Google Shape;8388;p7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89" name="Google Shape;8389;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90" name="Google Shape;8390;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91" name="Google Shape;8391;p77"/>
          <p:cNvGrpSpPr/>
          <p:nvPr/>
        </p:nvGrpSpPr>
        <p:grpSpPr>
          <a:xfrm>
            <a:off x="3291672" y="1519803"/>
            <a:ext cx="313273" cy="74585"/>
            <a:chOff x="3655625" y="914400"/>
            <a:chExt cx="2743200" cy="690600"/>
          </a:xfrm>
        </p:grpSpPr>
        <p:sp>
          <p:nvSpPr>
            <p:cNvPr id="8392" name="Google Shape;8392;p7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93" name="Google Shape;8393;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94" name="Google Shape;8394;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95" name="Google Shape;8395;p77"/>
          <p:cNvGrpSpPr/>
          <p:nvPr/>
        </p:nvGrpSpPr>
        <p:grpSpPr>
          <a:xfrm>
            <a:off x="3748872" y="1519803"/>
            <a:ext cx="313273" cy="74585"/>
            <a:chOff x="3655625" y="914400"/>
            <a:chExt cx="2743200" cy="690600"/>
          </a:xfrm>
        </p:grpSpPr>
        <p:sp>
          <p:nvSpPr>
            <p:cNvPr id="8396" name="Google Shape;8396;p7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97" name="Google Shape;8397;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398" name="Google Shape;8398;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399" name="Google Shape;8399;p77"/>
          <p:cNvGrpSpPr/>
          <p:nvPr/>
        </p:nvGrpSpPr>
        <p:grpSpPr>
          <a:xfrm>
            <a:off x="4206072" y="1519803"/>
            <a:ext cx="313273" cy="74585"/>
            <a:chOff x="3655625" y="914400"/>
            <a:chExt cx="2743200" cy="690600"/>
          </a:xfrm>
        </p:grpSpPr>
        <p:sp>
          <p:nvSpPr>
            <p:cNvPr id="8400" name="Google Shape;8400;p7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01" name="Google Shape;8401;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02" name="Google Shape;8402;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403" name="Google Shape;8403;p77"/>
          <p:cNvCxnSpPr>
            <a:stCxn id="8384" idx="0"/>
            <a:endCxn id="8392" idx="2"/>
          </p:cNvCxnSpPr>
          <p:nvPr/>
        </p:nvCxnSpPr>
        <p:spPr>
          <a:xfrm rot="10800000">
            <a:off x="3448309" y="159390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404" name="Google Shape;8404;p77"/>
          <p:cNvCxnSpPr>
            <a:stCxn id="8388" idx="0"/>
          </p:cNvCxnSpPr>
          <p:nvPr/>
        </p:nvCxnSpPr>
        <p:spPr>
          <a:xfrm rot="10800000">
            <a:off x="3448309" y="159390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405" name="Google Shape;8405;p77"/>
          <p:cNvCxnSpPr>
            <a:stCxn id="8380" idx="0"/>
          </p:cNvCxnSpPr>
          <p:nvPr/>
        </p:nvCxnSpPr>
        <p:spPr>
          <a:xfrm rot="10800000">
            <a:off x="3448309" y="159390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406" name="Google Shape;8406;p77"/>
          <p:cNvCxnSpPr>
            <a:stCxn id="8380" idx="0"/>
            <a:endCxn id="8396" idx="2"/>
          </p:cNvCxnSpPr>
          <p:nvPr/>
        </p:nvCxnSpPr>
        <p:spPr>
          <a:xfrm flipH="1" rot="10800000">
            <a:off x="3448309" y="159390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407" name="Google Shape;8407;p77"/>
          <p:cNvCxnSpPr>
            <a:stCxn id="8380" idx="0"/>
            <a:endCxn id="8400" idx="2"/>
          </p:cNvCxnSpPr>
          <p:nvPr/>
        </p:nvCxnSpPr>
        <p:spPr>
          <a:xfrm flipH="1" rot="10800000">
            <a:off x="3448309" y="159390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408" name="Google Shape;8408;p77"/>
          <p:cNvCxnSpPr>
            <a:stCxn id="8384" idx="0"/>
            <a:endCxn id="8396" idx="2"/>
          </p:cNvCxnSpPr>
          <p:nvPr/>
        </p:nvCxnSpPr>
        <p:spPr>
          <a:xfrm rot="10800000">
            <a:off x="3905509" y="159390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409" name="Google Shape;8409;p77"/>
          <p:cNvCxnSpPr>
            <a:stCxn id="8388" idx="0"/>
            <a:endCxn id="8400" idx="2"/>
          </p:cNvCxnSpPr>
          <p:nvPr/>
        </p:nvCxnSpPr>
        <p:spPr>
          <a:xfrm rot="10800000">
            <a:off x="4362709" y="159390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410" name="Google Shape;8410;p77"/>
          <p:cNvCxnSpPr>
            <a:stCxn id="8388" idx="0"/>
            <a:endCxn id="8396" idx="2"/>
          </p:cNvCxnSpPr>
          <p:nvPr/>
        </p:nvCxnSpPr>
        <p:spPr>
          <a:xfrm rot="10800000">
            <a:off x="3905509" y="159390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411" name="Google Shape;8411;p77"/>
          <p:cNvCxnSpPr>
            <a:stCxn id="8384" idx="0"/>
            <a:endCxn id="8400" idx="2"/>
          </p:cNvCxnSpPr>
          <p:nvPr/>
        </p:nvCxnSpPr>
        <p:spPr>
          <a:xfrm flipH="1" rot="10800000">
            <a:off x="3905509" y="1593903"/>
            <a:ext cx="457200" cy="383100"/>
          </a:xfrm>
          <a:prstGeom prst="straightConnector1">
            <a:avLst/>
          </a:prstGeom>
          <a:noFill/>
          <a:ln cap="flat" cmpd="sng" w="9525">
            <a:solidFill>
              <a:schemeClr val="dk2"/>
            </a:solidFill>
            <a:prstDash val="solid"/>
            <a:round/>
            <a:headEnd len="med" w="med" type="none"/>
            <a:tailEnd len="med" w="med" type="none"/>
          </a:ln>
        </p:spPr>
      </p:cxnSp>
      <p:sp>
        <p:nvSpPr>
          <p:cNvPr id="8412" name="Google Shape;8412;p77"/>
          <p:cNvSpPr txBox="1"/>
          <p:nvPr/>
        </p:nvSpPr>
        <p:spPr>
          <a:xfrm>
            <a:off x="3194424" y="2070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How</a:t>
            </a:r>
            <a:endParaRPr sz="1200">
              <a:solidFill>
                <a:schemeClr val="dk2"/>
              </a:solidFill>
              <a:latin typeface="Roboto"/>
              <a:ea typeface="Roboto"/>
              <a:cs typeface="Roboto"/>
              <a:sym typeface="Roboto"/>
            </a:endParaRPr>
          </a:p>
        </p:txBody>
      </p:sp>
      <p:sp>
        <p:nvSpPr>
          <p:cNvPr id="8413" name="Google Shape;8413;p77"/>
          <p:cNvSpPr txBox="1"/>
          <p:nvPr/>
        </p:nvSpPr>
        <p:spPr>
          <a:xfrm>
            <a:off x="3698669" y="2070100"/>
            <a:ext cx="457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are</a:t>
            </a:r>
            <a:endParaRPr sz="1200">
              <a:solidFill>
                <a:schemeClr val="dk2"/>
              </a:solidFill>
              <a:latin typeface="Roboto"/>
              <a:ea typeface="Roboto"/>
              <a:cs typeface="Roboto"/>
              <a:sym typeface="Roboto"/>
            </a:endParaRPr>
          </a:p>
        </p:txBody>
      </p:sp>
      <p:sp>
        <p:nvSpPr>
          <p:cNvPr id="8414" name="Google Shape;8414;p77"/>
          <p:cNvSpPr txBox="1"/>
          <p:nvPr/>
        </p:nvSpPr>
        <p:spPr>
          <a:xfrm>
            <a:off x="4132582" y="2070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you?</a:t>
            </a:r>
            <a:endParaRPr sz="1200">
              <a:solidFill>
                <a:schemeClr val="dk2"/>
              </a:solidFill>
              <a:latin typeface="Roboto"/>
              <a:ea typeface="Roboto"/>
              <a:cs typeface="Roboto"/>
              <a:sym typeface="Roboto"/>
            </a:endParaRPr>
          </a:p>
        </p:txBody>
      </p:sp>
      <p:sp>
        <p:nvSpPr>
          <p:cNvPr id="8415" name="Google Shape;8415;p77"/>
          <p:cNvSpPr txBox="1"/>
          <p:nvPr/>
        </p:nvSpPr>
        <p:spPr>
          <a:xfrm>
            <a:off x="4601052" y="3213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Bad</a:t>
            </a:r>
            <a:endParaRPr sz="1200">
              <a:solidFill>
                <a:schemeClr val="dk2"/>
              </a:solidFill>
              <a:latin typeface="Roboto"/>
              <a:ea typeface="Roboto"/>
              <a:cs typeface="Roboto"/>
              <a:sym typeface="Roboto"/>
            </a:endParaRPr>
          </a:p>
        </p:txBody>
      </p:sp>
      <p:sp>
        <p:nvSpPr>
          <p:cNvPr id="8416" name="Google Shape;8416;p77"/>
          <p:cNvSpPr txBox="1"/>
          <p:nvPr/>
        </p:nvSpPr>
        <p:spPr>
          <a:xfrm>
            <a:off x="3194424" y="3213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How</a:t>
            </a:r>
            <a:endParaRPr sz="1200">
              <a:solidFill>
                <a:schemeClr val="dk2"/>
              </a:solidFill>
              <a:latin typeface="Roboto"/>
              <a:ea typeface="Roboto"/>
              <a:cs typeface="Roboto"/>
              <a:sym typeface="Roboto"/>
            </a:endParaRPr>
          </a:p>
        </p:txBody>
      </p:sp>
      <p:sp>
        <p:nvSpPr>
          <p:cNvPr id="8417" name="Google Shape;8417;p77"/>
          <p:cNvSpPr txBox="1"/>
          <p:nvPr/>
        </p:nvSpPr>
        <p:spPr>
          <a:xfrm>
            <a:off x="3698669" y="3213100"/>
            <a:ext cx="457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are</a:t>
            </a:r>
            <a:endParaRPr sz="1200">
              <a:solidFill>
                <a:schemeClr val="dk2"/>
              </a:solidFill>
              <a:latin typeface="Roboto"/>
              <a:ea typeface="Roboto"/>
              <a:cs typeface="Roboto"/>
              <a:sym typeface="Roboto"/>
            </a:endParaRPr>
          </a:p>
        </p:txBody>
      </p:sp>
      <p:sp>
        <p:nvSpPr>
          <p:cNvPr id="8418" name="Google Shape;8418;p77"/>
          <p:cNvSpPr txBox="1"/>
          <p:nvPr/>
        </p:nvSpPr>
        <p:spPr>
          <a:xfrm>
            <a:off x="4132582" y="3213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you?</a:t>
            </a:r>
            <a:endParaRPr sz="1200">
              <a:solidFill>
                <a:schemeClr val="dk2"/>
              </a:solidFill>
              <a:latin typeface="Roboto"/>
              <a:ea typeface="Roboto"/>
              <a:cs typeface="Roboto"/>
              <a:sym typeface="Roboto"/>
            </a:endParaRPr>
          </a:p>
        </p:txBody>
      </p:sp>
      <p:grpSp>
        <p:nvGrpSpPr>
          <p:cNvPr id="8419" name="Google Shape;8419;p77"/>
          <p:cNvGrpSpPr/>
          <p:nvPr/>
        </p:nvGrpSpPr>
        <p:grpSpPr>
          <a:xfrm>
            <a:off x="3748869" y="3182957"/>
            <a:ext cx="313273" cy="74585"/>
            <a:chOff x="3655625" y="914400"/>
            <a:chExt cx="2743200" cy="690600"/>
          </a:xfrm>
        </p:grpSpPr>
        <p:sp>
          <p:nvSpPr>
            <p:cNvPr id="8420" name="Google Shape;8420;p7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21" name="Google Shape;8421;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22" name="Google Shape;8422;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423" name="Google Shape;8423;p77"/>
          <p:cNvGrpSpPr/>
          <p:nvPr/>
        </p:nvGrpSpPr>
        <p:grpSpPr>
          <a:xfrm>
            <a:off x="4206069" y="3182957"/>
            <a:ext cx="313273" cy="74585"/>
            <a:chOff x="3655625" y="914400"/>
            <a:chExt cx="2743200" cy="690600"/>
          </a:xfrm>
        </p:grpSpPr>
        <p:sp>
          <p:nvSpPr>
            <p:cNvPr id="8424" name="Google Shape;8424;p7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25" name="Google Shape;8425;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26" name="Google Shape;8426;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427" name="Google Shape;8427;p77"/>
          <p:cNvGrpSpPr/>
          <p:nvPr/>
        </p:nvGrpSpPr>
        <p:grpSpPr>
          <a:xfrm>
            <a:off x="4663269" y="3182957"/>
            <a:ext cx="313273" cy="74585"/>
            <a:chOff x="3655625" y="914400"/>
            <a:chExt cx="2743200" cy="690600"/>
          </a:xfrm>
        </p:grpSpPr>
        <p:sp>
          <p:nvSpPr>
            <p:cNvPr id="8428" name="Google Shape;8428;p7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29" name="Google Shape;8429;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30" name="Google Shape;8430;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431" name="Google Shape;8431;p77"/>
          <p:cNvGrpSpPr/>
          <p:nvPr/>
        </p:nvGrpSpPr>
        <p:grpSpPr>
          <a:xfrm>
            <a:off x="3748869" y="2725757"/>
            <a:ext cx="313273" cy="74585"/>
            <a:chOff x="3655625" y="914400"/>
            <a:chExt cx="2743200" cy="690600"/>
          </a:xfrm>
        </p:grpSpPr>
        <p:sp>
          <p:nvSpPr>
            <p:cNvPr id="8432" name="Google Shape;8432;p7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33" name="Google Shape;8433;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34" name="Google Shape;8434;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435" name="Google Shape;8435;p77"/>
          <p:cNvGrpSpPr/>
          <p:nvPr/>
        </p:nvGrpSpPr>
        <p:grpSpPr>
          <a:xfrm>
            <a:off x="4206069" y="2725757"/>
            <a:ext cx="313273" cy="74585"/>
            <a:chOff x="3655625" y="914400"/>
            <a:chExt cx="2743200" cy="690600"/>
          </a:xfrm>
        </p:grpSpPr>
        <p:sp>
          <p:nvSpPr>
            <p:cNvPr id="8436" name="Google Shape;8436;p7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37" name="Google Shape;8437;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38" name="Google Shape;8438;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439" name="Google Shape;8439;p77"/>
          <p:cNvGrpSpPr/>
          <p:nvPr/>
        </p:nvGrpSpPr>
        <p:grpSpPr>
          <a:xfrm>
            <a:off x="4663269" y="2725757"/>
            <a:ext cx="313273" cy="74585"/>
            <a:chOff x="3655625" y="914400"/>
            <a:chExt cx="2743200" cy="690600"/>
          </a:xfrm>
        </p:grpSpPr>
        <p:sp>
          <p:nvSpPr>
            <p:cNvPr id="8440" name="Google Shape;8440;p7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41" name="Google Shape;8441;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42" name="Google Shape;8442;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443" name="Google Shape;8443;p77"/>
          <p:cNvCxnSpPr>
            <a:stCxn id="8424" idx="0"/>
            <a:endCxn id="8432" idx="2"/>
          </p:cNvCxnSpPr>
          <p:nvPr/>
        </p:nvCxnSpPr>
        <p:spPr>
          <a:xfrm rot="10800000">
            <a:off x="3905506" y="2799857"/>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444" name="Google Shape;8444;p77"/>
          <p:cNvCxnSpPr>
            <a:stCxn id="8428" idx="0"/>
          </p:cNvCxnSpPr>
          <p:nvPr/>
        </p:nvCxnSpPr>
        <p:spPr>
          <a:xfrm rot="10800000">
            <a:off x="3905506" y="2799857"/>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445" name="Google Shape;8445;p77"/>
          <p:cNvCxnSpPr>
            <a:stCxn id="8420" idx="0"/>
          </p:cNvCxnSpPr>
          <p:nvPr/>
        </p:nvCxnSpPr>
        <p:spPr>
          <a:xfrm rot="10800000">
            <a:off x="3905506" y="2799857"/>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446" name="Google Shape;8446;p77"/>
          <p:cNvCxnSpPr>
            <a:stCxn id="8420" idx="0"/>
            <a:endCxn id="8436" idx="2"/>
          </p:cNvCxnSpPr>
          <p:nvPr/>
        </p:nvCxnSpPr>
        <p:spPr>
          <a:xfrm flipH="1" rot="10800000">
            <a:off x="3905506" y="2799857"/>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447" name="Google Shape;8447;p77"/>
          <p:cNvCxnSpPr>
            <a:stCxn id="8420" idx="0"/>
            <a:endCxn id="8440" idx="2"/>
          </p:cNvCxnSpPr>
          <p:nvPr/>
        </p:nvCxnSpPr>
        <p:spPr>
          <a:xfrm flipH="1" rot="10800000">
            <a:off x="3905506" y="2799857"/>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448" name="Google Shape;8448;p77"/>
          <p:cNvCxnSpPr>
            <a:stCxn id="8424" idx="0"/>
            <a:endCxn id="8436" idx="2"/>
          </p:cNvCxnSpPr>
          <p:nvPr/>
        </p:nvCxnSpPr>
        <p:spPr>
          <a:xfrm rot="10800000">
            <a:off x="4362706" y="2799857"/>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449" name="Google Shape;8449;p77"/>
          <p:cNvCxnSpPr>
            <a:stCxn id="8428" idx="0"/>
            <a:endCxn id="8440" idx="2"/>
          </p:cNvCxnSpPr>
          <p:nvPr/>
        </p:nvCxnSpPr>
        <p:spPr>
          <a:xfrm rot="10800000">
            <a:off x="4819906" y="2799857"/>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450" name="Google Shape;8450;p77"/>
          <p:cNvCxnSpPr>
            <a:stCxn id="8428" idx="0"/>
            <a:endCxn id="8436" idx="2"/>
          </p:cNvCxnSpPr>
          <p:nvPr/>
        </p:nvCxnSpPr>
        <p:spPr>
          <a:xfrm rot="10800000">
            <a:off x="4362706" y="2799857"/>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451" name="Google Shape;8451;p77"/>
          <p:cNvCxnSpPr>
            <a:stCxn id="8424" idx="0"/>
            <a:endCxn id="8440" idx="2"/>
          </p:cNvCxnSpPr>
          <p:nvPr/>
        </p:nvCxnSpPr>
        <p:spPr>
          <a:xfrm flipH="1" rot="10800000">
            <a:off x="4362706" y="2799857"/>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8452" name="Google Shape;8452;p77"/>
          <p:cNvGrpSpPr/>
          <p:nvPr/>
        </p:nvGrpSpPr>
        <p:grpSpPr>
          <a:xfrm>
            <a:off x="3291669" y="3182957"/>
            <a:ext cx="313273" cy="74585"/>
            <a:chOff x="3655625" y="914400"/>
            <a:chExt cx="2743200" cy="690600"/>
          </a:xfrm>
        </p:grpSpPr>
        <p:sp>
          <p:nvSpPr>
            <p:cNvPr id="8453" name="Google Shape;8453;p77"/>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54" name="Google Shape;8454;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55" name="Google Shape;8455;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456" name="Google Shape;8456;p77"/>
          <p:cNvCxnSpPr>
            <a:stCxn id="8453" idx="0"/>
            <a:endCxn id="8440" idx="2"/>
          </p:cNvCxnSpPr>
          <p:nvPr/>
        </p:nvCxnSpPr>
        <p:spPr>
          <a:xfrm flipH="1" rot="10800000">
            <a:off x="3448306" y="2799857"/>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8457" name="Google Shape;8457;p77"/>
          <p:cNvCxnSpPr>
            <a:stCxn id="8453" idx="0"/>
            <a:endCxn id="8436" idx="2"/>
          </p:cNvCxnSpPr>
          <p:nvPr/>
        </p:nvCxnSpPr>
        <p:spPr>
          <a:xfrm flipH="1" rot="10800000">
            <a:off x="3448306" y="2799857"/>
            <a:ext cx="914400" cy="383100"/>
          </a:xfrm>
          <a:prstGeom prst="straightConnector1">
            <a:avLst/>
          </a:prstGeom>
          <a:noFill/>
          <a:ln cap="flat" cmpd="sng" w="9525">
            <a:solidFill>
              <a:schemeClr val="dk2"/>
            </a:solidFill>
            <a:prstDash val="solid"/>
            <a:round/>
            <a:headEnd len="med" w="med" type="none"/>
            <a:tailEnd len="med" w="med" type="none"/>
          </a:ln>
        </p:spPr>
      </p:cxnSp>
      <p:grpSp>
        <p:nvGrpSpPr>
          <p:cNvPr id="8458" name="Google Shape;8458;p77"/>
          <p:cNvGrpSpPr/>
          <p:nvPr/>
        </p:nvGrpSpPr>
        <p:grpSpPr>
          <a:xfrm>
            <a:off x="3291669" y="2725757"/>
            <a:ext cx="313273" cy="74585"/>
            <a:chOff x="3655625" y="914400"/>
            <a:chExt cx="2743200" cy="690600"/>
          </a:xfrm>
        </p:grpSpPr>
        <p:sp>
          <p:nvSpPr>
            <p:cNvPr id="8459" name="Google Shape;8459;p77"/>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60" name="Google Shape;8460;p77"/>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61" name="Google Shape;8461;p77"/>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462" name="Google Shape;8462;p77"/>
          <p:cNvCxnSpPr>
            <a:stCxn id="8453" idx="0"/>
            <a:endCxn id="8432" idx="2"/>
          </p:cNvCxnSpPr>
          <p:nvPr/>
        </p:nvCxnSpPr>
        <p:spPr>
          <a:xfrm flipH="1" rot="10800000">
            <a:off x="3448306" y="2799857"/>
            <a:ext cx="457200" cy="383100"/>
          </a:xfrm>
          <a:prstGeom prst="straightConnector1">
            <a:avLst/>
          </a:prstGeom>
          <a:noFill/>
          <a:ln cap="flat" cmpd="sng" w="9525">
            <a:solidFill>
              <a:schemeClr val="dk2"/>
            </a:solidFill>
            <a:prstDash val="solid"/>
            <a:round/>
            <a:headEnd len="med" w="med" type="none"/>
            <a:tailEnd len="med" w="med" type="none"/>
          </a:ln>
        </p:spPr>
      </p:cxnSp>
      <p:sp>
        <p:nvSpPr>
          <p:cNvPr id="8463" name="Google Shape;8463;p77"/>
          <p:cNvSpPr txBox="1"/>
          <p:nvPr/>
        </p:nvSpPr>
        <p:spPr>
          <a:xfrm>
            <a:off x="674575" y="1451775"/>
            <a:ext cx="1755300" cy="28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USER</a:t>
            </a:r>
            <a:endParaRPr b="1"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How are you?</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rPr b="1" lang="en" sz="1800">
                <a:solidFill>
                  <a:schemeClr val="dk2"/>
                </a:solidFill>
                <a:latin typeface="Roboto"/>
                <a:ea typeface="Roboto"/>
                <a:cs typeface="Roboto"/>
                <a:sym typeface="Roboto"/>
              </a:rPr>
              <a:t>ASSISTANT</a:t>
            </a:r>
            <a:endParaRPr b="1"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Bad</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rPr b="1" lang="en" sz="1800">
                <a:solidFill>
                  <a:schemeClr val="dk2"/>
                </a:solidFill>
                <a:latin typeface="Roboto"/>
                <a:ea typeface="Roboto"/>
                <a:cs typeface="Roboto"/>
                <a:sym typeface="Roboto"/>
              </a:rPr>
              <a:t>USER</a:t>
            </a:r>
            <a:endParaRPr b="1"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Why?</a:t>
            </a:r>
            <a:endParaRPr sz="1800">
              <a:solidFill>
                <a:schemeClr val="dk2"/>
              </a:solidFill>
              <a:latin typeface="Roboto"/>
              <a:ea typeface="Roboto"/>
              <a:cs typeface="Roboto"/>
              <a:sym typeface="Roboto"/>
            </a:endParaRPr>
          </a:p>
        </p:txBody>
      </p:sp>
      <p:cxnSp>
        <p:nvCxnSpPr>
          <p:cNvPr id="8464" name="Google Shape;8464;p77"/>
          <p:cNvCxnSpPr>
            <a:stCxn id="8453" idx="0"/>
            <a:endCxn id="8459" idx="2"/>
          </p:cNvCxnSpPr>
          <p:nvPr/>
        </p:nvCxnSpPr>
        <p:spPr>
          <a:xfrm rot="10800000">
            <a:off x="3448306" y="2799857"/>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465" name="Google Shape;8465;p77"/>
          <p:cNvCxnSpPr>
            <a:stCxn id="8420" idx="0"/>
            <a:endCxn id="8459" idx="2"/>
          </p:cNvCxnSpPr>
          <p:nvPr/>
        </p:nvCxnSpPr>
        <p:spPr>
          <a:xfrm rot="10800000">
            <a:off x="3448306" y="2799857"/>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466" name="Google Shape;8466;p77"/>
          <p:cNvCxnSpPr>
            <a:stCxn id="8424" idx="0"/>
            <a:endCxn id="8459" idx="2"/>
          </p:cNvCxnSpPr>
          <p:nvPr/>
        </p:nvCxnSpPr>
        <p:spPr>
          <a:xfrm rot="10800000">
            <a:off x="3448306" y="2799857"/>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467" name="Google Shape;8467;p77"/>
          <p:cNvCxnSpPr>
            <a:stCxn id="8428" idx="0"/>
            <a:endCxn id="8459" idx="2"/>
          </p:cNvCxnSpPr>
          <p:nvPr/>
        </p:nvCxnSpPr>
        <p:spPr>
          <a:xfrm rot="10800000">
            <a:off x="3448306" y="2799857"/>
            <a:ext cx="1371600" cy="383100"/>
          </a:xfrm>
          <a:prstGeom prst="straightConnector1">
            <a:avLst/>
          </a:prstGeom>
          <a:noFill/>
          <a:ln cap="flat" cmpd="sng" w="9525">
            <a:solidFill>
              <a:schemeClr val="dk2"/>
            </a:solidFill>
            <a:prstDash val="solid"/>
            <a:round/>
            <a:headEnd len="med" w="med" type="none"/>
            <a:tailEnd len="med" w="med" type="none"/>
          </a:ln>
        </p:spPr>
      </p:cxnSp>
      <p:sp>
        <p:nvSpPr>
          <p:cNvPr id="8468" name="Google Shape;8468;p77"/>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Input attention pattern for multi-turn conversation</a:t>
            </a:r>
            <a:endParaRPr/>
          </a:p>
        </p:txBody>
      </p:sp>
      <p:sp>
        <p:nvSpPr>
          <p:cNvPr id="8469" name="Google Shape;8469;p77"/>
          <p:cNvSpPr txBox="1"/>
          <p:nvPr/>
        </p:nvSpPr>
        <p:spPr>
          <a:xfrm>
            <a:off x="3193900" y="919750"/>
            <a:ext cx="30810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Bidirectional</a:t>
            </a:r>
            <a:endParaRPr sz="1800">
              <a:solidFill>
                <a:schemeClr val="dk2"/>
              </a:solidFill>
              <a:latin typeface="Roboto"/>
              <a:ea typeface="Roboto"/>
              <a:cs typeface="Roboto"/>
              <a:sym typeface="Robo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3" name="Shape 8473"/>
        <p:cNvGrpSpPr/>
        <p:nvPr/>
      </p:nvGrpSpPr>
      <p:grpSpPr>
        <a:xfrm>
          <a:off x="0" y="0"/>
          <a:ext cx="0" cy="0"/>
          <a:chOff x="0" y="0"/>
          <a:chExt cx="0" cy="0"/>
        </a:xfrm>
      </p:grpSpPr>
      <p:sp>
        <p:nvSpPr>
          <p:cNvPr id="8474" name="Google Shape;8474;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8475" name="Google Shape;8475;p78"/>
          <p:cNvGrpSpPr/>
          <p:nvPr/>
        </p:nvGrpSpPr>
        <p:grpSpPr>
          <a:xfrm>
            <a:off x="3291672" y="1977003"/>
            <a:ext cx="313273" cy="74585"/>
            <a:chOff x="3655625" y="914400"/>
            <a:chExt cx="2743200" cy="690600"/>
          </a:xfrm>
        </p:grpSpPr>
        <p:sp>
          <p:nvSpPr>
            <p:cNvPr id="8476" name="Google Shape;8476;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77" name="Google Shape;8477;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78" name="Google Shape;8478;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479" name="Google Shape;8479;p78"/>
          <p:cNvGrpSpPr/>
          <p:nvPr/>
        </p:nvGrpSpPr>
        <p:grpSpPr>
          <a:xfrm>
            <a:off x="3748872" y="1977003"/>
            <a:ext cx="313273" cy="74585"/>
            <a:chOff x="3655625" y="914400"/>
            <a:chExt cx="2743200" cy="690600"/>
          </a:xfrm>
        </p:grpSpPr>
        <p:sp>
          <p:nvSpPr>
            <p:cNvPr id="8480" name="Google Shape;8480;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81" name="Google Shape;8481;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82" name="Google Shape;8482;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483" name="Google Shape;8483;p78"/>
          <p:cNvGrpSpPr/>
          <p:nvPr/>
        </p:nvGrpSpPr>
        <p:grpSpPr>
          <a:xfrm>
            <a:off x="4206072" y="1977003"/>
            <a:ext cx="313273" cy="74585"/>
            <a:chOff x="3655625" y="914400"/>
            <a:chExt cx="2743200" cy="690600"/>
          </a:xfrm>
        </p:grpSpPr>
        <p:sp>
          <p:nvSpPr>
            <p:cNvPr id="8484" name="Google Shape;8484;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85" name="Google Shape;8485;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86" name="Google Shape;8486;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487" name="Google Shape;8487;p78"/>
          <p:cNvGrpSpPr/>
          <p:nvPr/>
        </p:nvGrpSpPr>
        <p:grpSpPr>
          <a:xfrm>
            <a:off x="3291672" y="1519803"/>
            <a:ext cx="313273" cy="74585"/>
            <a:chOff x="3655625" y="914400"/>
            <a:chExt cx="2743200" cy="690600"/>
          </a:xfrm>
        </p:grpSpPr>
        <p:sp>
          <p:nvSpPr>
            <p:cNvPr id="8488" name="Google Shape;8488;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89" name="Google Shape;8489;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90" name="Google Shape;8490;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491" name="Google Shape;8491;p78"/>
          <p:cNvGrpSpPr/>
          <p:nvPr/>
        </p:nvGrpSpPr>
        <p:grpSpPr>
          <a:xfrm>
            <a:off x="3748872" y="1519803"/>
            <a:ext cx="313273" cy="74585"/>
            <a:chOff x="3655625" y="914400"/>
            <a:chExt cx="2743200" cy="690600"/>
          </a:xfrm>
        </p:grpSpPr>
        <p:sp>
          <p:nvSpPr>
            <p:cNvPr id="8492" name="Google Shape;8492;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93" name="Google Shape;8493;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94" name="Google Shape;8494;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495" name="Google Shape;8495;p78"/>
          <p:cNvGrpSpPr/>
          <p:nvPr/>
        </p:nvGrpSpPr>
        <p:grpSpPr>
          <a:xfrm>
            <a:off x="4206072" y="1519803"/>
            <a:ext cx="313273" cy="74585"/>
            <a:chOff x="3655625" y="914400"/>
            <a:chExt cx="2743200" cy="690600"/>
          </a:xfrm>
        </p:grpSpPr>
        <p:sp>
          <p:nvSpPr>
            <p:cNvPr id="8496" name="Google Shape;8496;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97" name="Google Shape;8497;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498" name="Google Shape;8498;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499" name="Google Shape;8499;p78"/>
          <p:cNvCxnSpPr>
            <a:stCxn id="8480" idx="0"/>
            <a:endCxn id="8488" idx="2"/>
          </p:cNvCxnSpPr>
          <p:nvPr/>
        </p:nvCxnSpPr>
        <p:spPr>
          <a:xfrm rot="10800000">
            <a:off x="3448309" y="159390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500" name="Google Shape;8500;p78"/>
          <p:cNvCxnSpPr>
            <a:stCxn id="8484" idx="0"/>
          </p:cNvCxnSpPr>
          <p:nvPr/>
        </p:nvCxnSpPr>
        <p:spPr>
          <a:xfrm rot="10800000">
            <a:off x="3448309" y="159390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501" name="Google Shape;8501;p78"/>
          <p:cNvCxnSpPr>
            <a:stCxn id="8476" idx="0"/>
          </p:cNvCxnSpPr>
          <p:nvPr/>
        </p:nvCxnSpPr>
        <p:spPr>
          <a:xfrm rot="10800000">
            <a:off x="3448309" y="159390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502" name="Google Shape;8502;p78"/>
          <p:cNvCxnSpPr>
            <a:stCxn id="8476" idx="0"/>
            <a:endCxn id="8492" idx="2"/>
          </p:cNvCxnSpPr>
          <p:nvPr/>
        </p:nvCxnSpPr>
        <p:spPr>
          <a:xfrm flipH="1" rot="10800000">
            <a:off x="3448309" y="159390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503" name="Google Shape;8503;p78"/>
          <p:cNvCxnSpPr>
            <a:stCxn id="8476" idx="0"/>
            <a:endCxn id="8496" idx="2"/>
          </p:cNvCxnSpPr>
          <p:nvPr/>
        </p:nvCxnSpPr>
        <p:spPr>
          <a:xfrm flipH="1" rot="10800000">
            <a:off x="3448309" y="1593903"/>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504" name="Google Shape;8504;p78"/>
          <p:cNvCxnSpPr>
            <a:stCxn id="8480" idx="0"/>
            <a:endCxn id="8492" idx="2"/>
          </p:cNvCxnSpPr>
          <p:nvPr/>
        </p:nvCxnSpPr>
        <p:spPr>
          <a:xfrm rot="10800000">
            <a:off x="3905509" y="159390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505" name="Google Shape;8505;p78"/>
          <p:cNvCxnSpPr>
            <a:stCxn id="8484" idx="0"/>
            <a:endCxn id="8496" idx="2"/>
          </p:cNvCxnSpPr>
          <p:nvPr/>
        </p:nvCxnSpPr>
        <p:spPr>
          <a:xfrm rot="10800000">
            <a:off x="4362709" y="1593903"/>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506" name="Google Shape;8506;p78"/>
          <p:cNvCxnSpPr>
            <a:stCxn id="8484" idx="0"/>
            <a:endCxn id="8492" idx="2"/>
          </p:cNvCxnSpPr>
          <p:nvPr/>
        </p:nvCxnSpPr>
        <p:spPr>
          <a:xfrm rot="10800000">
            <a:off x="3905509" y="1593903"/>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507" name="Google Shape;8507;p78"/>
          <p:cNvCxnSpPr>
            <a:stCxn id="8480" idx="0"/>
            <a:endCxn id="8496" idx="2"/>
          </p:cNvCxnSpPr>
          <p:nvPr/>
        </p:nvCxnSpPr>
        <p:spPr>
          <a:xfrm flipH="1" rot="10800000">
            <a:off x="3905509" y="1593903"/>
            <a:ext cx="457200" cy="383100"/>
          </a:xfrm>
          <a:prstGeom prst="straightConnector1">
            <a:avLst/>
          </a:prstGeom>
          <a:noFill/>
          <a:ln cap="flat" cmpd="sng" w="9525">
            <a:solidFill>
              <a:schemeClr val="dk2"/>
            </a:solidFill>
            <a:prstDash val="solid"/>
            <a:round/>
            <a:headEnd len="med" w="med" type="none"/>
            <a:tailEnd len="med" w="med" type="none"/>
          </a:ln>
        </p:spPr>
      </p:cxnSp>
      <p:sp>
        <p:nvSpPr>
          <p:cNvPr id="8508" name="Google Shape;8508;p78"/>
          <p:cNvSpPr txBox="1"/>
          <p:nvPr/>
        </p:nvSpPr>
        <p:spPr>
          <a:xfrm>
            <a:off x="3194424" y="2070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How</a:t>
            </a:r>
            <a:endParaRPr sz="1200">
              <a:solidFill>
                <a:schemeClr val="dk2"/>
              </a:solidFill>
              <a:latin typeface="Roboto"/>
              <a:ea typeface="Roboto"/>
              <a:cs typeface="Roboto"/>
              <a:sym typeface="Roboto"/>
            </a:endParaRPr>
          </a:p>
        </p:txBody>
      </p:sp>
      <p:sp>
        <p:nvSpPr>
          <p:cNvPr id="8509" name="Google Shape;8509;p78"/>
          <p:cNvSpPr txBox="1"/>
          <p:nvPr/>
        </p:nvSpPr>
        <p:spPr>
          <a:xfrm>
            <a:off x="3698669" y="2070100"/>
            <a:ext cx="457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are</a:t>
            </a:r>
            <a:endParaRPr sz="1200">
              <a:solidFill>
                <a:schemeClr val="dk2"/>
              </a:solidFill>
              <a:latin typeface="Roboto"/>
              <a:ea typeface="Roboto"/>
              <a:cs typeface="Roboto"/>
              <a:sym typeface="Roboto"/>
            </a:endParaRPr>
          </a:p>
        </p:txBody>
      </p:sp>
      <p:sp>
        <p:nvSpPr>
          <p:cNvPr id="8510" name="Google Shape;8510;p78"/>
          <p:cNvSpPr txBox="1"/>
          <p:nvPr/>
        </p:nvSpPr>
        <p:spPr>
          <a:xfrm>
            <a:off x="4132582" y="2070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you?</a:t>
            </a:r>
            <a:endParaRPr sz="1200">
              <a:solidFill>
                <a:schemeClr val="dk2"/>
              </a:solidFill>
              <a:latin typeface="Roboto"/>
              <a:ea typeface="Roboto"/>
              <a:cs typeface="Roboto"/>
              <a:sym typeface="Roboto"/>
            </a:endParaRPr>
          </a:p>
        </p:txBody>
      </p:sp>
      <p:sp>
        <p:nvSpPr>
          <p:cNvPr id="8511" name="Google Shape;8511;p78"/>
          <p:cNvSpPr txBox="1"/>
          <p:nvPr/>
        </p:nvSpPr>
        <p:spPr>
          <a:xfrm>
            <a:off x="4601052" y="3213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Bad</a:t>
            </a:r>
            <a:endParaRPr sz="1200">
              <a:solidFill>
                <a:schemeClr val="dk2"/>
              </a:solidFill>
              <a:latin typeface="Roboto"/>
              <a:ea typeface="Roboto"/>
              <a:cs typeface="Roboto"/>
              <a:sym typeface="Roboto"/>
            </a:endParaRPr>
          </a:p>
        </p:txBody>
      </p:sp>
      <p:sp>
        <p:nvSpPr>
          <p:cNvPr id="8512" name="Google Shape;8512;p78"/>
          <p:cNvSpPr txBox="1"/>
          <p:nvPr/>
        </p:nvSpPr>
        <p:spPr>
          <a:xfrm>
            <a:off x="3194424" y="3213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How</a:t>
            </a:r>
            <a:endParaRPr sz="1200">
              <a:solidFill>
                <a:schemeClr val="dk2"/>
              </a:solidFill>
              <a:latin typeface="Roboto"/>
              <a:ea typeface="Roboto"/>
              <a:cs typeface="Roboto"/>
              <a:sym typeface="Roboto"/>
            </a:endParaRPr>
          </a:p>
        </p:txBody>
      </p:sp>
      <p:sp>
        <p:nvSpPr>
          <p:cNvPr id="8513" name="Google Shape;8513;p78"/>
          <p:cNvSpPr txBox="1"/>
          <p:nvPr/>
        </p:nvSpPr>
        <p:spPr>
          <a:xfrm>
            <a:off x="3698669" y="3213100"/>
            <a:ext cx="457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are</a:t>
            </a:r>
            <a:endParaRPr sz="1200">
              <a:solidFill>
                <a:schemeClr val="dk2"/>
              </a:solidFill>
              <a:latin typeface="Roboto"/>
              <a:ea typeface="Roboto"/>
              <a:cs typeface="Roboto"/>
              <a:sym typeface="Roboto"/>
            </a:endParaRPr>
          </a:p>
        </p:txBody>
      </p:sp>
      <p:sp>
        <p:nvSpPr>
          <p:cNvPr id="8514" name="Google Shape;8514;p78"/>
          <p:cNvSpPr txBox="1"/>
          <p:nvPr/>
        </p:nvSpPr>
        <p:spPr>
          <a:xfrm>
            <a:off x="4132582" y="3213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you?</a:t>
            </a:r>
            <a:endParaRPr sz="1200">
              <a:solidFill>
                <a:schemeClr val="dk2"/>
              </a:solidFill>
              <a:latin typeface="Roboto"/>
              <a:ea typeface="Roboto"/>
              <a:cs typeface="Roboto"/>
              <a:sym typeface="Roboto"/>
            </a:endParaRPr>
          </a:p>
        </p:txBody>
      </p:sp>
      <p:grpSp>
        <p:nvGrpSpPr>
          <p:cNvPr id="8515" name="Google Shape;8515;p78"/>
          <p:cNvGrpSpPr/>
          <p:nvPr/>
        </p:nvGrpSpPr>
        <p:grpSpPr>
          <a:xfrm>
            <a:off x="3748869" y="3182957"/>
            <a:ext cx="313273" cy="74585"/>
            <a:chOff x="3655625" y="914400"/>
            <a:chExt cx="2743200" cy="690600"/>
          </a:xfrm>
        </p:grpSpPr>
        <p:sp>
          <p:nvSpPr>
            <p:cNvPr id="8516" name="Google Shape;8516;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17" name="Google Shape;8517;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18" name="Google Shape;8518;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519" name="Google Shape;8519;p78"/>
          <p:cNvGrpSpPr/>
          <p:nvPr/>
        </p:nvGrpSpPr>
        <p:grpSpPr>
          <a:xfrm>
            <a:off x="4206069" y="3182957"/>
            <a:ext cx="313273" cy="74585"/>
            <a:chOff x="3655625" y="914400"/>
            <a:chExt cx="2743200" cy="690600"/>
          </a:xfrm>
        </p:grpSpPr>
        <p:sp>
          <p:nvSpPr>
            <p:cNvPr id="8520" name="Google Shape;8520;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21" name="Google Shape;8521;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22" name="Google Shape;8522;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523" name="Google Shape;8523;p78"/>
          <p:cNvGrpSpPr/>
          <p:nvPr/>
        </p:nvGrpSpPr>
        <p:grpSpPr>
          <a:xfrm>
            <a:off x="4663269" y="3182957"/>
            <a:ext cx="313273" cy="74585"/>
            <a:chOff x="3655625" y="914400"/>
            <a:chExt cx="2743200" cy="690600"/>
          </a:xfrm>
        </p:grpSpPr>
        <p:sp>
          <p:nvSpPr>
            <p:cNvPr id="8524" name="Google Shape;8524;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25" name="Google Shape;8525;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26" name="Google Shape;8526;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527" name="Google Shape;8527;p78"/>
          <p:cNvGrpSpPr/>
          <p:nvPr/>
        </p:nvGrpSpPr>
        <p:grpSpPr>
          <a:xfrm>
            <a:off x="3748869" y="2725757"/>
            <a:ext cx="313273" cy="74585"/>
            <a:chOff x="3655625" y="914400"/>
            <a:chExt cx="2743200" cy="690600"/>
          </a:xfrm>
        </p:grpSpPr>
        <p:sp>
          <p:nvSpPr>
            <p:cNvPr id="8528" name="Google Shape;8528;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29" name="Google Shape;8529;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30" name="Google Shape;8530;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531" name="Google Shape;8531;p78"/>
          <p:cNvGrpSpPr/>
          <p:nvPr/>
        </p:nvGrpSpPr>
        <p:grpSpPr>
          <a:xfrm>
            <a:off x="4206069" y="2725757"/>
            <a:ext cx="313273" cy="74585"/>
            <a:chOff x="3655625" y="914400"/>
            <a:chExt cx="2743200" cy="690600"/>
          </a:xfrm>
        </p:grpSpPr>
        <p:sp>
          <p:nvSpPr>
            <p:cNvPr id="8532" name="Google Shape;8532;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33" name="Google Shape;8533;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34" name="Google Shape;8534;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535" name="Google Shape;8535;p78"/>
          <p:cNvGrpSpPr/>
          <p:nvPr/>
        </p:nvGrpSpPr>
        <p:grpSpPr>
          <a:xfrm>
            <a:off x="4663269" y="2725757"/>
            <a:ext cx="313273" cy="74585"/>
            <a:chOff x="3655625" y="914400"/>
            <a:chExt cx="2743200" cy="690600"/>
          </a:xfrm>
        </p:grpSpPr>
        <p:sp>
          <p:nvSpPr>
            <p:cNvPr id="8536" name="Google Shape;8536;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37" name="Google Shape;8537;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38" name="Google Shape;8538;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539" name="Google Shape;8539;p78"/>
          <p:cNvCxnSpPr>
            <a:stCxn id="8520" idx="0"/>
            <a:endCxn id="8528" idx="2"/>
          </p:cNvCxnSpPr>
          <p:nvPr/>
        </p:nvCxnSpPr>
        <p:spPr>
          <a:xfrm rot="10800000">
            <a:off x="3905506" y="2799857"/>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540" name="Google Shape;8540;p78"/>
          <p:cNvCxnSpPr>
            <a:stCxn id="8524" idx="0"/>
          </p:cNvCxnSpPr>
          <p:nvPr/>
        </p:nvCxnSpPr>
        <p:spPr>
          <a:xfrm rot="10800000">
            <a:off x="3905506" y="2799857"/>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541" name="Google Shape;8541;p78"/>
          <p:cNvCxnSpPr>
            <a:stCxn id="8516" idx="0"/>
          </p:cNvCxnSpPr>
          <p:nvPr/>
        </p:nvCxnSpPr>
        <p:spPr>
          <a:xfrm rot="10800000">
            <a:off x="3905506" y="2799857"/>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542" name="Google Shape;8542;p78"/>
          <p:cNvCxnSpPr>
            <a:stCxn id="8516" idx="0"/>
            <a:endCxn id="8532" idx="2"/>
          </p:cNvCxnSpPr>
          <p:nvPr/>
        </p:nvCxnSpPr>
        <p:spPr>
          <a:xfrm flipH="1" rot="10800000">
            <a:off x="3905506" y="2799857"/>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543" name="Google Shape;8543;p78"/>
          <p:cNvCxnSpPr>
            <a:stCxn id="8516" idx="0"/>
            <a:endCxn id="8536" idx="2"/>
          </p:cNvCxnSpPr>
          <p:nvPr/>
        </p:nvCxnSpPr>
        <p:spPr>
          <a:xfrm flipH="1" rot="10800000">
            <a:off x="3905506" y="2799857"/>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544" name="Google Shape;8544;p78"/>
          <p:cNvCxnSpPr>
            <a:stCxn id="8520" idx="0"/>
            <a:endCxn id="8532" idx="2"/>
          </p:cNvCxnSpPr>
          <p:nvPr/>
        </p:nvCxnSpPr>
        <p:spPr>
          <a:xfrm rot="10800000">
            <a:off x="4362706" y="2799857"/>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545" name="Google Shape;8545;p78"/>
          <p:cNvCxnSpPr>
            <a:stCxn id="8524" idx="0"/>
            <a:endCxn id="8536" idx="2"/>
          </p:cNvCxnSpPr>
          <p:nvPr/>
        </p:nvCxnSpPr>
        <p:spPr>
          <a:xfrm rot="10800000">
            <a:off x="4819906" y="2799857"/>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546" name="Google Shape;8546;p78"/>
          <p:cNvCxnSpPr>
            <a:stCxn id="8524" idx="0"/>
            <a:endCxn id="8532" idx="2"/>
          </p:cNvCxnSpPr>
          <p:nvPr/>
        </p:nvCxnSpPr>
        <p:spPr>
          <a:xfrm rot="10800000">
            <a:off x="4362706" y="2799857"/>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547" name="Google Shape;8547;p78"/>
          <p:cNvCxnSpPr>
            <a:stCxn id="8520" idx="0"/>
            <a:endCxn id="8536" idx="2"/>
          </p:cNvCxnSpPr>
          <p:nvPr/>
        </p:nvCxnSpPr>
        <p:spPr>
          <a:xfrm flipH="1" rot="10800000">
            <a:off x="4362706" y="2799857"/>
            <a:ext cx="457200" cy="383100"/>
          </a:xfrm>
          <a:prstGeom prst="straightConnector1">
            <a:avLst/>
          </a:prstGeom>
          <a:noFill/>
          <a:ln cap="flat" cmpd="sng" w="9525">
            <a:solidFill>
              <a:schemeClr val="dk2"/>
            </a:solidFill>
            <a:prstDash val="solid"/>
            <a:round/>
            <a:headEnd len="med" w="med" type="none"/>
            <a:tailEnd len="med" w="med" type="none"/>
          </a:ln>
        </p:spPr>
      </p:cxnSp>
      <p:grpSp>
        <p:nvGrpSpPr>
          <p:cNvPr id="8548" name="Google Shape;8548;p78"/>
          <p:cNvGrpSpPr/>
          <p:nvPr/>
        </p:nvGrpSpPr>
        <p:grpSpPr>
          <a:xfrm>
            <a:off x="3291669" y="3182957"/>
            <a:ext cx="313273" cy="74585"/>
            <a:chOff x="3655625" y="914400"/>
            <a:chExt cx="2743200" cy="690600"/>
          </a:xfrm>
        </p:grpSpPr>
        <p:sp>
          <p:nvSpPr>
            <p:cNvPr id="8549" name="Google Shape;8549;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50" name="Google Shape;8550;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51" name="Google Shape;8551;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552" name="Google Shape;8552;p78"/>
          <p:cNvCxnSpPr>
            <a:stCxn id="8549" idx="0"/>
            <a:endCxn id="8536" idx="2"/>
          </p:cNvCxnSpPr>
          <p:nvPr/>
        </p:nvCxnSpPr>
        <p:spPr>
          <a:xfrm flipH="1" rot="10800000">
            <a:off x="3448306" y="2799857"/>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8553" name="Google Shape;8553;p78"/>
          <p:cNvCxnSpPr>
            <a:stCxn id="8549" idx="0"/>
            <a:endCxn id="8532" idx="2"/>
          </p:cNvCxnSpPr>
          <p:nvPr/>
        </p:nvCxnSpPr>
        <p:spPr>
          <a:xfrm flipH="1" rot="10800000">
            <a:off x="3448306" y="2799857"/>
            <a:ext cx="914400" cy="383100"/>
          </a:xfrm>
          <a:prstGeom prst="straightConnector1">
            <a:avLst/>
          </a:prstGeom>
          <a:noFill/>
          <a:ln cap="flat" cmpd="sng" w="9525">
            <a:solidFill>
              <a:schemeClr val="dk2"/>
            </a:solidFill>
            <a:prstDash val="solid"/>
            <a:round/>
            <a:headEnd len="med" w="med" type="none"/>
            <a:tailEnd len="med" w="med" type="none"/>
          </a:ln>
        </p:spPr>
      </p:cxnSp>
      <p:grpSp>
        <p:nvGrpSpPr>
          <p:cNvPr id="8554" name="Google Shape;8554;p78"/>
          <p:cNvGrpSpPr/>
          <p:nvPr/>
        </p:nvGrpSpPr>
        <p:grpSpPr>
          <a:xfrm>
            <a:off x="3291669" y="2725757"/>
            <a:ext cx="313273" cy="74585"/>
            <a:chOff x="3655625" y="914400"/>
            <a:chExt cx="2743200" cy="690600"/>
          </a:xfrm>
        </p:grpSpPr>
        <p:sp>
          <p:nvSpPr>
            <p:cNvPr id="8555" name="Google Shape;8555;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56" name="Google Shape;8556;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57" name="Google Shape;8557;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558" name="Google Shape;8558;p78"/>
          <p:cNvCxnSpPr>
            <a:stCxn id="8549" idx="0"/>
            <a:endCxn id="8528" idx="2"/>
          </p:cNvCxnSpPr>
          <p:nvPr/>
        </p:nvCxnSpPr>
        <p:spPr>
          <a:xfrm flipH="1" rot="10800000">
            <a:off x="3448306" y="2799857"/>
            <a:ext cx="457200" cy="383100"/>
          </a:xfrm>
          <a:prstGeom prst="straightConnector1">
            <a:avLst/>
          </a:prstGeom>
          <a:noFill/>
          <a:ln cap="flat" cmpd="sng" w="9525">
            <a:solidFill>
              <a:schemeClr val="dk2"/>
            </a:solidFill>
            <a:prstDash val="solid"/>
            <a:round/>
            <a:headEnd len="med" w="med" type="none"/>
            <a:tailEnd len="med" w="med" type="none"/>
          </a:ln>
        </p:spPr>
      </p:cxnSp>
      <p:sp>
        <p:nvSpPr>
          <p:cNvPr id="8559" name="Google Shape;8559;p78"/>
          <p:cNvSpPr txBox="1"/>
          <p:nvPr/>
        </p:nvSpPr>
        <p:spPr>
          <a:xfrm>
            <a:off x="674575" y="1451775"/>
            <a:ext cx="1755300" cy="28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USER</a:t>
            </a:r>
            <a:endParaRPr b="1"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How are you?</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rPr b="1" lang="en" sz="1800">
                <a:solidFill>
                  <a:schemeClr val="dk2"/>
                </a:solidFill>
                <a:latin typeface="Roboto"/>
                <a:ea typeface="Roboto"/>
                <a:cs typeface="Roboto"/>
                <a:sym typeface="Roboto"/>
              </a:rPr>
              <a:t>ASSISTANT</a:t>
            </a:r>
            <a:endParaRPr b="1"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Bad</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rPr b="1" lang="en" sz="1800">
                <a:solidFill>
                  <a:schemeClr val="dk2"/>
                </a:solidFill>
                <a:latin typeface="Roboto"/>
                <a:ea typeface="Roboto"/>
                <a:cs typeface="Roboto"/>
                <a:sym typeface="Roboto"/>
              </a:rPr>
              <a:t>USER</a:t>
            </a:r>
            <a:endParaRPr b="1"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Why?</a:t>
            </a:r>
            <a:endParaRPr sz="1800">
              <a:solidFill>
                <a:schemeClr val="dk2"/>
              </a:solidFill>
              <a:latin typeface="Roboto"/>
              <a:ea typeface="Roboto"/>
              <a:cs typeface="Roboto"/>
              <a:sym typeface="Roboto"/>
            </a:endParaRPr>
          </a:p>
        </p:txBody>
      </p:sp>
      <p:cxnSp>
        <p:nvCxnSpPr>
          <p:cNvPr id="8560" name="Google Shape;8560;p78"/>
          <p:cNvCxnSpPr>
            <a:stCxn id="8549" idx="0"/>
            <a:endCxn id="8555" idx="2"/>
          </p:cNvCxnSpPr>
          <p:nvPr/>
        </p:nvCxnSpPr>
        <p:spPr>
          <a:xfrm rot="10800000">
            <a:off x="3448306" y="2799857"/>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561" name="Google Shape;8561;p78"/>
          <p:cNvCxnSpPr>
            <a:stCxn id="8516" idx="0"/>
            <a:endCxn id="8555" idx="2"/>
          </p:cNvCxnSpPr>
          <p:nvPr/>
        </p:nvCxnSpPr>
        <p:spPr>
          <a:xfrm rot="10800000">
            <a:off x="3448306" y="2799857"/>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562" name="Google Shape;8562;p78"/>
          <p:cNvCxnSpPr>
            <a:stCxn id="8520" idx="0"/>
            <a:endCxn id="8555" idx="2"/>
          </p:cNvCxnSpPr>
          <p:nvPr/>
        </p:nvCxnSpPr>
        <p:spPr>
          <a:xfrm rot="10800000">
            <a:off x="3448306" y="2799857"/>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563" name="Google Shape;8563;p78"/>
          <p:cNvCxnSpPr>
            <a:stCxn id="8524" idx="0"/>
            <a:endCxn id="8555" idx="2"/>
          </p:cNvCxnSpPr>
          <p:nvPr/>
        </p:nvCxnSpPr>
        <p:spPr>
          <a:xfrm rot="10800000">
            <a:off x="3448306" y="2799857"/>
            <a:ext cx="1371600" cy="383100"/>
          </a:xfrm>
          <a:prstGeom prst="straightConnector1">
            <a:avLst/>
          </a:prstGeom>
          <a:noFill/>
          <a:ln cap="flat" cmpd="sng" w="9525">
            <a:solidFill>
              <a:schemeClr val="dk2"/>
            </a:solidFill>
            <a:prstDash val="solid"/>
            <a:round/>
            <a:headEnd len="med" w="med" type="none"/>
            <a:tailEnd len="med" w="med" type="none"/>
          </a:ln>
        </p:spPr>
      </p:cxnSp>
      <p:grpSp>
        <p:nvGrpSpPr>
          <p:cNvPr id="8564" name="Google Shape;8564;p78"/>
          <p:cNvGrpSpPr/>
          <p:nvPr/>
        </p:nvGrpSpPr>
        <p:grpSpPr>
          <a:xfrm>
            <a:off x="7472531" y="3180852"/>
            <a:ext cx="313273" cy="74585"/>
            <a:chOff x="3655625" y="914400"/>
            <a:chExt cx="2743200" cy="690600"/>
          </a:xfrm>
        </p:grpSpPr>
        <p:sp>
          <p:nvSpPr>
            <p:cNvPr id="8565" name="Google Shape;8565;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66" name="Google Shape;8566;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67" name="Google Shape;8567;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568" name="Google Shape;8568;p78"/>
          <p:cNvGrpSpPr/>
          <p:nvPr/>
        </p:nvGrpSpPr>
        <p:grpSpPr>
          <a:xfrm>
            <a:off x="7472531" y="2723652"/>
            <a:ext cx="313273" cy="74585"/>
            <a:chOff x="3655625" y="914400"/>
            <a:chExt cx="2743200" cy="690600"/>
          </a:xfrm>
        </p:grpSpPr>
        <p:sp>
          <p:nvSpPr>
            <p:cNvPr id="8569" name="Google Shape;8569;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70" name="Google Shape;8570;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71" name="Google Shape;8571;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572" name="Google Shape;8572;p78"/>
          <p:cNvCxnSpPr>
            <a:stCxn id="8565" idx="0"/>
          </p:cNvCxnSpPr>
          <p:nvPr/>
        </p:nvCxnSpPr>
        <p:spPr>
          <a:xfrm rot="10800000">
            <a:off x="7629168" y="2797752"/>
            <a:ext cx="0" cy="383100"/>
          </a:xfrm>
          <a:prstGeom prst="straightConnector1">
            <a:avLst/>
          </a:prstGeom>
          <a:noFill/>
          <a:ln cap="flat" cmpd="sng" w="9525">
            <a:solidFill>
              <a:schemeClr val="dk2"/>
            </a:solidFill>
            <a:prstDash val="solid"/>
            <a:round/>
            <a:headEnd len="med" w="med" type="none"/>
            <a:tailEnd len="med" w="med" type="none"/>
          </a:ln>
        </p:spPr>
      </p:cxnSp>
      <p:grpSp>
        <p:nvGrpSpPr>
          <p:cNvPr id="8573" name="Google Shape;8573;p78"/>
          <p:cNvGrpSpPr/>
          <p:nvPr/>
        </p:nvGrpSpPr>
        <p:grpSpPr>
          <a:xfrm>
            <a:off x="7015331" y="3180852"/>
            <a:ext cx="313273" cy="74585"/>
            <a:chOff x="3655625" y="914400"/>
            <a:chExt cx="2743200" cy="690600"/>
          </a:xfrm>
        </p:grpSpPr>
        <p:sp>
          <p:nvSpPr>
            <p:cNvPr id="8574" name="Google Shape;8574;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75" name="Google Shape;8575;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76" name="Google Shape;8576;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577" name="Google Shape;8577;p78"/>
          <p:cNvGrpSpPr/>
          <p:nvPr/>
        </p:nvGrpSpPr>
        <p:grpSpPr>
          <a:xfrm>
            <a:off x="7015331" y="2723652"/>
            <a:ext cx="313273" cy="74585"/>
            <a:chOff x="3655625" y="914400"/>
            <a:chExt cx="2743200" cy="690600"/>
          </a:xfrm>
        </p:grpSpPr>
        <p:sp>
          <p:nvSpPr>
            <p:cNvPr id="8578" name="Google Shape;8578;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79" name="Google Shape;8579;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80" name="Google Shape;8580;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581" name="Google Shape;8581;p78"/>
          <p:cNvGrpSpPr/>
          <p:nvPr/>
        </p:nvGrpSpPr>
        <p:grpSpPr>
          <a:xfrm>
            <a:off x="6558131" y="3180852"/>
            <a:ext cx="313273" cy="74585"/>
            <a:chOff x="3655625" y="914400"/>
            <a:chExt cx="2743200" cy="690600"/>
          </a:xfrm>
        </p:grpSpPr>
        <p:sp>
          <p:nvSpPr>
            <p:cNvPr id="8582" name="Google Shape;8582;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83" name="Google Shape;8583;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84" name="Google Shape;8584;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585" name="Google Shape;8585;p78"/>
          <p:cNvGrpSpPr/>
          <p:nvPr/>
        </p:nvGrpSpPr>
        <p:grpSpPr>
          <a:xfrm>
            <a:off x="6558131" y="2723652"/>
            <a:ext cx="313273" cy="74585"/>
            <a:chOff x="3655625" y="914400"/>
            <a:chExt cx="2743200" cy="690600"/>
          </a:xfrm>
        </p:grpSpPr>
        <p:sp>
          <p:nvSpPr>
            <p:cNvPr id="8586" name="Google Shape;8586;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87" name="Google Shape;8587;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88" name="Google Shape;8588;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589" name="Google Shape;8589;p78"/>
          <p:cNvGrpSpPr/>
          <p:nvPr/>
        </p:nvGrpSpPr>
        <p:grpSpPr>
          <a:xfrm>
            <a:off x="6100931" y="3180852"/>
            <a:ext cx="313273" cy="74585"/>
            <a:chOff x="3655625" y="914400"/>
            <a:chExt cx="2743200" cy="690600"/>
          </a:xfrm>
        </p:grpSpPr>
        <p:sp>
          <p:nvSpPr>
            <p:cNvPr id="8590" name="Google Shape;8590;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91" name="Google Shape;8591;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92" name="Google Shape;8592;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593" name="Google Shape;8593;p78"/>
          <p:cNvGrpSpPr/>
          <p:nvPr/>
        </p:nvGrpSpPr>
        <p:grpSpPr>
          <a:xfrm>
            <a:off x="6100931" y="2723652"/>
            <a:ext cx="313273" cy="74585"/>
            <a:chOff x="3655625" y="914400"/>
            <a:chExt cx="2743200" cy="690600"/>
          </a:xfrm>
        </p:grpSpPr>
        <p:sp>
          <p:nvSpPr>
            <p:cNvPr id="8594" name="Google Shape;8594;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95" name="Google Shape;8595;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596" name="Google Shape;8596;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597" name="Google Shape;8597;p78"/>
          <p:cNvCxnSpPr>
            <a:stCxn id="8574" idx="0"/>
            <a:endCxn id="8578" idx="2"/>
          </p:cNvCxnSpPr>
          <p:nvPr/>
        </p:nvCxnSpPr>
        <p:spPr>
          <a:xfrm rot="10800000">
            <a:off x="7171968" y="27977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598" name="Google Shape;8598;p78"/>
          <p:cNvCxnSpPr>
            <a:stCxn id="8582" idx="0"/>
            <a:endCxn id="8586" idx="2"/>
          </p:cNvCxnSpPr>
          <p:nvPr/>
        </p:nvCxnSpPr>
        <p:spPr>
          <a:xfrm rot="10800000">
            <a:off x="6714768" y="27977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599" name="Google Shape;8599;p78"/>
          <p:cNvCxnSpPr>
            <a:stCxn id="8590" idx="0"/>
            <a:endCxn id="8594" idx="2"/>
          </p:cNvCxnSpPr>
          <p:nvPr/>
        </p:nvCxnSpPr>
        <p:spPr>
          <a:xfrm rot="10800000">
            <a:off x="6257568" y="27977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600" name="Google Shape;8600;p78"/>
          <p:cNvCxnSpPr>
            <a:stCxn id="8590" idx="0"/>
            <a:endCxn id="8586" idx="2"/>
          </p:cNvCxnSpPr>
          <p:nvPr/>
        </p:nvCxnSpPr>
        <p:spPr>
          <a:xfrm flipH="1" rot="10800000">
            <a:off x="6257568" y="27977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601" name="Google Shape;8601;p78"/>
          <p:cNvCxnSpPr>
            <a:stCxn id="8590" idx="0"/>
            <a:endCxn id="8578" idx="2"/>
          </p:cNvCxnSpPr>
          <p:nvPr/>
        </p:nvCxnSpPr>
        <p:spPr>
          <a:xfrm flipH="1" rot="10800000">
            <a:off x="6257568" y="27977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602" name="Google Shape;8602;p78"/>
          <p:cNvCxnSpPr>
            <a:stCxn id="8590" idx="0"/>
            <a:endCxn id="8569" idx="2"/>
          </p:cNvCxnSpPr>
          <p:nvPr/>
        </p:nvCxnSpPr>
        <p:spPr>
          <a:xfrm flipH="1" rot="10800000">
            <a:off x="6257568" y="2797752"/>
            <a:ext cx="1371600" cy="383100"/>
          </a:xfrm>
          <a:prstGeom prst="straightConnector1">
            <a:avLst/>
          </a:prstGeom>
          <a:noFill/>
          <a:ln cap="flat" cmpd="sng" w="9525">
            <a:solidFill>
              <a:schemeClr val="dk2"/>
            </a:solidFill>
            <a:prstDash val="solid"/>
            <a:round/>
            <a:headEnd len="med" w="med" type="none"/>
            <a:tailEnd len="med" w="med" type="none"/>
          </a:ln>
        </p:spPr>
      </p:cxnSp>
      <p:cxnSp>
        <p:nvCxnSpPr>
          <p:cNvPr id="8603" name="Google Shape;8603;p78"/>
          <p:cNvCxnSpPr>
            <a:stCxn id="8582" idx="0"/>
            <a:endCxn id="8578" idx="2"/>
          </p:cNvCxnSpPr>
          <p:nvPr/>
        </p:nvCxnSpPr>
        <p:spPr>
          <a:xfrm flipH="1" rot="10800000">
            <a:off x="6714768" y="27977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604" name="Google Shape;8604;p78"/>
          <p:cNvCxnSpPr>
            <a:stCxn id="8582" idx="0"/>
            <a:endCxn id="8569" idx="2"/>
          </p:cNvCxnSpPr>
          <p:nvPr/>
        </p:nvCxnSpPr>
        <p:spPr>
          <a:xfrm flipH="1" rot="10800000">
            <a:off x="6714768" y="27977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605" name="Google Shape;8605;p78"/>
          <p:cNvCxnSpPr>
            <a:stCxn id="8574" idx="0"/>
            <a:endCxn id="8569" idx="2"/>
          </p:cNvCxnSpPr>
          <p:nvPr/>
        </p:nvCxnSpPr>
        <p:spPr>
          <a:xfrm flipH="1" rot="10800000">
            <a:off x="7171968" y="2797752"/>
            <a:ext cx="457200" cy="383100"/>
          </a:xfrm>
          <a:prstGeom prst="straightConnector1">
            <a:avLst/>
          </a:prstGeom>
          <a:noFill/>
          <a:ln cap="flat" cmpd="sng" w="9525">
            <a:solidFill>
              <a:schemeClr val="dk2"/>
            </a:solidFill>
            <a:prstDash val="solid"/>
            <a:round/>
            <a:headEnd len="med" w="med" type="none"/>
            <a:tailEnd len="med" w="med" type="none"/>
          </a:ln>
        </p:spPr>
      </p:cxnSp>
      <p:sp>
        <p:nvSpPr>
          <p:cNvPr id="8606" name="Google Shape;8606;p78"/>
          <p:cNvSpPr txBox="1"/>
          <p:nvPr/>
        </p:nvSpPr>
        <p:spPr>
          <a:xfrm>
            <a:off x="7420452" y="3213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Bad</a:t>
            </a:r>
            <a:endParaRPr sz="1200">
              <a:solidFill>
                <a:schemeClr val="dk2"/>
              </a:solidFill>
              <a:latin typeface="Roboto"/>
              <a:ea typeface="Roboto"/>
              <a:cs typeface="Roboto"/>
              <a:sym typeface="Roboto"/>
            </a:endParaRPr>
          </a:p>
        </p:txBody>
      </p:sp>
      <p:sp>
        <p:nvSpPr>
          <p:cNvPr id="8607" name="Google Shape;8607;p78"/>
          <p:cNvSpPr txBox="1"/>
          <p:nvPr/>
        </p:nvSpPr>
        <p:spPr>
          <a:xfrm>
            <a:off x="6013824" y="3213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How</a:t>
            </a:r>
            <a:endParaRPr sz="1200">
              <a:solidFill>
                <a:schemeClr val="dk2"/>
              </a:solidFill>
              <a:latin typeface="Roboto"/>
              <a:ea typeface="Roboto"/>
              <a:cs typeface="Roboto"/>
              <a:sym typeface="Roboto"/>
            </a:endParaRPr>
          </a:p>
        </p:txBody>
      </p:sp>
      <p:sp>
        <p:nvSpPr>
          <p:cNvPr id="8608" name="Google Shape;8608;p78"/>
          <p:cNvSpPr txBox="1"/>
          <p:nvPr/>
        </p:nvSpPr>
        <p:spPr>
          <a:xfrm>
            <a:off x="6518069" y="3213100"/>
            <a:ext cx="457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are</a:t>
            </a:r>
            <a:endParaRPr sz="1200">
              <a:solidFill>
                <a:schemeClr val="dk2"/>
              </a:solidFill>
              <a:latin typeface="Roboto"/>
              <a:ea typeface="Roboto"/>
              <a:cs typeface="Roboto"/>
              <a:sym typeface="Roboto"/>
            </a:endParaRPr>
          </a:p>
        </p:txBody>
      </p:sp>
      <p:sp>
        <p:nvSpPr>
          <p:cNvPr id="8609" name="Google Shape;8609;p78"/>
          <p:cNvSpPr txBox="1"/>
          <p:nvPr/>
        </p:nvSpPr>
        <p:spPr>
          <a:xfrm>
            <a:off x="6951982" y="3213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you?</a:t>
            </a:r>
            <a:endParaRPr sz="1200">
              <a:solidFill>
                <a:schemeClr val="dk2"/>
              </a:solidFill>
              <a:latin typeface="Roboto"/>
              <a:ea typeface="Roboto"/>
              <a:cs typeface="Roboto"/>
              <a:sym typeface="Roboto"/>
            </a:endParaRPr>
          </a:p>
        </p:txBody>
      </p:sp>
      <p:grpSp>
        <p:nvGrpSpPr>
          <p:cNvPr id="8610" name="Google Shape;8610;p78"/>
          <p:cNvGrpSpPr/>
          <p:nvPr/>
        </p:nvGrpSpPr>
        <p:grpSpPr>
          <a:xfrm>
            <a:off x="7015331" y="2037852"/>
            <a:ext cx="313273" cy="74585"/>
            <a:chOff x="3655625" y="914400"/>
            <a:chExt cx="2743200" cy="690600"/>
          </a:xfrm>
        </p:grpSpPr>
        <p:sp>
          <p:nvSpPr>
            <p:cNvPr id="8611" name="Google Shape;8611;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12" name="Google Shape;8612;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613" name="Google Shape;8613;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614" name="Google Shape;8614;p78"/>
          <p:cNvGrpSpPr/>
          <p:nvPr/>
        </p:nvGrpSpPr>
        <p:grpSpPr>
          <a:xfrm>
            <a:off x="7015331" y="1580652"/>
            <a:ext cx="313273" cy="74585"/>
            <a:chOff x="3655625" y="914400"/>
            <a:chExt cx="2743200" cy="690600"/>
          </a:xfrm>
        </p:grpSpPr>
        <p:sp>
          <p:nvSpPr>
            <p:cNvPr id="8615" name="Google Shape;8615;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16" name="Google Shape;8616;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617" name="Google Shape;8617;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618" name="Google Shape;8618;p78"/>
          <p:cNvGrpSpPr/>
          <p:nvPr/>
        </p:nvGrpSpPr>
        <p:grpSpPr>
          <a:xfrm>
            <a:off x="6558131" y="2037852"/>
            <a:ext cx="313273" cy="74585"/>
            <a:chOff x="3655625" y="914400"/>
            <a:chExt cx="2743200" cy="690600"/>
          </a:xfrm>
        </p:grpSpPr>
        <p:sp>
          <p:nvSpPr>
            <p:cNvPr id="8619" name="Google Shape;8619;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20" name="Google Shape;8620;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621" name="Google Shape;8621;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622" name="Google Shape;8622;p78"/>
          <p:cNvGrpSpPr/>
          <p:nvPr/>
        </p:nvGrpSpPr>
        <p:grpSpPr>
          <a:xfrm>
            <a:off x="6558131" y="1580652"/>
            <a:ext cx="313273" cy="74585"/>
            <a:chOff x="3655625" y="914400"/>
            <a:chExt cx="2743200" cy="690600"/>
          </a:xfrm>
        </p:grpSpPr>
        <p:sp>
          <p:nvSpPr>
            <p:cNvPr id="8623" name="Google Shape;8623;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24" name="Google Shape;8624;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625" name="Google Shape;8625;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626" name="Google Shape;8626;p78"/>
          <p:cNvGrpSpPr/>
          <p:nvPr/>
        </p:nvGrpSpPr>
        <p:grpSpPr>
          <a:xfrm>
            <a:off x="6100931" y="2037852"/>
            <a:ext cx="313273" cy="74585"/>
            <a:chOff x="3655625" y="914400"/>
            <a:chExt cx="2743200" cy="690600"/>
          </a:xfrm>
        </p:grpSpPr>
        <p:sp>
          <p:nvSpPr>
            <p:cNvPr id="8627" name="Google Shape;8627;p78"/>
            <p:cNvSpPr/>
            <p:nvPr/>
          </p:nvSpPr>
          <p:spPr>
            <a:xfrm>
              <a:off x="3655625" y="914400"/>
              <a:ext cx="2743200" cy="685800"/>
            </a:xfrm>
            <a:prstGeom prst="rect">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28" name="Google Shape;8628;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629" name="Google Shape;8629;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grpSp>
        <p:nvGrpSpPr>
          <p:cNvPr id="8630" name="Google Shape;8630;p78"/>
          <p:cNvGrpSpPr/>
          <p:nvPr/>
        </p:nvGrpSpPr>
        <p:grpSpPr>
          <a:xfrm>
            <a:off x="6100931" y="1580652"/>
            <a:ext cx="313273" cy="74585"/>
            <a:chOff x="3655625" y="914400"/>
            <a:chExt cx="2743200" cy="690600"/>
          </a:xfrm>
        </p:grpSpPr>
        <p:sp>
          <p:nvSpPr>
            <p:cNvPr id="8631" name="Google Shape;8631;p78"/>
            <p:cNvSpPr/>
            <p:nvPr/>
          </p:nvSpPr>
          <p:spPr>
            <a:xfrm>
              <a:off x="3655625" y="914400"/>
              <a:ext cx="2743200" cy="685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32" name="Google Shape;8632;p78"/>
            <p:cNvCxnSpPr/>
            <p:nvPr/>
          </p:nvCxnSpPr>
          <p:spPr>
            <a:xfrm>
              <a:off x="4572000" y="914400"/>
              <a:ext cx="0" cy="690600"/>
            </a:xfrm>
            <a:prstGeom prst="straightConnector1">
              <a:avLst/>
            </a:prstGeom>
            <a:noFill/>
            <a:ln cap="flat" cmpd="sng" w="9525">
              <a:solidFill>
                <a:schemeClr val="dk2"/>
              </a:solidFill>
              <a:prstDash val="solid"/>
              <a:round/>
              <a:headEnd len="med" w="med" type="none"/>
              <a:tailEnd len="med" w="med" type="none"/>
            </a:ln>
          </p:spPr>
        </p:cxnSp>
        <p:cxnSp>
          <p:nvCxnSpPr>
            <p:cNvPr id="8633" name="Google Shape;8633;p78"/>
            <p:cNvCxnSpPr/>
            <p:nvPr/>
          </p:nvCxnSpPr>
          <p:spPr>
            <a:xfrm>
              <a:off x="5486400" y="914400"/>
              <a:ext cx="0" cy="690600"/>
            </a:xfrm>
            <a:prstGeom prst="straightConnector1">
              <a:avLst/>
            </a:prstGeom>
            <a:noFill/>
            <a:ln cap="flat" cmpd="sng" w="9525">
              <a:solidFill>
                <a:schemeClr val="dk2"/>
              </a:solidFill>
              <a:prstDash val="solid"/>
              <a:round/>
              <a:headEnd len="med" w="med" type="none"/>
              <a:tailEnd len="med" w="med" type="none"/>
            </a:ln>
          </p:spPr>
        </p:cxnSp>
      </p:grpSp>
      <p:cxnSp>
        <p:nvCxnSpPr>
          <p:cNvPr id="8634" name="Google Shape;8634;p78"/>
          <p:cNvCxnSpPr>
            <a:stCxn id="8611" idx="0"/>
            <a:endCxn id="8615" idx="2"/>
          </p:cNvCxnSpPr>
          <p:nvPr/>
        </p:nvCxnSpPr>
        <p:spPr>
          <a:xfrm rot="10800000">
            <a:off x="7171968" y="16547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635" name="Google Shape;8635;p78"/>
          <p:cNvCxnSpPr>
            <a:stCxn id="8619" idx="0"/>
            <a:endCxn id="8623" idx="2"/>
          </p:cNvCxnSpPr>
          <p:nvPr/>
        </p:nvCxnSpPr>
        <p:spPr>
          <a:xfrm rot="10800000">
            <a:off x="6714768" y="16547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636" name="Google Shape;8636;p78"/>
          <p:cNvCxnSpPr>
            <a:stCxn id="8627" idx="0"/>
            <a:endCxn id="8631" idx="2"/>
          </p:cNvCxnSpPr>
          <p:nvPr/>
        </p:nvCxnSpPr>
        <p:spPr>
          <a:xfrm rot="10800000">
            <a:off x="6257568" y="1654752"/>
            <a:ext cx="0" cy="383100"/>
          </a:xfrm>
          <a:prstGeom prst="straightConnector1">
            <a:avLst/>
          </a:prstGeom>
          <a:noFill/>
          <a:ln cap="flat" cmpd="sng" w="9525">
            <a:solidFill>
              <a:schemeClr val="dk2"/>
            </a:solidFill>
            <a:prstDash val="solid"/>
            <a:round/>
            <a:headEnd len="med" w="med" type="none"/>
            <a:tailEnd len="med" w="med" type="none"/>
          </a:ln>
        </p:spPr>
      </p:cxnSp>
      <p:cxnSp>
        <p:nvCxnSpPr>
          <p:cNvPr id="8637" name="Google Shape;8637;p78"/>
          <p:cNvCxnSpPr>
            <a:stCxn id="8627" idx="0"/>
            <a:endCxn id="8623" idx="2"/>
          </p:cNvCxnSpPr>
          <p:nvPr/>
        </p:nvCxnSpPr>
        <p:spPr>
          <a:xfrm flipH="1" rot="10800000">
            <a:off x="6257568" y="1654752"/>
            <a:ext cx="457200" cy="383100"/>
          </a:xfrm>
          <a:prstGeom prst="straightConnector1">
            <a:avLst/>
          </a:prstGeom>
          <a:noFill/>
          <a:ln cap="flat" cmpd="sng" w="9525">
            <a:solidFill>
              <a:schemeClr val="dk2"/>
            </a:solidFill>
            <a:prstDash val="solid"/>
            <a:round/>
            <a:headEnd len="med" w="med" type="none"/>
            <a:tailEnd len="med" w="med" type="none"/>
          </a:ln>
        </p:spPr>
      </p:cxnSp>
      <p:cxnSp>
        <p:nvCxnSpPr>
          <p:cNvPr id="8638" name="Google Shape;8638;p78"/>
          <p:cNvCxnSpPr>
            <a:stCxn id="8627" idx="0"/>
            <a:endCxn id="8615" idx="2"/>
          </p:cNvCxnSpPr>
          <p:nvPr/>
        </p:nvCxnSpPr>
        <p:spPr>
          <a:xfrm flipH="1" rot="10800000">
            <a:off x="6257568" y="1654752"/>
            <a:ext cx="914400" cy="383100"/>
          </a:xfrm>
          <a:prstGeom prst="straightConnector1">
            <a:avLst/>
          </a:prstGeom>
          <a:noFill/>
          <a:ln cap="flat" cmpd="sng" w="9525">
            <a:solidFill>
              <a:schemeClr val="dk2"/>
            </a:solidFill>
            <a:prstDash val="solid"/>
            <a:round/>
            <a:headEnd len="med" w="med" type="none"/>
            <a:tailEnd len="med" w="med" type="none"/>
          </a:ln>
        </p:spPr>
      </p:cxnSp>
      <p:cxnSp>
        <p:nvCxnSpPr>
          <p:cNvPr id="8639" name="Google Shape;8639;p78"/>
          <p:cNvCxnSpPr>
            <a:stCxn id="8619" idx="0"/>
            <a:endCxn id="8615" idx="2"/>
          </p:cNvCxnSpPr>
          <p:nvPr/>
        </p:nvCxnSpPr>
        <p:spPr>
          <a:xfrm flipH="1" rot="10800000">
            <a:off x="6714768" y="1654752"/>
            <a:ext cx="457200" cy="383100"/>
          </a:xfrm>
          <a:prstGeom prst="straightConnector1">
            <a:avLst/>
          </a:prstGeom>
          <a:noFill/>
          <a:ln cap="flat" cmpd="sng" w="9525">
            <a:solidFill>
              <a:schemeClr val="dk2"/>
            </a:solidFill>
            <a:prstDash val="solid"/>
            <a:round/>
            <a:headEnd len="med" w="med" type="none"/>
            <a:tailEnd len="med" w="med" type="none"/>
          </a:ln>
        </p:spPr>
      </p:cxnSp>
      <p:sp>
        <p:nvSpPr>
          <p:cNvPr id="8640" name="Google Shape;8640;p78"/>
          <p:cNvSpPr txBox="1"/>
          <p:nvPr/>
        </p:nvSpPr>
        <p:spPr>
          <a:xfrm>
            <a:off x="6013824" y="2070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How</a:t>
            </a:r>
            <a:endParaRPr sz="1200">
              <a:solidFill>
                <a:schemeClr val="dk2"/>
              </a:solidFill>
              <a:latin typeface="Roboto"/>
              <a:ea typeface="Roboto"/>
              <a:cs typeface="Roboto"/>
              <a:sym typeface="Roboto"/>
            </a:endParaRPr>
          </a:p>
        </p:txBody>
      </p:sp>
      <p:sp>
        <p:nvSpPr>
          <p:cNvPr id="8641" name="Google Shape;8641;p78"/>
          <p:cNvSpPr txBox="1"/>
          <p:nvPr/>
        </p:nvSpPr>
        <p:spPr>
          <a:xfrm>
            <a:off x="6518069" y="2070100"/>
            <a:ext cx="457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are</a:t>
            </a:r>
            <a:endParaRPr sz="1200">
              <a:solidFill>
                <a:schemeClr val="dk2"/>
              </a:solidFill>
              <a:latin typeface="Roboto"/>
              <a:ea typeface="Roboto"/>
              <a:cs typeface="Roboto"/>
              <a:sym typeface="Roboto"/>
            </a:endParaRPr>
          </a:p>
        </p:txBody>
      </p:sp>
      <p:sp>
        <p:nvSpPr>
          <p:cNvPr id="8642" name="Google Shape;8642;p78"/>
          <p:cNvSpPr txBox="1"/>
          <p:nvPr/>
        </p:nvSpPr>
        <p:spPr>
          <a:xfrm>
            <a:off x="6951982" y="2070095"/>
            <a:ext cx="57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you?</a:t>
            </a:r>
            <a:endParaRPr sz="1200">
              <a:solidFill>
                <a:schemeClr val="dk2"/>
              </a:solidFill>
              <a:latin typeface="Roboto"/>
              <a:ea typeface="Roboto"/>
              <a:cs typeface="Roboto"/>
              <a:sym typeface="Roboto"/>
            </a:endParaRPr>
          </a:p>
        </p:txBody>
      </p:sp>
      <p:sp>
        <p:nvSpPr>
          <p:cNvPr id="8643" name="Google Shape;8643;p78"/>
          <p:cNvSpPr txBox="1"/>
          <p:nvPr/>
        </p:nvSpPr>
        <p:spPr>
          <a:xfrm>
            <a:off x="6165700" y="969425"/>
            <a:ext cx="30810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Unidirectional</a:t>
            </a:r>
            <a:endParaRPr sz="1800">
              <a:solidFill>
                <a:schemeClr val="dk2"/>
              </a:solidFill>
              <a:latin typeface="Roboto"/>
              <a:ea typeface="Roboto"/>
              <a:cs typeface="Roboto"/>
              <a:sym typeface="Roboto"/>
            </a:endParaRPr>
          </a:p>
        </p:txBody>
      </p:sp>
      <p:sp>
        <p:nvSpPr>
          <p:cNvPr id="8644" name="Google Shape;8644;p78"/>
          <p:cNvSpPr txBox="1"/>
          <p:nvPr/>
        </p:nvSpPr>
        <p:spPr>
          <a:xfrm>
            <a:off x="3193900" y="919750"/>
            <a:ext cx="30810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Bidirectional</a:t>
            </a:r>
            <a:endParaRPr sz="1800">
              <a:solidFill>
                <a:schemeClr val="dk2"/>
              </a:solidFill>
              <a:latin typeface="Roboto"/>
              <a:ea typeface="Roboto"/>
              <a:cs typeface="Roboto"/>
              <a:sym typeface="Roboto"/>
            </a:endParaRPr>
          </a:p>
        </p:txBody>
      </p:sp>
      <p:sp>
        <p:nvSpPr>
          <p:cNvPr id="8645" name="Google Shape;8645;p78"/>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Input attention pattern for multi-turn conversation</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9" name="Shape 8649"/>
        <p:cNvGrpSpPr/>
        <p:nvPr/>
      </p:nvGrpSpPr>
      <p:grpSpPr>
        <a:xfrm>
          <a:off x="0" y="0"/>
          <a:ext cx="0" cy="0"/>
          <a:chOff x="0" y="0"/>
          <a:chExt cx="0" cy="0"/>
        </a:xfrm>
      </p:grpSpPr>
      <p:sp>
        <p:nvSpPr>
          <p:cNvPr id="8650" name="Google Shape;8650;p79"/>
          <p:cNvSpPr txBox="1"/>
          <p:nvPr>
            <p:ph type="title"/>
          </p:nvPr>
        </p:nvSpPr>
        <p:spPr>
          <a:xfrm>
            <a:off x="311700" y="11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8651" name="Google Shape;8651;p79"/>
          <p:cNvSpPr txBox="1"/>
          <p:nvPr>
            <p:ph idx="1" type="body"/>
          </p:nvPr>
        </p:nvSpPr>
        <p:spPr>
          <a:xfrm>
            <a:off x="311700" y="685925"/>
            <a:ext cx="8520600" cy="388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Identify the dominant driving force as exponentially cheaper compute and associated scaling</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Analyzed additional structure of encoder-decoder from the perspective of scaling</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Hopefully this perspective and analysis can be useful for understanding what is happening today and predict the future trajectory</a:t>
            </a:r>
            <a:endParaRPr/>
          </a:p>
        </p:txBody>
      </p:sp>
      <p:sp>
        <p:nvSpPr>
          <p:cNvPr id="8652" name="Google Shape;8652;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1155C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